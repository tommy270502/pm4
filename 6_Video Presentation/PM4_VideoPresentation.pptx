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1"/>
  </p:notesMasterIdLst>
  <p:handoutMasterIdLst>
    <p:handoutMasterId r:id="rId32"/>
  </p:handoutMasterIdLst>
  <p:sldIdLst>
    <p:sldId id="341" r:id="rId5"/>
    <p:sldId id="411" r:id="rId6"/>
    <p:sldId id="414" r:id="rId7"/>
    <p:sldId id="416" r:id="rId8"/>
    <p:sldId id="417" r:id="rId9"/>
    <p:sldId id="394" r:id="rId10"/>
    <p:sldId id="391" r:id="rId11"/>
    <p:sldId id="334" r:id="rId12"/>
    <p:sldId id="326" r:id="rId13"/>
    <p:sldId id="263" r:id="rId14"/>
    <p:sldId id="404" r:id="rId15"/>
    <p:sldId id="348" r:id="rId16"/>
    <p:sldId id="270" r:id="rId17"/>
    <p:sldId id="268" r:id="rId18"/>
    <p:sldId id="269" r:id="rId19"/>
    <p:sldId id="272" r:id="rId20"/>
    <p:sldId id="273" r:id="rId21"/>
    <p:sldId id="375" r:id="rId22"/>
    <p:sldId id="343" r:id="rId23"/>
    <p:sldId id="295" r:id="rId24"/>
    <p:sldId id="293" r:id="rId25"/>
    <p:sldId id="294" r:id="rId26"/>
    <p:sldId id="367" r:id="rId27"/>
    <p:sldId id="371" r:id="rId28"/>
    <p:sldId id="308" r:id="rId29"/>
    <p:sldId id="370" r:id="rId3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9ADCF6"/>
    <a:srgbClr val="0099CC"/>
    <a:srgbClr val="006BBC"/>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A20E951-F767-40FB-8981-BDCADE0C3650}">
  <a:tblStyle styleId="{CA20E951-F767-40FB-8981-BDCADE0C3650}" styleName="ZHAW weiss">
    <a:wholeTbl>
      <a:tcTxStyle>
        <a:fontRef idx="minor">
          <a:prstClr val="black"/>
        </a:fontRef>
        <a:schemeClr val="dk1"/>
      </a:tcTxStyle>
      <a:tcStyle>
        <a:tcBdr>
          <a:left>
            <a:ln w="0" cmpd="sng">
              <a:solidFill>
                <a:srgbClr val="FFFFFF"/>
              </a:solidFill>
            </a:ln>
          </a:left>
          <a:right>
            <a:ln w="0" cmpd="sng">
              <a:solidFill>
                <a:srgbClr val="FFFFFF"/>
              </a:solidFill>
            </a:ln>
          </a:right>
          <a:top>
            <a:ln w="6350" cmpd="sng">
              <a:solidFill>
                <a:srgbClr val="000000"/>
              </a:solidFill>
            </a:ln>
          </a:top>
          <a:bottom>
            <a:ln w="6350" cmpd="sng">
              <a:solidFill>
                <a:srgbClr val="000000"/>
              </a:solidFill>
            </a:ln>
          </a:bottom>
          <a:insideH>
            <a:ln w="6350" cmpd="sng">
              <a:solidFill>
                <a:srgbClr val="000000"/>
              </a:solidFill>
            </a:ln>
          </a:insideH>
          <a:insideV>
            <a:ln w="0" cmpd="sng">
              <a:solidFill>
                <a:srgbClr val="FFFFFF"/>
              </a:solidFill>
            </a:ln>
          </a:insideV>
        </a:tcBdr>
      </a:tcStyle>
    </a:wholeTbl>
    <a:band1H>
      <a:tcTxStyle>
        <a:srgbClr val="000000"/>
      </a:tcTxStyle>
      <a:tcStyle>
        <a:tcBdr/>
        <a:fill>
          <a:solidFill>
            <a:schemeClr val="dk1">
              <a:alpha val="11111"/>
            </a:schemeClr>
          </a:solidFill>
        </a:fill>
      </a:tcStyle>
    </a:band1H>
    <a:band2H>
      <a:tcTxStyle>
        <a:srgbClr val="000000"/>
      </a:tcTxStyle>
      <a:tcStyle>
        <a:tcBdr/>
      </a:tcStyle>
    </a:band2H>
    <a:band1V>
      <a:tcTxStyle>
        <a:srgbClr val="000000"/>
      </a:tcTxStyle>
      <a:tcStyle>
        <a:tcBdr/>
        <a:fill>
          <a:solidFill>
            <a:schemeClr val="dk1">
              <a:alpha val="11111"/>
            </a:schemeClr>
          </a:solidFill>
        </a:fill>
      </a:tcStyle>
    </a:band1V>
    <a:band2V>
      <a:tcTxStyle>
        <a:srgbClr val="000000"/>
      </a:tcTxStyle>
      <a:tcStyle>
        <a:tcBdr/>
      </a:tcStyle>
    </a:band2V>
    <a:lastCol>
      <a:tcTxStyle b="on">
        <a:fontRef idx="major"/>
        <a:srgbClr val="000000"/>
      </a:tcTxStyle>
      <a:tcStyle>
        <a:tcBdr/>
      </a:tcStyle>
    </a:lastCol>
    <a:firstCol>
      <a:tcTxStyle b="on">
        <a:fontRef idx="major"/>
        <a:srgbClr val="000000"/>
      </a:tcTxStyle>
      <a:tcStyle>
        <a:tcBdr/>
      </a:tcStyle>
    </a:firstCol>
    <a:lastRow>
      <a:tcTxStyle b="on">
        <a:fontRef idx="major"/>
        <a:srgbClr val="000000"/>
      </a:tcTxStyle>
      <a:tcStyle>
        <a:tcBdr/>
      </a:tcStyle>
    </a:lastRow>
    <a:firstRow>
      <a:tcTxStyle b="on">
        <a:fontRef idx="major"/>
        <a:srgbClr val="000000"/>
      </a:tcTxStyle>
      <a:tcStyle>
        <a:tcBdr/>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05" autoAdjust="0"/>
  </p:normalViewPr>
  <p:slideViewPr>
    <p:cSldViewPr snapToGrid="0">
      <p:cViewPr varScale="1">
        <p:scale>
          <a:sx n="111" d="100"/>
          <a:sy n="111" d="100"/>
        </p:scale>
        <p:origin x="594" y="96"/>
      </p:cViewPr>
      <p:guideLst/>
    </p:cSldViewPr>
  </p:slideViewPr>
  <p:outlineViewPr>
    <p:cViewPr>
      <p:scale>
        <a:sx n="33" d="100"/>
        <a:sy n="33" d="100"/>
      </p:scale>
      <p:origin x="0" y="-432"/>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6F337644-7498-1B1F-DDB7-4ED8B70899A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a:extLst>
              <a:ext uri="{FF2B5EF4-FFF2-40B4-BE49-F238E27FC236}">
                <a16:creationId xmlns:a16="http://schemas.microsoft.com/office/drawing/2014/main" id="{D41163D1-0168-214D-E573-2DBB62A7665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BACE1A9-863F-4176-8036-D33331CBE0C5}" type="datetimeFigureOut">
              <a:rPr lang="de-CH" smtClean="0"/>
              <a:t>17.05.2026</a:t>
            </a:fld>
            <a:endParaRPr lang="de-CH"/>
          </a:p>
        </p:txBody>
      </p:sp>
      <p:sp>
        <p:nvSpPr>
          <p:cNvPr id="4" name="Fußzeilenplatzhalter 3">
            <a:extLst>
              <a:ext uri="{FF2B5EF4-FFF2-40B4-BE49-F238E27FC236}">
                <a16:creationId xmlns:a16="http://schemas.microsoft.com/office/drawing/2014/main" id="{0485D844-3AD5-9FC7-4374-8705B64699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5" name="Foliennummernplatzhalter 4">
            <a:extLst>
              <a:ext uri="{FF2B5EF4-FFF2-40B4-BE49-F238E27FC236}">
                <a16:creationId xmlns:a16="http://schemas.microsoft.com/office/drawing/2014/main" id="{31C692BA-C3D9-7585-47B8-321FBCDA6AD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E773E16-B67D-409E-9B51-D9C14D1E8E2C}" type="slidenum">
              <a:rPr lang="de-CH" smtClean="0"/>
              <a:t>‹#›</a:t>
            </a:fld>
            <a:endParaRPr lang="de-CH"/>
          </a:p>
        </p:txBody>
      </p:sp>
    </p:spTree>
    <p:extLst>
      <p:ext uri="{BB962C8B-B14F-4D97-AF65-F5344CB8AC3E}">
        <p14:creationId xmlns:p14="http://schemas.microsoft.com/office/powerpoint/2010/main" val="249618332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16FF5E-DE86-4E9D-BB39-9D998AE27176}" type="datetimeFigureOut">
              <a:rPr lang="de-CH" smtClean="0"/>
              <a:t>17.05.2026</a:t>
            </a:fld>
            <a:endParaRPr lang="de-CH"/>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586080-E94C-4957-AC22-9E9EB650E99A}" type="slidenum">
              <a:rPr lang="de-CH" smtClean="0"/>
              <a:t>‹#›</a:t>
            </a:fld>
            <a:endParaRPr lang="de-CH"/>
          </a:p>
        </p:txBody>
      </p:sp>
    </p:spTree>
    <p:extLst>
      <p:ext uri="{BB962C8B-B14F-4D97-AF65-F5344CB8AC3E}">
        <p14:creationId xmlns:p14="http://schemas.microsoft.com/office/powerpoint/2010/main" val="2029855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13F4C-E163-7C9C-EF61-96260406678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874A8AF-6C3A-0890-F5CF-7E77891F578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4044CCD-407C-83A8-84AC-4113F594B5E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
        <p:nvSpPr>
          <p:cNvPr id="4" name="Foliennummernplatzhalter 3">
            <a:extLst>
              <a:ext uri="{FF2B5EF4-FFF2-40B4-BE49-F238E27FC236}">
                <a16:creationId xmlns:a16="http://schemas.microsoft.com/office/drawing/2014/main" id="{DF371F70-3585-7EFC-0115-A73AFC9B5E7B}"/>
              </a:ext>
            </a:extLst>
          </p:cNvPr>
          <p:cNvSpPr>
            <a:spLocks noGrp="1"/>
          </p:cNvSpPr>
          <p:nvPr>
            <p:ph type="sldNum" sz="quarter" idx="5"/>
          </p:nvPr>
        </p:nvSpPr>
        <p:spPr/>
        <p:txBody>
          <a:bodyPr/>
          <a:lstStyle/>
          <a:p>
            <a:fld id="{EB586080-E94C-4957-AC22-9E9EB650E99A}" type="slidenum">
              <a:rPr lang="de-CH" smtClean="0"/>
              <a:t>1</a:t>
            </a:fld>
            <a:endParaRPr lang="de-CH"/>
          </a:p>
        </p:txBody>
      </p:sp>
    </p:spTree>
    <p:extLst>
      <p:ext uri="{BB962C8B-B14F-4D97-AF65-F5344CB8AC3E}">
        <p14:creationId xmlns:p14="http://schemas.microsoft.com/office/powerpoint/2010/main" val="3887282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36A61-7983-57F3-3600-F3DD66FEE98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A0A5477-74D4-05F7-5D32-DC81C1EB856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78A9975-32A2-80ED-076F-9BC1676E5B70}"/>
              </a:ext>
            </a:extLst>
          </p:cNvPr>
          <p:cNvSpPr>
            <a:spLocks noGrp="1"/>
          </p:cNvSpPr>
          <p:nvPr>
            <p:ph type="body" idx="1"/>
          </p:nvPr>
        </p:nvSpPr>
        <p:spPr/>
        <p:txBody>
          <a:bodyPr/>
          <a:lstStyle/>
          <a:p>
            <a:endParaRPr lang="de-CH"/>
          </a:p>
        </p:txBody>
      </p:sp>
      <p:sp>
        <p:nvSpPr>
          <p:cNvPr id="4" name="Foliennummernplatzhalter 3">
            <a:extLst>
              <a:ext uri="{FF2B5EF4-FFF2-40B4-BE49-F238E27FC236}">
                <a16:creationId xmlns:a16="http://schemas.microsoft.com/office/drawing/2014/main" id="{AE77CA57-100B-B6F0-5395-CB46D442ED30}"/>
              </a:ext>
            </a:extLst>
          </p:cNvPr>
          <p:cNvSpPr>
            <a:spLocks noGrp="1"/>
          </p:cNvSpPr>
          <p:nvPr>
            <p:ph type="sldNum" sz="quarter" idx="5"/>
          </p:nvPr>
        </p:nvSpPr>
        <p:spPr/>
        <p:txBody>
          <a:bodyPr/>
          <a:lstStyle/>
          <a:p>
            <a:fld id="{EB586080-E94C-4957-AC22-9E9EB650E99A}" type="slidenum">
              <a:rPr lang="de-CH" smtClean="0"/>
              <a:t>7</a:t>
            </a:fld>
            <a:endParaRPr lang="de-CH"/>
          </a:p>
        </p:txBody>
      </p:sp>
    </p:spTree>
    <p:extLst>
      <p:ext uri="{BB962C8B-B14F-4D97-AF65-F5344CB8AC3E}">
        <p14:creationId xmlns:p14="http://schemas.microsoft.com/office/powerpoint/2010/main" val="1614030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CH" dirty="0"/>
          </a:p>
        </p:txBody>
      </p:sp>
      <p:sp>
        <p:nvSpPr>
          <p:cNvPr id="4" name="Foliennummernplatzhalter 3"/>
          <p:cNvSpPr>
            <a:spLocks noGrp="1"/>
          </p:cNvSpPr>
          <p:nvPr>
            <p:ph type="sldNum" sz="quarter" idx="5"/>
          </p:nvPr>
        </p:nvSpPr>
        <p:spPr/>
        <p:txBody>
          <a:bodyPr/>
          <a:lstStyle/>
          <a:p>
            <a:fld id="{EB586080-E94C-4957-AC22-9E9EB650E99A}" type="slidenum">
              <a:rPr lang="de-CH" smtClean="0"/>
              <a:t>9</a:t>
            </a:fld>
            <a:endParaRPr lang="de-CH"/>
          </a:p>
        </p:txBody>
      </p:sp>
    </p:spTree>
    <p:extLst>
      <p:ext uri="{BB962C8B-B14F-4D97-AF65-F5344CB8AC3E}">
        <p14:creationId xmlns:p14="http://schemas.microsoft.com/office/powerpoint/2010/main" val="2442018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CH"/>
          </a:p>
        </p:txBody>
      </p:sp>
      <p:sp>
        <p:nvSpPr>
          <p:cNvPr id="4" name="Foliennummernplatzhalter 3"/>
          <p:cNvSpPr>
            <a:spLocks noGrp="1"/>
          </p:cNvSpPr>
          <p:nvPr>
            <p:ph type="sldNum" sz="quarter" idx="5"/>
          </p:nvPr>
        </p:nvSpPr>
        <p:spPr/>
        <p:txBody>
          <a:bodyPr/>
          <a:lstStyle/>
          <a:p>
            <a:fld id="{EB586080-E94C-4957-AC22-9E9EB650E99A}" type="slidenum">
              <a:rPr lang="de-CH" smtClean="0"/>
              <a:t>24</a:t>
            </a:fld>
            <a:endParaRPr lang="de-CH"/>
          </a:p>
        </p:txBody>
      </p:sp>
    </p:spTree>
    <p:extLst>
      <p:ext uri="{BB962C8B-B14F-4D97-AF65-F5344CB8AC3E}">
        <p14:creationId xmlns:p14="http://schemas.microsoft.com/office/powerpoint/2010/main" val="31425303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CH"/>
          </a:p>
        </p:txBody>
      </p:sp>
      <p:sp>
        <p:nvSpPr>
          <p:cNvPr id="4" name="Foliennummernplatzhalter 3"/>
          <p:cNvSpPr>
            <a:spLocks noGrp="1"/>
          </p:cNvSpPr>
          <p:nvPr>
            <p:ph type="sldNum" sz="quarter" idx="5"/>
          </p:nvPr>
        </p:nvSpPr>
        <p:spPr/>
        <p:txBody>
          <a:bodyPr/>
          <a:lstStyle/>
          <a:p>
            <a:fld id="{EB586080-E94C-4957-AC22-9E9EB650E99A}" type="slidenum">
              <a:rPr lang="de-CH" smtClean="0"/>
              <a:t>25</a:t>
            </a:fld>
            <a:endParaRPr lang="de-CH"/>
          </a:p>
        </p:txBody>
      </p:sp>
    </p:spTree>
    <p:extLst>
      <p:ext uri="{BB962C8B-B14F-4D97-AF65-F5344CB8AC3E}">
        <p14:creationId xmlns:p14="http://schemas.microsoft.com/office/powerpoint/2010/main" val="1146704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Textur-Bild horizontal">
    <p:bg>
      <p:bgPr>
        <a:solidFill>
          <a:srgbClr val="05366C"/>
        </a:solidFill>
        <a:effectLst/>
      </p:bgPr>
    </p:bg>
    <p:spTree>
      <p:nvGrpSpPr>
        <p:cNvPr id="1" name=""/>
        <p:cNvGrpSpPr/>
        <p:nvPr/>
      </p:nvGrpSpPr>
      <p:grpSpPr>
        <a:xfrm>
          <a:off x="0" y="0"/>
          <a:ext cx="0" cy="0"/>
          <a:chOff x="0" y="0"/>
          <a:chExt cx="0" cy="0"/>
        </a:xfrm>
      </p:grpSpPr>
      <p:sp>
        <p:nvSpPr>
          <p:cNvPr id="8" name="Bildplatzhalter">
            <a:extLst>
              <a:ext uri="{FF2B5EF4-FFF2-40B4-BE49-F238E27FC236}">
                <a16:creationId xmlns:a16="http://schemas.microsoft.com/office/drawing/2014/main" id="{1C065DC2-D27A-3FBA-4467-F2E974DE4F52}"/>
              </a:ext>
            </a:extLst>
          </p:cNvPr>
          <p:cNvSpPr>
            <a:spLocks noGrp="1"/>
          </p:cNvSpPr>
          <p:nvPr>
            <p:ph type="pic" sz="quarter" idx="14"/>
          </p:nvPr>
        </p:nvSpPr>
        <p:spPr bwMode="auto">
          <a:xfrm>
            <a:off x="0" y="-1"/>
            <a:ext cx="12192000" cy="3429001"/>
          </a:xfrm>
          <a:noFill/>
        </p:spPr>
        <p:txBody>
          <a:bodyPr/>
          <a:lstStyle>
            <a:lvl1pPr marL="0" indent="0">
              <a:buNone/>
              <a:defRPr>
                <a:solidFill>
                  <a:schemeClr val="bg1"/>
                </a:solidFill>
              </a:defRPr>
            </a:lvl1pPr>
          </a:lstStyle>
          <a:p>
            <a:r>
              <a:rPr lang="en-US"/>
              <a:t>Click icon to add picture</a:t>
            </a:r>
            <a:endParaRPr lang="en-GB" dirty="0"/>
          </a:p>
        </p:txBody>
      </p:sp>
      <p:sp>
        <p:nvSpPr>
          <p:cNvPr id="9" name="Untertitel 2">
            <a:extLst>
              <a:ext uri="{FF2B5EF4-FFF2-40B4-BE49-F238E27FC236}">
                <a16:creationId xmlns:a16="http://schemas.microsoft.com/office/drawing/2014/main" id="{1C85966B-8D01-3888-9F9B-AE8142684A78}"/>
              </a:ext>
            </a:extLst>
          </p:cNvPr>
          <p:cNvSpPr>
            <a:spLocks noGrp="1"/>
          </p:cNvSpPr>
          <p:nvPr>
            <p:ph type="subTitle" idx="1"/>
          </p:nvPr>
        </p:nvSpPr>
        <p:spPr bwMode="auto">
          <a:xfrm>
            <a:off x="2062800" y="5868000"/>
            <a:ext cx="4500000" cy="274883"/>
          </a:xfrm>
        </p:spPr>
        <p:txBody>
          <a:bodyPr anchor="t" anchorCtr="0">
            <a:spAutoFit/>
          </a:bodyPr>
          <a:lstStyle>
            <a:lvl1pPr marL="0" indent="0" algn="l">
              <a:spcAft>
                <a:spcPts val="0"/>
              </a:spcAft>
              <a:buNone/>
              <a:defRPr sz="1800" b="0" u="none">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Departementsname">
            <a:extLst>
              <a:ext uri="{FF2B5EF4-FFF2-40B4-BE49-F238E27FC236}">
                <a16:creationId xmlns:a16="http://schemas.microsoft.com/office/drawing/2014/main" id="{97F8842E-55D5-8E6E-EF2A-94C7EBB9EB42}"/>
              </a:ext>
            </a:extLst>
          </p:cNvPr>
          <p:cNvSpPr>
            <a:spLocks noGrp="1"/>
          </p:cNvSpPr>
          <p:nvPr>
            <p:ph type="body" sz="quarter" idx="16" hasCustomPrompt="1"/>
          </p:nvPr>
        </p:nvSpPr>
        <p:spPr bwMode="gray">
          <a:xfrm>
            <a:off x="6240464" y="512613"/>
            <a:ext cx="5543550" cy="324000"/>
          </a:xfrm>
        </p:spPr>
        <p:txBody>
          <a:bodyPr wrap="square" anchor="t" anchorCtr="0">
            <a:noAutofit/>
          </a:bodyPr>
          <a:lstStyle>
            <a:lvl1pPr marL="0" indent="0" algn="r">
              <a:buNone/>
              <a:defRPr sz="1500" b="1">
                <a:solidFill>
                  <a:srgbClr val="FFFFFF"/>
                </a:solidFill>
              </a:defRPr>
            </a:lvl1pPr>
            <a:lvl2pPr marL="180000" indent="0">
              <a:buNone/>
              <a:defRPr sz="1800">
                <a:solidFill>
                  <a:srgbClr val="9ADCF6"/>
                </a:solidFill>
              </a:defRPr>
            </a:lvl2pPr>
            <a:lvl3pPr marL="360000" indent="0">
              <a:buNone/>
              <a:defRPr sz="1800">
                <a:solidFill>
                  <a:srgbClr val="9ADCF6"/>
                </a:solidFill>
              </a:defRPr>
            </a:lvl3pPr>
            <a:lvl4pPr marL="540000" indent="0">
              <a:buNone/>
              <a:defRPr sz="1800">
                <a:solidFill>
                  <a:srgbClr val="9ADCF6"/>
                </a:solidFill>
              </a:defRPr>
            </a:lvl4pPr>
            <a:lvl5pPr marL="720000" indent="0">
              <a:buNone/>
              <a:defRPr sz="1800">
                <a:solidFill>
                  <a:srgbClr val="9ADCF6"/>
                </a:solidFill>
              </a:defRPr>
            </a:lvl5pPr>
          </a:lstStyle>
          <a:p>
            <a:pPr lvl="0"/>
            <a:r>
              <a:rPr lang="en-GB" dirty="0" err="1"/>
              <a:t>Departementsname</a:t>
            </a:r>
            <a:r>
              <a:rPr lang="en-GB" dirty="0"/>
              <a:t> </a:t>
            </a:r>
            <a:r>
              <a:rPr lang="en-GB" dirty="0" err="1"/>
              <a:t>hinzufügen</a:t>
            </a:r>
            <a:endParaRPr lang="en-GB" dirty="0"/>
          </a:p>
        </p:txBody>
      </p:sp>
      <p:sp>
        <p:nvSpPr>
          <p:cNvPr id="69" name="Titel 1">
            <a:extLst>
              <a:ext uri="{FF2B5EF4-FFF2-40B4-BE49-F238E27FC236}">
                <a16:creationId xmlns:a16="http://schemas.microsoft.com/office/drawing/2014/main" id="{B467EF93-8F84-678C-8DD0-5FE362C02605}"/>
              </a:ext>
            </a:extLst>
          </p:cNvPr>
          <p:cNvSpPr>
            <a:spLocks noGrp="1"/>
          </p:cNvSpPr>
          <p:nvPr>
            <p:ph type="ctrTitle"/>
          </p:nvPr>
        </p:nvSpPr>
        <p:spPr bwMode="auto">
          <a:xfrm>
            <a:off x="2062800" y="2924822"/>
            <a:ext cx="8407953" cy="1008357"/>
          </a:xfrm>
          <a:prstGeom prst="roundRect">
            <a:avLst>
              <a:gd name="adj" fmla="val 2849"/>
            </a:avLst>
          </a:prstGeom>
          <a:solidFill>
            <a:srgbClr val="9ADCF6"/>
          </a:solidFill>
        </p:spPr>
        <p:txBody>
          <a:bodyPr wrap="none" lIns="216000" tIns="144000" rIns="216000" bIns="144000" anchor="ctr" anchorCtr="0">
            <a:spAutoFit/>
          </a:bodyPr>
          <a:lstStyle>
            <a:lvl1pPr algn="l">
              <a:lnSpc>
                <a:spcPct val="92000"/>
              </a:lnSpc>
              <a:defRPr sz="5000">
                <a:solidFill>
                  <a:srgbClr val="05366C"/>
                </a:solidFill>
              </a:defRPr>
            </a:lvl1pPr>
          </a:lstStyle>
          <a:p>
            <a:r>
              <a:rPr lang="en-US"/>
              <a:t>Click to edit Master title style</a:t>
            </a:r>
            <a:endParaRPr lang="en-GB" dirty="0"/>
          </a:p>
        </p:txBody>
      </p:sp>
      <p:sp>
        <p:nvSpPr>
          <p:cNvPr id="2" name="Textplatzhalter 99">
            <a:extLst>
              <a:ext uri="{FF2B5EF4-FFF2-40B4-BE49-F238E27FC236}">
                <a16:creationId xmlns:a16="http://schemas.microsoft.com/office/drawing/2014/main" id="{E9197F35-EDC9-DB48-8298-86C1F07374C6}"/>
              </a:ext>
            </a:extLst>
          </p:cNvPr>
          <p:cNvSpPr>
            <a:spLocks noGrp="1" noChangeAspect="1"/>
          </p:cNvSpPr>
          <p:nvPr>
            <p:ph type="body" sz="quarter" idx="18"/>
          </p:nvPr>
        </p:nvSpPr>
        <p:spPr bwMode="gray">
          <a:xfrm>
            <a:off x="378000" y="360000"/>
            <a:ext cx="981075" cy="1023937"/>
          </a:xfrm>
          <a:custGeom>
            <a:avLst/>
            <a:gdLst>
              <a:gd name="connsiteX0" fmla="*/ 271463 w 981075"/>
              <a:gd name="connsiteY0" fmla="*/ 823912 h 1023937"/>
              <a:gd name="connsiteX1" fmla="*/ 224424 w 981075"/>
              <a:gd name="connsiteY1" fmla="*/ 841427 h 1023937"/>
              <a:gd name="connsiteX2" fmla="*/ 184677 w 981075"/>
              <a:gd name="connsiteY2" fmla="*/ 847265 h 1023937"/>
              <a:gd name="connsiteX3" fmla="*/ 114300 w 981075"/>
              <a:gd name="connsiteY3" fmla="*/ 901268 h 1023937"/>
              <a:gd name="connsiteX4" fmla="*/ 174832 w 981075"/>
              <a:gd name="connsiteY4" fmla="*/ 946149 h 1023937"/>
              <a:gd name="connsiteX5" fmla="*/ 271463 w 981075"/>
              <a:gd name="connsiteY5" fmla="*/ 866969 h 1023937"/>
              <a:gd name="connsiteX6" fmla="*/ 203145 w 981075"/>
              <a:gd name="connsiteY6" fmla="*/ 603250 h 1023937"/>
              <a:gd name="connsiteX7" fmla="*/ 385650 w 981075"/>
              <a:gd name="connsiteY7" fmla="*/ 720912 h 1023937"/>
              <a:gd name="connsiteX8" fmla="*/ 385650 w 981075"/>
              <a:gd name="connsiteY8" fmla="*/ 903017 h 1023937"/>
              <a:gd name="connsiteX9" fmla="*/ 392892 w 981075"/>
              <a:gd name="connsiteY9" fmla="*/ 955512 h 1023937"/>
              <a:gd name="connsiteX10" fmla="*/ 396875 w 981075"/>
              <a:gd name="connsiteY10" fmla="*/ 976148 h 1023937"/>
              <a:gd name="connsiteX11" fmla="*/ 341472 w 981075"/>
              <a:gd name="connsiteY11" fmla="*/ 1023937 h 1023937"/>
              <a:gd name="connsiteX12" fmla="*/ 273033 w 981075"/>
              <a:gd name="connsiteY12" fmla="*/ 967821 h 1023937"/>
              <a:gd name="connsiteX13" fmla="*/ 128912 w 981075"/>
              <a:gd name="connsiteY13" fmla="*/ 1023937 h 1023937"/>
              <a:gd name="connsiteX14" fmla="*/ 0 w 981075"/>
              <a:gd name="connsiteY14" fmla="*/ 906999 h 1023937"/>
              <a:gd name="connsiteX15" fmla="*/ 157157 w 981075"/>
              <a:gd name="connsiteY15" fmla="*/ 775580 h 1023937"/>
              <a:gd name="connsiteX16" fmla="*/ 223423 w 981075"/>
              <a:gd name="connsiteY16" fmla="*/ 768339 h 1023937"/>
              <a:gd name="connsiteX17" fmla="*/ 264704 w 981075"/>
              <a:gd name="connsiteY17" fmla="*/ 734307 h 1023937"/>
              <a:gd name="connsiteX18" fmla="*/ 202421 w 981075"/>
              <a:gd name="connsiteY18" fmla="*/ 695932 h 1023937"/>
              <a:gd name="connsiteX19" fmla="*/ 123118 w 981075"/>
              <a:gd name="connsiteY19" fmla="*/ 730687 h 1023937"/>
              <a:gd name="connsiteX20" fmla="*/ 107185 w 981075"/>
              <a:gd name="connsiteY20" fmla="*/ 744807 h 1023937"/>
              <a:gd name="connsiteX21" fmla="*/ 75319 w 981075"/>
              <a:gd name="connsiteY21" fmla="*/ 756030 h 1023937"/>
              <a:gd name="connsiteX22" fmla="*/ 24986 w 981075"/>
              <a:gd name="connsiteY22" fmla="*/ 705707 h 1023937"/>
              <a:gd name="connsiteX23" fmla="*/ 203145 w 981075"/>
              <a:gd name="connsiteY23" fmla="*/ 603250 h 1023937"/>
              <a:gd name="connsiteX24" fmla="*/ 466262 w 981075"/>
              <a:gd name="connsiteY24" fmla="*/ 601662 h 1023937"/>
              <a:gd name="connsiteX25" fmla="*/ 521045 w 981075"/>
              <a:gd name="connsiteY25" fmla="*/ 637847 h 1023937"/>
              <a:gd name="connsiteX26" fmla="*/ 525036 w 981075"/>
              <a:gd name="connsiteY26" fmla="*/ 651235 h 1023937"/>
              <a:gd name="connsiteX27" fmla="*/ 527213 w 981075"/>
              <a:gd name="connsiteY27" fmla="*/ 659919 h 1023937"/>
              <a:gd name="connsiteX28" fmla="*/ 578005 w 981075"/>
              <a:gd name="connsiteY28" fmla="*/ 870876 h 1023937"/>
              <a:gd name="connsiteX29" fmla="*/ 618275 w 981075"/>
              <a:gd name="connsiteY29" fmla="*/ 681630 h 1023937"/>
              <a:gd name="connsiteX30" fmla="*/ 622629 w 981075"/>
              <a:gd name="connsiteY30" fmla="*/ 662452 h 1023937"/>
              <a:gd name="connsiteX31" fmla="*/ 628434 w 981075"/>
              <a:gd name="connsiteY31" fmla="*/ 643998 h 1023937"/>
              <a:gd name="connsiteX32" fmla="*/ 694826 w 981075"/>
              <a:gd name="connsiteY32" fmla="*/ 601662 h 1023937"/>
              <a:gd name="connsiteX33" fmla="*/ 762670 w 981075"/>
              <a:gd name="connsiteY33" fmla="*/ 646893 h 1023937"/>
              <a:gd name="connsiteX34" fmla="*/ 765209 w 981075"/>
              <a:gd name="connsiteY34" fmla="*/ 654492 h 1023937"/>
              <a:gd name="connsiteX35" fmla="*/ 772465 w 981075"/>
              <a:gd name="connsiteY35" fmla="*/ 681630 h 1023937"/>
              <a:gd name="connsiteX36" fmla="*/ 813099 w 981075"/>
              <a:gd name="connsiteY36" fmla="*/ 870152 h 1023937"/>
              <a:gd name="connsiteX37" fmla="*/ 860626 w 981075"/>
              <a:gd name="connsiteY37" fmla="*/ 659919 h 1023937"/>
              <a:gd name="connsiteX38" fmla="*/ 863165 w 981075"/>
              <a:gd name="connsiteY38" fmla="*/ 649064 h 1023937"/>
              <a:gd name="connsiteX39" fmla="*/ 864979 w 981075"/>
              <a:gd name="connsiteY39" fmla="*/ 641827 h 1023937"/>
              <a:gd name="connsiteX40" fmla="*/ 921213 w 981075"/>
              <a:gd name="connsiteY40" fmla="*/ 601662 h 1023937"/>
              <a:gd name="connsiteX41" fmla="*/ 966563 w 981075"/>
              <a:gd name="connsiteY41" fmla="*/ 622287 h 1023937"/>
              <a:gd name="connsiteX42" fmla="*/ 981075 w 981075"/>
              <a:gd name="connsiteY42" fmla="*/ 656663 h 1023937"/>
              <a:gd name="connsiteX43" fmla="*/ 981075 w 981075"/>
              <a:gd name="connsiteY43" fmla="*/ 659196 h 1023937"/>
              <a:gd name="connsiteX44" fmla="*/ 980712 w 981075"/>
              <a:gd name="connsiteY44" fmla="*/ 670051 h 1023937"/>
              <a:gd name="connsiteX45" fmla="*/ 973456 w 981075"/>
              <a:gd name="connsiteY45" fmla="*/ 701532 h 1023937"/>
              <a:gd name="connsiteX46" fmla="*/ 893640 w 981075"/>
              <a:gd name="connsiteY46" fmla="*/ 960252 h 1023937"/>
              <a:gd name="connsiteX47" fmla="*/ 892189 w 981075"/>
              <a:gd name="connsiteY47" fmla="*/ 964594 h 1023937"/>
              <a:gd name="connsiteX48" fmla="*/ 887473 w 981075"/>
              <a:gd name="connsiteY48" fmla="*/ 979068 h 1023937"/>
              <a:gd name="connsiteX49" fmla="*/ 817452 w 981075"/>
              <a:gd name="connsiteY49" fmla="*/ 1023937 h 1023937"/>
              <a:gd name="connsiteX50" fmla="*/ 816727 w 981075"/>
              <a:gd name="connsiteY50" fmla="*/ 1023937 h 1023937"/>
              <a:gd name="connsiteX51" fmla="*/ 744893 w 981075"/>
              <a:gd name="connsiteY51" fmla="*/ 974364 h 1023937"/>
              <a:gd name="connsiteX52" fmla="*/ 741265 w 981075"/>
              <a:gd name="connsiteY52" fmla="*/ 962061 h 1023937"/>
              <a:gd name="connsiteX53" fmla="*/ 693738 w 981075"/>
              <a:gd name="connsiteY53" fmla="*/ 773177 h 1023937"/>
              <a:gd name="connsiteX54" fmla="*/ 646937 w 981075"/>
              <a:gd name="connsiteY54" fmla="*/ 959890 h 1023937"/>
              <a:gd name="connsiteX55" fmla="*/ 646211 w 981075"/>
              <a:gd name="connsiteY55" fmla="*/ 962061 h 1023937"/>
              <a:gd name="connsiteX56" fmla="*/ 642583 w 981075"/>
              <a:gd name="connsiteY56" fmla="*/ 975088 h 1023937"/>
              <a:gd name="connsiteX57" fmla="*/ 570749 w 981075"/>
              <a:gd name="connsiteY57" fmla="*/ 1023937 h 1023937"/>
              <a:gd name="connsiteX58" fmla="*/ 570386 w 981075"/>
              <a:gd name="connsiteY58" fmla="*/ 1023937 h 1023937"/>
              <a:gd name="connsiteX59" fmla="*/ 499640 w 981075"/>
              <a:gd name="connsiteY59" fmla="*/ 977621 h 1023937"/>
              <a:gd name="connsiteX60" fmla="*/ 495649 w 981075"/>
              <a:gd name="connsiteY60" fmla="*/ 965680 h 1023937"/>
              <a:gd name="connsiteX61" fmla="*/ 494198 w 981075"/>
              <a:gd name="connsiteY61" fmla="*/ 960252 h 1023937"/>
              <a:gd name="connsiteX62" fmla="*/ 414382 w 981075"/>
              <a:gd name="connsiteY62" fmla="*/ 701532 h 1023937"/>
              <a:gd name="connsiteX63" fmla="*/ 407126 w 981075"/>
              <a:gd name="connsiteY63" fmla="*/ 670051 h 1023937"/>
              <a:gd name="connsiteX64" fmla="*/ 406400 w 981075"/>
              <a:gd name="connsiteY64" fmla="*/ 659196 h 1023937"/>
              <a:gd name="connsiteX65" fmla="*/ 406763 w 981075"/>
              <a:gd name="connsiteY65" fmla="*/ 656663 h 1023937"/>
              <a:gd name="connsiteX66" fmla="*/ 420912 w 981075"/>
              <a:gd name="connsiteY66" fmla="*/ 622287 h 1023937"/>
              <a:gd name="connsiteX67" fmla="*/ 466262 w 981075"/>
              <a:gd name="connsiteY67" fmla="*/ 601662 h 1023937"/>
              <a:gd name="connsiteX68" fmla="*/ 254380 w 981075"/>
              <a:gd name="connsiteY68" fmla="*/ 163512 h 1023937"/>
              <a:gd name="connsiteX69" fmla="*/ 513941 w 981075"/>
              <a:gd name="connsiteY69" fmla="*/ 163512 h 1023937"/>
              <a:gd name="connsiteX70" fmla="*/ 533127 w 981075"/>
              <a:gd name="connsiteY70" fmla="*/ 166411 h 1023937"/>
              <a:gd name="connsiteX71" fmla="*/ 560640 w 981075"/>
              <a:gd name="connsiteY71" fmla="*/ 189600 h 1023937"/>
              <a:gd name="connsiteX72" fmla="*/ 566794 w 981075"/>
              <a:gd name="connsiteY72" fmla="*/ 214239 h 1023937"/>
              <a:gd name="connsiteX73" fmla="*/ 567156 w 981075"/>
              <a:gd name="connsiteY73" fmla="*/ 219674 h 1023937"/>
              <a:gd name="connsiteX74" fmla="*/ 547608 w 981075"/>
              <a:gd name="connsiteY74" fmla="*/ 261704 h 1023937"/>
              <a:gd name="connsiteX75" fmla="*/ 357915 w 981075"/>
              <a:gd name="connsiteY75" fmla="*/ 470046 h 1023937"/>
              <a:gd name="connsiteX76" fmla="*/ 519371 w 981075"/>
              <a:gd name="connsiteY76" fmla="*/ 470046 h 1023937"/>
              <a:gd name="connsiteX77" fmla="*/ 536747 w 981075"/>
              <a:gd name="connsiteY77" fmla="*/ 472220 h 1023937"/>
              <a:gd name="connsiteX78" fmla="*/ 536747 w 981075"/>
              <a:gd name="connsiteY78" fmla="*/ 472582 h 1023937"/>
              <a:gd name="connsiteX79" fmla="*/ 571500 w 981075"/>
              <a:gd name="connsiteY79" fmla="*/ 520772 h 1023937"/>
              <a:gd name="connsiteX80" fmla="*/ 536747 w 981075"/>
              <a:gd name="connsiteY80" fmla="*/ 568963 h 1023937"/>
              <a:gd name="connsiteX81" fmla="*/ 519371 w 981075"/>
              <a:gd name="connsiteY81" fmla="*/ 571499 h 1023937"/>
              <a:gd name="connsiteX82" fmla="*/ 240986 w 981075"/>
              <a:gd name="connsiteY82" fmla="*/ 571499 h 1023937"/>
              <a:gd name="connsiteX83" fmla="*/ 237366 w 981075"/>
              <a:gd name="connsiteY83" fmla="*/ 571499 h 1023937"/>
              <a:gd name="connsiteX84" fmla="*/ 184512 w 981075"/>
              <a:gd name="connsiteY84" fmla="*/ 522946 h 1023937"/>
              <a:gd name="connsiteX85" fmla="*/ 184150 w 981075"/>
              <a:gd name="connsiteY85" fmla="*/ 520772 h 1023937"/>
              <a:gd name="connsiteX86" fmla="*/ 200441 w 981075"/>
              <a:gd name="connsiteY86" fmla="*/ 475481 h 1023937"/>
              <a:gd name="connsiteX87" fmla="*/ 394116 w 981075"/>
              <a:gd name="connsiteY87" fmla="*/ 264965 h 1023937"/>
              <a:gd name="connsiteX88" fmla="*/ 254380 w 981075"/>
              <a:gd name="connsiteY88" fmla="*/ 264965 h 1023937"/>
              <a:gd name="connsiteX89" fmla="*/ 237366 w 981075"/>
              <a:gd name="connsiteY89" fmla="*/ 262429 h 1023937"/>
              <a:gd name="connsiteX90" fmla="*/ 202251 w 981075"/>
              <a:gd name="connsiteY90" fmla="*/ 214239 h 1023937"/>
              <a:gd name="connsiteX91" fmla="*/ 237366 w 981075"/>
              <a:gd name="connsiteY91" fmla="*/ 166048 h 1023937"/>
              <a:gd name="connsiteX92" fmla="*/ 254380 w 981075"/>
              <a:gd name="connsiteY92" fmla="*/ 163512 h 1023937"/>
              <a:gd name="connsiteX93" fmla="*/ 659179 w 981075"/>
              <a:gd name="connsiteY93" fmla="*/ 0 h 1023937"/>
              <a:gd name="connsiteX94" fmla="*/ 721458 w 981075"/>
              <a:gd name="connsiteY94" fmla="*/ 61245 h 1023937"/>
              <a:gd name="connsiteX95" fmla="*/ 721458 w 981075"/>
              <a:gd name="connsiteY95" fmla="*/ 62332 h 1023937"/>
              <a:gd name="connsiteX96" fmla="*/ 721458 w 981075"/>
              <a:gd name="connsiteY96" fmla="*/ 192795 h 1023937"/>
              <a:gd name="connsiteX97" fmla="*/ 836240 w 981075"/>
              <a:gd name="connsiteY97" fmla="*/ 146771 h 1023937"/>
              <a:gd name="connsiteX98" fmla="*/ 981075 w 981075"/>
              <a:gd name="connsiteY98" fmla="*/ 297528 h 1023937"/>
              <a:gd name="connsiteX99" fmla="*/ 981075 w 981075"/>
              <a:gd name="connsiteY99" fmla="*/ 509168 h 1023937"/>
              <a:gd name="connsiteX100" fmla="*/ 918796 w 981075"/>
              <a:gd name="connsiteY100" fmla="*/ 571500 h 1023937"/>
              <a:gd name="connsiteX101" fmla="*/ 856517 w 981075"/>
              <a:gd name="connsiteY101" fmla="*/ 510255 h 1023937"/>
              <a:gd name="connsiteX102" fmla="*/ 856517 w 981075"/>
              <a:gd name="connsiteY102" fmla="*/ 509168 h 1023937"/>
              <a:gd name="connsiteX103" fmla="*/ 856517 w 981075"/>
              <a:gd name="connsiteY103" fmla="*/ 319272 h 1023937"/>
              <a:gd name="connsiteX104" fmla="*/ 796048 w 981075"/>
              <a:gd name="connsiteY104" fmla="*/ 251866 h 1023937"/>
              <a:gd name="connsiteX105" fmla="*/ 721458 w 981075"/>
              <a:gd name="connsiteY105" fmla="*/ 329781 h 1023937"/>
              <a:gd name="connsiteX106" fmla="*/ 721458 w 981075"/>
              <a:gd name="connsiteY106" fmla="*/ 509168 h 1023937"/>
              <a:gd name="connsiteX107" fmla="*/ 721458 w 981075"/>
              <a:gd name="connsiteY107" fmla="*/ 509892 h 1023937"/>
              <a:gd name="connsiteX108" fmla="*/ 659179 w 981075"/>
              <a:gd name="connsiteY108" fmla="*/ 571500 h 1023937"/>
              <a:gd name="connsiteX109" fmla="*/ 596900 w 981075"/>
              <a:gd name="connsiteY109" fmla="*/ 509168 h 1023937"/>
              <a:gd name="connsiteX110" fmla="*/ 596900 w 981075"/>
              <a:gd name="connsiteY110" fmla="*/ 62332 h 1023937"/>
              <a:gd name="connsiteX111" fmla="*/ 659179 w 981075"/>
              <a:gd name="connsiteY111" fmla="*/ 0 h 1023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981075" h="1023937">
                <a:moveTo>
                  <a:pt x="271463" y="823912"/>
                </a:moveTo>
                <a:cubicBezTo>
                  <a:pt x="259430" y="835224"/>
                  <a:pt x="237186" y="839237"/>
                  <a:pt x="224424" y="841427"/>
                </a:cubicBezTo>
                <a:lnTo>
                  <a:pt x="184677" y="847265"/>
                </a:lnTo>
                <a:cubicBezTo>
                  <a:pt x="139096" y="854198"/>
                  <a:pt x="114300" y="868428"/>
                  <a:pt x="114300" y="901268"/>
                </a:cubicBezTo>
                <a:cubicBezTo>
                  <a:pt x="114300" y="926080"/>
                  <a:pt x="137638" y="946149"/>
                  <a:pt x="174832" y="946149"/>
                </a:cubicBezTo>
                <a:cubicBezTo>
                  <a:pt x="234998" y="946149"/>
                  <a:pt x="271463" y="907471"/>
                  <a:pt x="271463" y="866969"/>
                </a:cubicBezTo>
                <a:close/>
                <a:moveTo>
                  <a:pt x="203145" y="603250"/>
                </a:moveTo>
                <a:cubicBezTo>
                  <a:pt x="320832" y="603250"/>
                  <a:pt x="385650" y="644884"/>
                  <a:pt x="385650" y="720912"/>
                </a:cubicBezTo>
                <a:lnTo>
                  <a:pt x="385650" y="903017"/>
                </a:lnTo>
                <a:cubicBezTo>
                  <a:pt x="385650" y="930169"/>
                  <a:pt x="389995" y="944289"/>
                  <a:pt x="392892" y="955512"/>
                </a:cubicBezTo>
                <a:cubicBezTo>
                  <a:pt x="395065" y="962391"/>
                  <a:pt x="396875" y="968545"/>
                  <a:pt x="396875" y="976148"/>
                </a:cubicBezTo>
                <a:cubicBezTo>
                  <a:pt x="396875" y="1002939"/>
                  <a:pt x="372614" y="1023937"/>
                  <a:pt x="341472" y="1023937"/>
                </a:cubicBezTo>
                <a:cubicBezTo>
                  <a:pt x="302726" y="1023937"/>
                  <a:pt x="279189" y="1004025"/>
                  <a:pt x="273033" y="967821"/>
                </a:cubicBezTo>
                <a:cubicBezTo>
                  <a:pt x="234649" y="1005835"/>
                  <a:pt x="188298" y="1023937"/>
                  <a:pt x="128912" y="1023937"/>
                </a:cubicBezTo>
                <a:cubicBezTo>
                  <a:pt x="65542" y="1023937"/>
                  <a:pt x="0" y="980131"/>
                  <a:pt x="0" y="906999"/>
                </a:cubicBezTo>
                <a:cubicBezTo>
                  <a:pt x="0" y="807439"/>
                  <a:pt x="79303" y="784631"/>
                  <a:pt x="157157" y="775580"/>
                </a:cubicBezTo>
                <a:lnTo>
                  <a:pt x="223423" y="768339"/>
                </a:lnTo>
                <a:cubicBezTo>
                  <a:pt x="250944" y="765081"/>
                  <a:pt x="264704" y="758926"/>
                  <a:pt x="264704" y="734307"/>
                </a:cubicBezTo>
                <a:cubicBezTo>
                  <a:pt x="264704" y="706069"/>
                  <a:pt x="232476" y="695932"/>
                  <a:pt x="202421" y="695932"/>
                </a:cubicBezTo>
                <a:cubicBezTo>
                  <a:pt x="158605" y="695932"/>
                  <a:pt x="139775" y="714395"/>
                  <a:pt x="123118" y="730687"/>
                </a:cubicBezTo>
                <a:cubicBezTo>
                  <a:pt x="117687" y="735756"/>
                  <a:pt x="112617" y="740462"/>
                  <a:pt x="107185" y="744807"/>
                </a:cubicBezTo>
                <a:cubicBezTo>
                  <a:pt x="98495" y="751685"/>
                  <a:pt x="87269" y="756030"/>
                  <a:pt x="75319" y="756030"/>
                </a:cubicBezTo>
                <a:cubicBezTo>
                  <a:pt x="47437" y="756030"/>
                  <a:pt x="24986" y="733583"/>
                  <a:pt x="24986" y="705707"/>
                </a:cubicBezTo>
                <a:cubicBezTo>
                  <a:pt x="24986" y="655383"/>
                  <a:pt x="92701" y="603250"/>
                  <a:pt x="203145" y="603250"/>
                </a:cubicBezTo>
                <a:close/>
                <a:moveTo>
                  <a:pt x="466262" y="601662"/>
                </a:moveTo>
                <a:cubicBezTo>
                  <a:pt x="490207" y="601662"/>
                  <a:pt x="511612" y="616136"/>
                  <a:pt x="521045" y="637847"/>
                </a:cubicBezTo>
                <a:cubicBezTo>
                  <a:pt x="522496" y="641827"/>
                  <a:pt x="523585" y="645807"/>
                  <a:pt x="525036" y="651235"/>
                </a:cubicBezTo>
                <a:lnTo>
                  <a:pt x="527213" y="659919"/>
                </a:lnTo>
                <a:cubicBezTo>
                  <a:pt x="527213" y="659919"/>
                  <a:pt x="576191" y="863277"/>
                  <a:pt x="578005" y="870876"/>
                </a:cubicBezTo>
                <a:cubicBezTo>
                  <a:pt x="583809" y="844099"/>
                  <a:pt x="618275" y="681630"/>
                  <a:pt x="618275" y="681630"/>
                </a:cubicBezTo>
                <a:cubicBezTo>
                  <a:pt x="619727" y="675841"/>
                  <a:pt x="621178" y="668966"/>
                  <a:pt x="622629" y="662452"/>
                </a:cubicBezTo>
                <a:cubicBezTo>
                  <a:pt x="624443" y="655577"/>
                  <a:pt x="626257" y="649426"/>
                  <a:pt x="628434" y="643998"/>
                </a:cubicBezTo>
                <a:cubicBezTo>
                  <a:pt x="640406" y="618307"/>
                  <a:pt x="666528" y="601662"/>
                  <a:pt x="694826" y="601662"/>
                </a:cubicBezTo>
                <a:cubicBezTo>
                  <a:pt x="724576" y="601662"/>
                  <a:pt x="751060" y="619393"/>
                  <a:pt x="762670" y="646893"/>
                </a:cubicBezTo>
                <a:lnTo>
                  <a:pt x="765209" y="654492"/>
                </a:lnTo>
                <a:cubicBezTo>
                  <a:pt x="768112" y="663900"/>
                  <a:pt x="770651" y="674031"/>
                  <a:pt x="772465" y="681630"/>
                </a:cubicBezTo>
                <a:cubicBezTo>
                  <a:pt x="772465" y="681630"/>
                  <a:pt x="811648" y="862553"/>
                  <a:pt x="813099" y="870152"/>
                </a:cubicBezTo>
                <a:cubicBezTo>
                  <a:pt x="819629" y="841566"/>
                  <a:pt x="860626" y="659919"/>
                  <a:pt x="860626" y="659919"/>
                </a:cubicBezTo>
                <a:lnTo>
                  <a:pt x="863165" y="649064"/>
                </a:lnTo>
                <a:cubicBezTo>
                  <a:pt x="863165" y="649064"/>
                  <a:pt x="864979" y="641827"/>
                  <a:pt x="864979" y="641827"/>
                </a:cubicBezTo>
                <a:cubicBezTo>
                  <a:pt x="873324" y="617945"/>
                  <a:pt x="895817" y="601662"/>
                  <a:pt x="921213" y="601662"/>
                </a:cubicBezTo>
                <a:cubicBezTo>
                  <a:pt x="938628" y="601662"/>
                  <a:pt x="954954" y="609261"/>
                  <a:pt x="966563" y="622287"/>
                </a:cubicBezTo>
                <a:cubicBezTo>
                  <a:pt x="975270" y="632057"/>
                  <a:pt x="979987" y="643998"/>
                  <a:pt x="981075" y="656663"/>
                </a:cubicBezTo>
                <a:lnTo>
                  <a:pt x="981075" y="659196"/>
                </a:lnTo>
                <a:cubicBezTo>
                  <a:pt x="981075" y="662814"/>
                  <a:pt x="981075" y="666433"/>
                  <a:pt x="980712" y="670051"/>
                </a:cubicBezTo>
                <a:cubicBezTo>
                  <a:pt x="979624" y="681992"/>
                  <a:pt x="976359" y="692124"/>
                  <a:pt x="973456" y="701532"/>
                </a:cubicBezTo>
                <a:lnTo>
                  <a:pt x="893640" y="960252"/>
                </a:lnTo>
                <a:lnTo>
                  <a:pt x="892189" y="964594"/>
                </a:lnTo>
                <a:cubicBezTo>
                  <a:pt x="890738" y="970022"/>
                  <a:pt x="888924" y="974726"/>
                  <a:pt x="887473" y="979068"/>
                </a:cubicBezTo>
                <a:cubicBezTo>
                  <a:pt x="874775" y="1006207"/>
                  <a:pt x="847565" y="1023937"/>
                  <a:pt x="817452" y="1023937"/>
                </a:cubicBezTo>
                <a:lnTo>
                  <a:pt x="816727" y="1023937"/>
                </a:lnTo>
                <a:cubicBezTo>
                  <a:pt x="785163" y="1023937"/>
                  <a:pt x="756139" y="1004036"/>
                  <a:pt x="744893" y="974364"/>
                </a:cubicBezTo>
                <a:lnTo>
                  <a:pt x="741265" y="962061"/>
                </a:lnTo>
                <a:cubicBezTo>
                  <a:pt x="741265" y="962061"/>
                  <a:pt x="695552" y="779691"/>
                  <a:pt x="693738" y="773177"/>
                </a:cubicBezTo>
                <a:cubicBezTo>
                  <a:pt x="692287" y="779691"/>
                  <a:pt x="646937" y="959890"/>
                  <a:pt x="646937" y="959890"/>
                </a:cubicBezTo>
                <a:cubicBezTo>
                  <a:pt x="646937" y="959890"/>
                  <a:pt x="646211" y="962061"/>
                  <a:pt x="646211" y="962061"/>
                </a:cubicBezTo>
                <a:cubicBezTo>
                  <a:pt x="646211" y="962061"/>
                  <a:pt x="642583" y="975088"/>
                  <a:pt x="642583" y="975088"/>
                </a:cubicBezTo>
                <a:cubicBezTo>
                  <a:pt x="630973" y="1004759"/>
                  <a:pt x="602675" y="1023937"/>
                  <a:pt x="570749" y="1023937"/>
                </a:cubicBezTo>
                <a:lnTo>
                  <a:pt x="570386" y="1023937"/>
                </a:lnTo>
                <a:cubicBezTo>
                  <a:pt x="539911" y="1023937"/>
                  <a:pt x="511975" y="1005483"/>
                  <a:pt x="499640" y="977621"/>
                </a:cubicBezTo>
                <a:lnTo>
                  <a:pt x="495649" y="965680"/>
                </a:lnTo>
                <a:lnTo>
                  <a:pt x="494198" y="960252"/>
                </a:lnTo>
                <a:lnTo>
                  <a:pt x="414382" y="701532"/>
                </a:lnTo>
                <a:cubicBezTo>
                  <a:pt x="411479" y="692124"/>
                  <a:pt x="408214" y="682354"/>
                  <a:pt x="407126" y="670051"/>
                </a:cubicBezTo>
                <a:cubicBezTo>
                  <a:pt x="406763" y="666433"/>
                  <a:pt x="406400" y="662814"/>
                  <a:pt x="406400" y="659196"/>
                </a:cubicBezTo>
                <a:cubicBezTo>
                  <a:pt x="406400" y="659196"/>
                  <a:pt x="406763" y="656663"/>
                  <a:pt x="406763" y="656663"/>
                </a:cubicBezTo>
                <a:cubicBezTo>
                  <a:pt x="407489" y="643998"/>
                  <a:pt x="412568" y="632057"/>
                  <a:pt x="420912" y="622287"/>
                </a:cubicBezTo>
                <a:cubicBezTo>
                  <a:pt x="432522" y="609261"/>
                  <a:pt x="449211" y="601662"/>
                  <a:pt x="466262" y="601662"/>
                </a:cubicBezTo>
                <a:close/>
                <a:moveTo>
                  <a:pt x="254380" y="163512"/>
                </a:moveTo>
                <a:lnTo>
                  <a:pt x="513941" y="163512"/>
                </a:lnTo>
                <a:cubicBezTo>
                  <a:pt x="520819" y="163512"/>
                  <a:pt x="527335" y="164599"/>
                  <a:pt x="533127" y="166411"/>
                </a:cubicBezTo>
                <a:cubicBezTo>
                  <a:pt x="545436" y="170396"/>
                  <a:pt x="554848" y="178368"/>
                  <a:pt x="560640" y="189600"/>
                </a:cubicBezTo>
                <a:cubicBezTo>
                  <a:pt x="564260" y="196847"/>
                  <a:pt x="566432" y="204818"/>
                  <a:pt x="566794" y="214239"/>
                </a:cubicBezTo>
                <a:lnTo>
                  <a:pt x="567156" y="219674"/>
                </a:lnTo>
                <a:cubicBezTo>
                  <a:pt x="567156" y="233080"/>
                  <a:pt x="559916" y="248298"/>
                  <a:pt x="547608" y="261704"/>
                </a:cubicBezTo>
                <a:cubicBezTo>
                  <a:pt x="547608" y="261704"/>
                  <a:pt x="363345" y="464248"/>
                  <a:pt x="357915" y="470046"/>
                </a:cubicBezTo>
                <a:lnTo>
                  <a:pt x="519371" y="470046"/>
                </a:lnTo>
                <a:cubicBezTo>
                  <a:pt x="525163" y="470046"/>
                  <a:pt x="530955" y="470770"/>
                  <a:pt x="536747" y="472220"/>
                </a:cubicBezTo>
                <a:lnTo>
                  <a:pt x="536747" y="472582"/>
                </a:lnTo>
                <a:cubicBezTo>
                  <a:pt x="557382" y="479104"/>
                  <a:pt x="571500" y="498670"/>
                  <a:pt x="571500" y="520772"/>
                </a:cubicBezTo>
                <a:cubicBezTo>
                  <a:pt x="571500" y="542512"/>
                  <a:pt x="557382" y="562078"/>
                  <a:pt x="536747" y="568963"/>
                </a:cubicBezTo>
                <a:cubicBezTo>
                  <a:pt x="530955" y="570412"/>
                  <a:pt x="525163" y="571499"/>
                  <a:pt x="519371" y="571499"/>
                </a:cubicBezTo>
                <a:lnTo>
                  <a:pt x="240986" y="571499"/>
                </a:lnTo>
                <a:lnTo>
                  <a:pt x="237366" y="571499"/>
                </a:lnTo>
                <a:cubicBezTo>
                  <a:pt x="202613" y="569687"/>
                  <a:pt x="185598" y="545411"/>
                  <a:pt x="184512" y="522946"/>
                </a:cubicBezTo>
                <a:lnTo>
                  <a:pt x="184150" y="520772"/>
                </a:lnTo>
                <a:cubicBezTo>
                  <a:pt x="184150" y="502293"/>
                  <a:pt x="189580" y="487075"/>
                  <a:pt x="200441" y="475481"/>
                </a:cubicBezTo>
                <a:cubicBezTo>
                  <a:pt x="200441" y="475481"/>
                  <a:pt x="388685" y="270763"/>
                  <a:pt x="394116" y="264965"/>
                </a:cubicBezTo>
                <a:lnTo>
                  <a:pt x="254380" y="264965"/>
                </a:lnTo>
                <a:cubicBezTo>
                  <a:pt x="248588" y="264965"/>
                  <a:pt x="242796" y="264241"/>
                  <a:pt x="237366" y="262429"/>
                </a:cubicBezTo>
                <a:cubicBezTo>
                  <a:pt x="216369" y="255545"/>
                  <a:pt x="202251" y="236341"/>
                  <a:pt x="202251" y="214239"/>
                </a:cubicBezTo>
                <a:cubicBezTo>
                  <a:pt x="202251" y="192136"/>
                  <a:pt x="216369" y="172933"/>
                  <a:pt x="237366" y="166048"/>
                </a:cubicBezTo>
                <a:cubicBezTo>
                  <a:pt x="242796" y="164237"/>
                  <a:pt x="248588" y="163512"/>
                  <a:pt x="254380" y="163512"/>
                </a:cubicBezTo>
                <a:close/>
                <a:moveTo>
                  <a:pt x="659179" y="0"/>
                </a:moveTo>
                <a:cubicBezTo>
                  <a:pt x="693216" y="0"/>
                  <a:pt x="721096" y="27542"/>
                  <a:pt x="721458" y="61245"/>
                </a:cubicBezTo>
                <a:lnTo>
                  <a:pt x="721458" y="62332"/>
                </a:lnTo>
                <a:lnTo>
                  <a:pt x="721458" y="192795"/>
                </a:lnTo>
                <a:cubicBezTo>
                  <a:pt x="750787" y="162716"/>
                  <a:pt x="790255" y="146771"/>
                  <a:pt x="836240" y="146771"/>
                </a:cubicBezTo>
                <a:cubicBezTo>
                  <a:pt x="927124" y="146771"/>
                  <a:pt x="981075" y="202942"/>
                  <a:pt x="981075" y="297528"/>
                </a:cubicBezTo>
                <a:lnTo>
                  <a:pt x="981075" y="509168"/>
                </a:lnTo>
                <a:cubicBezTo>
                  <a:pt x="981075" y="543595"/>
                  <a:pt x="953194" y="571500"/>
                  <a:pt x="918796" y="571500"/>
                </a:cubicBezTo>
                <a:cubicBezTo>
                  <a:pt x="885122" y="571500"/>
                  <a:pt x="857241" y="543958"/>
                  <a:pt x="856517" y="510255"/>
                </a:cubicBezTo>
                <a:lnTo>
                  <a:pt x="856517" y="509168"/>
                </a:lnTo>
                <a:lnTo>
                  <a:pt x="856517" y="319272"/>
                </a:lnTo>
                <a:cubicBezTo>
                  <a:pt x="856517" y="293904"/>
                  <a:pt x="848913" y="251866"/>
                  <a:pt x="796048" y="251866"/>
                </a:cubicBezTo>
                <a:cubicBezTo>
                  <a:pt x="760202" y="251866"/>
                  <a:pt x="721458" y="281582"/>
                  <a:pt x="721458" y="329781"/>
                </a:cubicBezTo>
                <a:lnTo>
                  <a:pt x="721458" y="509168"/>
                </a:lnTo>
                <a:lnTo>
                  <a:pt x="721458" y="509892"/>
                </a:lnTo>
                <a:cubicBezTo>
                  <a:pt x="721096" y="543958"/>
                  <a:pt x="693216" y="571500"/>
                  <a:pt x="659179" y="571500"/>
                </a:cubicBezTo>
                <a:cubicBezTo>
                  <a:pt x="625143" y="571500"/>
                  <a:pt x="596900" y="543595"/>
                  <a:pt x="596900" y="509168"/>
                </a:cubicBezTo>
                <a:lnTo>
                  <a:pt x="596900" y="62332"/>
                </a:lnTo>
                <a:cubicBezTo>
                  <a:pt x="596900" y="27905"/>
                  <a:pt x="625143" y="0"/>
                  <a:pt x="659179" y="0"/>
                </a:cubicBezTo>
                <a:close/>
              </a:path>
            </a:pathLst>
          </a:custGeom>
          <a:solidFill>
            <a:srgbClr val="FFFFFF"/>
          </a:solidFill>
        </p:spPr>
        <p:txBody>
          <a:bodyPr wrap="square">
            <a:noAutofit/>
          </a:bodyPr>
          <a:lstStyle>
            <a:lvl1pPr>
              <a:defRPr>
                <a:noFill/>
              </a:defRPr>
            </a:lvl1pPr>
          </a:lstStyle>
          <a:p>
            <a:pPr lvl="0"/>
            <a:r>
              <a:rPr lang="en-US"/>
              <a:t>Click to edit Master text styles</a:t>
            </a:r>
          </a:p>
        </p:txBody>
      </p:sp>
    </p:spTree>
    <p:extLst>
      <p:ext uri="{BB962C8B-B14F-4D97-AF65-F5344CB8AC3E}">
        <p14:creationId xmlns:p14="http://schemas.microsoft.com/office/powerpoint/2010/main" val="1586472376"/>
      </p:ext>
    </p:extLst>
  </p:cSld>
  <p:clrMapOvr>
    <a:masterClrMapping/>
  </p:clrMapOvr>
  <p:extLst>
    <p:ext uri="{DCECCB84-F9BA-43D5-87BE-67443E8EF086}">
      <p15:sldGuideLst xmlns:p15="http://schemas.microsoft.com/office/powerpoint/2012/main">
        <p15:guide id="1" orient="horz" pos="2160" userDrawn="1">
          <p15:clr>
            <a:srgbClr val="000000"/>
          </p15:clr>
        </p15:guide>
        <p15:guide id="2" pos="3840" userDrawn="1">
          <p15:clr>
            <a:srgbClr val="000000"/>
          </p15:clr>
        </p15:guide>
        <p15:guide id="3" pos="3931" userDrawn="1">
          <p15:clr>
            <a:srgbClr val="000000"/>
          </p15:clr>
        </p15:guide>
        <p15:guide id="4" pos="4974" userDrawn="1">
          <p15:clr>
            <a:srgbClr val="000000"/>
          </p15:clr>
        </p15:guide>
        <p15:guide id="5" pos="5155" userDrawn="1">
          <p15:clr>
            <a:srgbClr val="000000"/>
          </p15:clr>
        </p15:guide>
        <p15:guide id="6" pos="6199" userDrawn="1">
          <p15:clr>
            <a:srgbClr val="000000"/>
          </p15:clr>
        </p15:guide>
        <p15:guide id="7" pos="6380" userDrawn="1">
          <p15:clr>
            <a:srgbClr val="000000"/>
          </p15:clr>
        </p15:guide>
        <p15:guide id="8" pos="7423" userDrawn="1">
          <p15:clr>
            <a:srgbClr val="000000"/>
          </p15:clr>
        </p15:guide>
        <p15:guide id="9" pos="3749" userDrawn="1">
          <p15:clr>
            <a:srgbClr val="000000"/>
          </p15:clr>
        </p15:guide>
        <p15:guide id="10" pos="2706" userDrawn="1">
          <p15:clr>
            <a:srgbClr val="000000"/>
          </p15:clr>
        </p15:guide>
        <p15:guide id="11" pos="2525" userDrawn="1">
          <p15:clr>
            <a:srgbClr val="000000"/>
          </p15:clr>
        </p15:guide>
        <p15:guide id="12" pos="1481" userDrawn="1">
          <p15:clr>
            <a:srgbClr val="000000"/>
          </p15:clr>
        </p15:guide>
        <p15:guide id="13" pos="1300" userDrawn="1">
          <p15:clr>
            <a:srgbClr val="000000"/>
          </p15:clr>
        </p15:guide>
        <p15:guide id="14" pos="257" userDrawn="1">
          <p15:clr>
            <a:srgbClr val="000000"/>
          </p15:clr>
        </p15:guide>
        <p15:guide id="16" orient="horz" pos="1616" userDrawn="1">
          <p15:clr>
            <a:srgbClr val="000000"/>
          </p15:clr>
        </p15:guide>
        <p15:guide id="17" orient="horz" pos="1071" userDrawn="1">
          <p15:clr>
            <a:srgbClr val="000000"/>
          </p15:clr>
        </p15:guide>
        <p15:guide id="18" orient="horz" pos="2704" userDrawn="1">
          <p15:clr>
            <a:srgbClr val="000000"/>
          </p15:clr>
        </p15:guide>
        <p15:guide id="19" orient="horz" pos="3226" userDrawn="1">
          <p15:clr>
            <a:srgbClr val="000000"/>
          </p15:clr>
        </p15:guide>
        <p15:guide id="20" orient="horz" pos="3793" userDrawn="1">
          <p15:clr>
            <a:srgbClr val="000000"/>
          </p15:clr>
        </p15:guide>
        <p15:guide id="21" orient="horz" pos="527" userDrawn="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Textur-Bild vertikal">
    <p:bg>
      <p:bgPr>
        <a:solidFill>
          <a:srgbClr val="05366C"/>
        </a:solidFill>
        <a:effectLst/>
      </p:bgPr>
    </p:bg>
    <p:spTree>
      <p:nvGrpSpPr>
        <p:cNvPr id="1" name=""/>
        <p:cNvGrpSpPr/>
        <p:nvPr/>
      </p:nvGrpSpPr>
      <p:grpSpPr>
        <a:xfrm>
          <a:off x="0" y="0"/>
          <a:ext cx="0" cy="0"/>
          <a:chOff x="0" y="0"/>
          <a:chExt cx="0" cy="0"/>
        </a:xfrm>
      </p:grpSpPr>
      <p:sp>
        <p:nvSpPr>
          <p:cNvPr id="8" name="Bildplatzhalter">
            <a:extLst>
              <a:ext uri="{FF2B5EF4-FFF2-40B4-BE49-F238E27FC236}">
                <a16:creationId xmlns:a16="http://schemas.microsoft.com/office/drawing/2014/main" id="{1C065DC2-D27A-3FBA-4467-F2E974DE4F52}"/>
              </a:ext>
            </a:extLst>
          </p:cNvPr>
          <p:cNvSpPr>
            <a:spLocks noGrp="1"/>
          </p:cNvSpPr>
          <p:nvPr>
            <p:ph type="pic" sz="quarter" idx="14"/>
          </p:nvPr>
        </p:nvSpPr>
        <p:spPr bwMode="auto">
          <a:xfrm>
            <a:off x="0" y="-1"/>
            <a:ext cx="6096000" cy="6858001"/>
          </a:xfrm>
          <a:noFill/>
        </p:spPr>
        <p:txBody>
          <a:bodyPr/>
          <a:lstStyle>
            <a:lvl1pPr marL="0" indent="0">
              <a:buNone/>
              <a:defRPr>
                <a:solidFill>
                  <a:schemeClr val="bg1"/>
                </a:solidFill>
              </a:defRPr>
            </a:lvl1pPr>
          </a:lstStyle>
          <a:p>
            <a:r>
              <a:rPr lang="en-US"/>
              <a:t>Click icon to add picture</a:t>
            </a:r>
            <a:endParaRPr lang="en-GB" dirty="0"/>
          </a:p>
        </p:txBody>
      </p:sp>
      <p:sp>
        <p:nvSpPr>
          <p:cNvPr id="9" name="Untertitel 2">
            <a:extLst>
              <a:ext uri="{FF2B5EF4-FFF2-40B4-BE49-F238E27FC236}">
                <a16:creationId xmlns:a16="http://schemas.microsoft.com/office/drawing/2014/main" id="{1C85966B-8D01-3888-9F9B-AE8142684A78}"/>
              </a:ext>
            </a:extLst>
          </p:cNvPr>
          <p:cNvSpPr>
            <a:spLocks noGrp="1"/>
          </p:cNvSpPr>
          <p:nvPr>
            <p:ph type="subTitle" idx="1"/>
          </p:nvPr>
        </p:nvSpPr>
        <p:spPr bwMode="auto">
          <a:xfrm>
            <a:off x="2062800" y="5868000"/>
            <a:ext cx="4500000" cy="274883"/>
          </a:xfrm>
        </p:spPr>
        <p:txBody>
          <a:bodyPr anchor="t" anchorCtr="0">
            <a:spAutoFit/>
          </a:bodyPr>
          <a:lstStyle>
            <a:lvl1pPr marL="0" indent="0" algn="l">
              <a:spcAft>
                <a:spcPts val="0"/>
              </a:spcAft>
              <a:buNone/>
              <a:defRPr sz="1800" b="0" u="none">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Departementsname">
            <a:extLst>
              <a:ext uri="{FF2B5EF4-FFF2-40B4-BE49-F238E27FC236}">
                <a16:creationId xmlns:a16="http://schemas.microsoft.com/office/drawing/2014/main" id="{97F8842E-55D5-8E6E-EF2A-94C7EBB9EB42}"/>
              </a:ext>
            </a:extLst>
          </p:cNvPr>
          <p:cNvSpPr>
            <a:spLocks noGrp="1"/>
          </p:cNvSpPr>
          <p:nvPr>
            <p:ph type="body" sz="quarter" idx="16" hasCustomPrompt="1"/>
          </p:nvPr>
        </p:nvSpPr>
        <p:spPr bwMode="gray">
          <a:xfrm>
            <a:off x="6240464" y="512613"/>
            <a:ext cx="5543550" cy="324000"/>
          </a:xfrm>
        </p:spPr>
        <p:txBody>
          <a:bodyPr wrap="square" anchor="t" anchorCtr="0">
            <a:noAutofit/>
          </a:bodyPr>
          <a:lstStyle>
            <a:lvl1pPr marL="0" indent="0" algn="r">
              <a:spcBef>
                <a:spcPts val="0"/>
              </a:spcBef>
              <a:buNone/>
              <a:defRPr sz="1500" b="1">
                <a:solidFill>
                  <a:srgbClr val="FFFFFF"/>
                </a:solidFill>
              </a:defRPr>
            </a:lvl1pPr>
            <a:lvl2pPr marL="180000" indent="0">
              <a:buNone/>
              <a:defRPr sz="1800">
                <a:solidFill>
                  <a:srgbClr val="9ADCF6"/>
                </a:solidFill>
              </a:defRPr>
            </a:lvl2pPr>
            <a:lvl3pPr marL="360000" indent="0">
              <a:buNone/>
              <a:defRPr sz="1800">
                <a:solidFill>
                  <a:srgbClr val="9ADCF6"/>
                </a:solidFill>
              </a:defRPr>
            </a:lvl3pPr>
            <a:lvl4pPr marL="540000" indent="0">
              <a:buNone/>
              <a:defRPr sz="1800">
                <a:solidFill>
                  <a:srgbClr val="9ADCF6"/>
                </a:solidFill>
              </a:defRPr>
            </a:lvl4pPr>
            <a:lvl5pPr marL="720000" indent="0">
              <a:buNone/>
              <a:defRPr sz="1800">
                <a:solidFill>
                  <a:srgbClr val="9ADCF6"/>
                </a:solidFill>
              </a:defRPr>
            </a:lvl5pPr>
          </a:lstStyle>
          <a:p>
            <a:pPr lvl="0"/>
            <a:r>
              <a:rPr lang="en-GB" dirty="0" err="1"/>
              <a:t>Departementsname</a:t>
            </a:r>
            <a:r>
              <a:rPr lang="en-GB" dirty="0"/>
              <a:t> </a:t>
            </a:r>
            <a:r>
              <a:rPr lang="en-GB" dirty="0" err="1"/>
              <a:t>hinzufügen</a:t>
            </a:r>
            <a:endParaRPr lang="en-GB" dirty="0"/>
          </a:p>
        </p:txBody>
      </p:sp>
      <p:sp>
        <p:nvSpPr>
          <p:cNvPr id="69" name="Titel 1">
            <a:extLst>
              <a:ext uri="{FF2B5EF4-FFF2-40B4-BE49-F238E27FC236}">
                <a16:creationId xmlns:a16="http://schemas.microsoft.com/office/drawing/2014/main" id="{B467EF93-8F84-678C-8DD0-5FE362C02605}"/>
              </a:ext>
            </a:extLst>
          </p:cNvPr>
          <p:cNvSpPr>
            <a:spLocks noGrp="1"/>
          </p:cNvSpPr>
          <p:nvPr>
            <p:ph type="ctrTitle"/>
          </p:nvPr>
        </p:nvSpPr>
        <p:spPr bwMode="auto">
          <a:xfrm>
            <a:off x="2062800" y="2924822"/>
            <a:ext cx="8407953" cy="1008357"/>
          </a:xfrm>
          <a:prstGeom prst="roundRect">
            <a:avLst>
              <a:gd name="adj" fmla="val 2849"/>
            </a:avLst>
          </a:prstGeom>
          <a:solidFill>
            <a:srgbClr val="9ADCF6"/>
          </a:solidFill>
        </p:spPr>
        <p:txBody>
          <a:bodyPr wrap="none" lIns="216000" tIns="144000" rIns="216000" bIns="144000" anchor="ctr" anchorCtr="0">
            <a:spAutoFit/>
          </a:bodyPr>
          <a:lstStyle>
            <a:lvl1pPr algn="l">
              <a:lnSpc>
                <a:spcPct val="92000"/>
              </a:lnSpc>
              <a:defRPr sz="5000">
                <a:solidFill>
                  <a:srgbClr val="05366C"/>
                </a:solidFill>
              </a:defRPr>
            </a:lvl1pPr>
          </a:lstStyle>
          <a:p>
            <a:r>
              <a:rPr lang="en-US"/>
              <a:t>Click to edit Master title style</a:t>
            </a:r>
            <a:endParaRPr lang="en-GB" dirty="0"/>
          </a:p>
        </p:txBody>
      </p:sp>
      <p:sp>
        <p:nvSpPr>
          <p:cNvPr id="2" name="Textplatzhalter 99">
            <a:extLst>
              <a:ext uri="{FF2B5EF4-FFF2-40B4-BE49-F238E27FC236}">
                <a16:creationId xmlns:a16="http://schemas.microsoft.com/office/drawing/2014/main" id="{086694B6-ECFD-F8A8-2534-1F9C804BCEF2}"/>
              </a:ext>
            </a:extLst>
          </p:cNvPr>
          <p:cNvSpPr>
            <a:spLocks noGrp="1" noChangeAspect="1"/>
          </p:cNvSpPr>
          <p:nvPr>
            <p:ph type="body" sz="quarter" idx="18"/>
          </p:nvPr>
        </p:nvSpPr>
        <p:spPr bwMode="gray">
          <a:xfrm>
            <a:off x="378000" y="360000"/>
            <a:ext cx="981075" cy="1023937"/>
          </a:xfrm>
          <a:custGeom>
            <a:avLst/>
            <a:gdLst>
              <a:gd name="connsiteX0" fmla="*/ 271463 w 981075"/>
              <a:gd name="connsiteY0" fmla="*/ 823912 h 1023937"/>
              <a:gd name="connsiteX1" fmla="*/ 224424 w 981075"/>
              <a:gd name="connsiteY1" fmla="*/ 841427 h 1023937"/>
              <a:gd name="connsiteX2" fmla="*/ 184677 w 981075"/>
              <a:gd name="connsiteY2" fmla="*/ 847265 h 1023937"/>
              <a:gd name="connsiteX3" fmla="*/ 114300 w 981075"/>
              <a:gd name="connsiteY3" fmla="*/ 901268 h 1023937"/>
              <a:gd name="connsiteX4" fmla="*/ 174832 w 981075"/>
              <a:gd name="connsiteY4" fmla="*/ 946149 h 1023937"/>
              <a:gd name="connsiteX5" fmla="*/ 271463 w 981075"/>
              <a:gd name="connsiteY5" fmla="*/ 866969 h 1023937"/>
              <a:gd name="connsiteX6" fmla="*/ 203145 w 981075"/>
              <a:gd name="connsiteY6" fmla="*/ 603250 h 1023937"/>
              <a:gd name="connsiteX7" fmla="*/ 385650 w 981075"/>
              <a:gd name="connsiteY7" fmla="*/ 720912 h 1023937"/>
              <a:gd name="connsiteX8" fmla="*/ 385650 w 981075"/>
              <a:gd name="connsiteY8" fmla="*/ 903017 h 1023937"/>
              <a:gd name="connsiteX9" fmla="*/ 392892 w 981075"/>
              <a:gd name="connsiteY9" fmla="*/ 955512 h 1023937"/>
              <a:gd name="connsiteX10" fmla="*/ 396875 w 981075"/>
              <a:gd name="connsiteY10" fmla="*/ 976148 h 1023937"/>
              <a:gd name="connsiteX11" fmla="*/ 341472 w 981075"/>
              <a:gd name="connsiteY11" fmla="*/ 1023937 h 1023937"/>
              <a:gd name="connsiteX12" fmla="*/ 273033 w 981075"/>
              <a:gd name="connsiteY12" fmla="*/ 967821 h 1023937"/>
              <a:gd name="connsiteX13" fmla="*/ 128912 w 981075"/>
              <a:gd name="connsiteY13" fmla="*/ 1023937 h 1023937"/>
              <a:gd name="connsiteX14" fmla="*/ 0 w 981075"/>
              <a:gd name="connsiteY14" fmla="*/ 906999 h 1023937"/>
              <a:gd name="connsiteX15" fmla="*/ 157157 w 981075"/>
              <a:gd name="connsiteY15" fmla="*/ 775580 h 1023937"/>
              <a:gd name="connsiteX16" fmla="*/ 223423 w 981075"/>
              <a:gd name="connsiteY16" fmla="*/ 768339 h 1023937"/>
              <a:gd name="connsiteX17" fmla="*/ 264704 w 981075"/>
              <a:gd name="connsiteY17" fmla="*/ 734307 h 1023937"/>
              <a:gd name="connsiteX18" fmla="*/ 202421 w 981075"/>
              <a:gd name="connsiteY18" fmla="*/ 695932 h 1023937"/>
              <a:gd name="connsiteX19" fmla="*/ 123118 w 981075"/>
              <a:gd name="connsiteY19" fmla="*/ 730687 h 1023937"/>
              <a:gd name="connsiteX20" fmla="*/ 107185 w 981075"/>
              <a:gd name="connsiteY20" fmla="*/ 744807 h 1023937"/>
              <a:gd name="connsiteX21" fmla="*/ 75319 w 981075"/>
              <a:gd name="connsiteY21" fmla="*/ 756030 h 1023937"/>
              <a:gd name="connsiteX22" fmla="*/ 24986 w 981075"/>
              <a:gd name="connsiteY22" fmla="*/ 705707 h 1023937"/>
              <a:gd name="connsiteX23" fmla="*/ 203145 w 981075"/>
              <a:gd name="connsiteY23" fmla="*/ 603250 h 1023937"/>
              <a:gd name="connsiteX24" fmla="*/ 466262 w 981075"/>
              <a:gd name="connsiteY24" fmla="*/ 601662 h 1023937"/>
              <a:gd name="connsiteX25" fmla="*/ 521045 w 981075"/>
              <a:gd name="connsiteY25" fmla="*/ 637847 h 1023937"/>
              <a:gd name="connsiteX26" fmla="*/ 525036 w 981075"/>
              <a:gd name="connsiteY26" fmla="*/ 651235 h 1023937"/>
              <a:gd name="connsiteX27" fmla="*/ 527213 w 981075"/>
              <a:gd name="connsiteY27" fmla="*/ 659919 h 1023937"/>
              <a:gd name="connsiteX28" fmla="*/ 578005 w 981075"/>
              <a:gd name="connsiteY28" fmla="*/ 870876 h 1023937"/>
              <a:gd name="connsiteX29" fmla="*/ 618275 w 981075"/>
              <a:gd name="connsiteY29" fmla="*/ 681630 h 1023937"/>
              <a:gd name="connsiteX30" fmla="*/ 622629 w 981075"/>
              <a:gd name="connsiteY30" fmla="*/ 662452 h 1023937"/>
              <a:gd name="connsiteX31" fmla="*/ 628434 w 981075"/>
              <a:gd name="connsiteY31" fmla="*/ 643998 h 1023937"/>
              <a:gd name="connsiteX32" fmla="*/ 694826 w 981075"/>
              <a:gd name="connsiteY32" fmla="*/ 601662 h 1023937"/>
              <a:gd name="connsiteX33" fmla="*/ 762670 w 981075"/>
              <a:gd name="connsiteY33" fmla="*/ 646893 h 1023937"/>
              <a:gd name="connsiteX34" fmla="*/ 765209 w 981075"/>
              <a:gd name="connsiteY34" fmla="*/ 654492 h 1023937"/>
              <a:gd name="connsiteX35" fmla="*/ 772465 w 981075"/>
              <a:gd name="connsiteY35" fmla="*/ 681630 h 1023937"/>
              <a:gd name="connsiteX36" fmla="*/ 813099 w 981075"/>
              <a:gd name="connsiteY36" fmla="*/ 870152 h 1023937"/>
              <a:gd name="connsiteX37" fmla="*/ 860626 w 981075"/>
              <a:gd name="connsiteY37" fmla="*/ 659919 h 1023937"/>
              <a:gd name="connsiteX38" fmla="*/ 863165 w 981075"/>
              <a:gd name="connsiteY38" fmla="*/ 649064 h 1023937"/>
              <a:gd name="connsiteX39" fmla="*/ 864979 w 981075"/>
              <a:gd name="connsiteY39" fmla="*/ 641827 h 1023937"/>
              <a:gd name="connsiteX40" fmla="*/ 921213 w 981075"/>
              <a:gd name="connsiteY40" fmla="*/ 601662 h 1023937"/>
              <a:gd name="connsiteX41" fmla="*/ 966563 w 981075"/>
              <a:gd name="connsiteY41" fmla="*/ 622287 h 1023937"/>
              <a:gd name="connsiteX42" fmla="*/ 981075 w 981075"/>
              <a:gd name="connsiteY42" fmla="*/ 656663 h 1023937"/>
              <a:gd name="connsiteX43" fmla="*/ 981075 w 981075"/>
              <a:gd name="connsiteY43" fmla="*/ 659196 h 1023937"/>
              <a:gd name="connsiteX44" fmla="*/ 980712 w 981075"/>
              <a:gd name="connsiteY44" fmla="*/ 670051 h 1023937"/>
              <a:gd name="connsiteX45" fmla="*/ 973456 w 981075"/>
              <a:gd name="connsiteY45" fmla="*/ 701532 h 1023937"/>
              <a:gd name="connsiteX46" fmla="*/ 893640 w 981075"/>
              <a:gd name="connsiteY46" fmla="*/ 960252 h 1023937"/>
              <a:gd name="connsiteX47" fmla="*/ 892189 w 981075"/>
              <a:gd name="connsiteY47" fmla="*/ 964594 h 1023937"/>
              <a:gd name="connsiteX48" fmla="*/ 887473 w 981075"/>
              <a:gd name="connsiteY48" fmla="*/ 979068 h 1023937"/>
              <a:gd name="connsiteX49" fmla="*/ 817452 w 981075"/>
              <a:gd name="connsiteY49" fmla="*/ 1023937 h 1023937"/>
              <a:gd name="connsiteX50" fmla="*/ 816727 w 981075"/>
              <a:gd name="connsiteY50" fmla="*/ 1023937 h 1023937"/>
              <a:gd name="connsiteX51" fmla="*/ 744893 w 981075"/>
              <a:gd name="connsiteY51" fmla="*/ 974364 h 1023937"/>
              <a:gd name="connsiteX52" fmla="*/ 741265 w 981075"/>
              <a:gd name="connsiteY52" fmla="*/ 962061 h 1023937"/>
              <a:gd name="connsiteX53" fmla="*/ 693738 w 981075"/>
              <a:gd name="connsiteY53" fmla="*/ 773177 h 1023937"/>
              <a:gd name="connsiteX54" fmla="*/ 646937 w 981075"/>
              <a:gd name="connsiteY54" fmla="*/ 959890 h 1023937"/>
              <a:gd name="connsiteX55" fmla="*/ 646211 w 981075"/>
              <a:gd name="connsiteY55" fmla="*/ 962061 h 1023937"/>
              <a:gd name="connsiteX56" fmla="*/ 642583 w 981075"/>
              <a:gd name="connsiteY56" fmla="*/ 975088 h 1023937"/>
              <a:gd name="connsiteX57" fmla="*/ 570749 w 981075"/>
              <a:gd name="connsiteY57" fmla="*/ 1023937 h 1023937"/>
              <a:gd name="connsiteX58" fmla="*/ 570386 w 981075"/>
              <a:gd name="connsiteY58" fmla="*/ 1023937 h 1023937"/>
              <a:gd name="connsiteX59" fmla="*/ 499640 w 981075"/>
              <a:gd name="connsiteY59" fmla="*/ 977621 h 1023937"/>
              <a:gd name="connsiteX60" fmla="*/ 495649 w 981075"/>
              <a:gd name="connsiteY60" fmla="*/ 965680 h 1023937"/>
              <a:gd name="connsiteX61" fmla="*/ 494198 w 981075"/>
              <a:gd name="connsiteY61" fmla="*/ 960252 h 1023937"/>
              <a:gd name="connsiteX62" fmla="*/ 414382 w 981075"/>
              <a:gd name="connsiteY62" fmla="*/ 701532 h 1023937"/>
              <a:gd name="connsiteX63" fmla="*/ 407126 w 981075"/>
              <a:gd name="connsiteY63" fmla="*/ 670051 h 1023937"/>
              <a:gd name="connsiteX64" fmla="*/ 406400 w 981075"/>
              <a:gd name="connsiteY64" fmla="*/ 659196 h 1023937"/>
              <a:gd name="connsiteX65" fmla="*/ 406763 w 981075"/>
              <a:gd name="connsiteY65" fmla="*/ 656663 h 1023937"/>
              <a:gd name="connsiteX66" fmla="*/ 420912 w 981075"/>
              <a:gd name="connsiteY66" fmla="*/ 622287 h 1023937"/>
              <a:gd name="connsiteX67" fmla="*/ 466262 w 981075"/>
              <a:gd name="connsiteY67" fmla="*/ 601662 h 1023937"/>
              <a:gd name="connsiteX68" fmla="*/ 254380 w 981075"/>
              <a:gd name="connsiteY68" fmla="*/ 163512 h 1023937"/>
              <a:gd name="connsiteX69" fmla="*/ 513941 w 981075"/>
              <a:gd name="connsiteY69" fmla="*/ 163512 h 1023937"/>
              <a:gd name="connsiteX70" fmla="*/ 533127 w 981075"/>
              <a:gd name="connsiteY70" fmla="*/ 166411 h 1023937"/>
              <a:gd name="connsiteX71" fmla="*/ 560640 w 981075"/>
              <a:gd name="connsiteY71" fmla="*/ 189600 h 1023937"/>
              <a:gd name="connsiteX72" fmla="*/ 566794 w 981075"/>
              <a:gd name="connsiteY72" fmla="*/ 214239 h 1023937"/>
              <a:gd name="connsiteX73" fmla="*/ 567156 w 981075"/>
              <a:gd name="connsiteY73" fmla="*/ 219674 h 1023937"/>
              <a:gd name="connsiteX74" fmla="*/ 547608 w 981075"/>
              <a:gd name="connsiteY74" fmla="*/ 261704 h 1023937"/>
              <a:gd name="connsiteX75" fmla="*/ 357915 w 981075"/>
              <a:gd name="connsiteY75" fmla="*/ 470046 h 1023937"/>
              <a:gd name="connsiteX76" fmla="*/ 519371 w 981075"/>
              <a:gd name="connsiteY76" fmla="*/ 470046 h 1023937"/>
              <a:gd name="connsiteX77" fmla="*/ 536747 w 981075"/>
              <a:gd name="connsiteY77" fmla="*/ 472220 h 1023937"/>
              <a:gd name="connsiteX78" fmla="*/ 536747 w 981075"/>
              <a:gd name="connsiteY78" fmla="*/ 472582 h 1023937"/>
              <a:gd name="connsiteX79" fmla="*/ 571500 w 981075"/>
              <a:gd name="connsiteY79" fmla="*/ 520772 h 1023937"/>
              <a:gd name="connsiteX80" fmla="*/ 536747 w 981075"/>
              <a:gd name="connsiteY80" fmla="*/ 568963 h 1023937"/>
              <a:gd name="connsiteX81" fmla="*/ 519371 w 981075"/>
              <a:gd name="connsiteY81" fmla="*/ 571499 h 1023937"/>
              <a:gd name="connsiteX82" fmla="*/ 240986 w 981075"/>
              <a:gd name="connsiteY82" fmla="*/ 571499 h 1023937"/>
              <a:gd name="connsiteX83" fmla="*/ 237366 w 981075"/>
              <a:gd name="connsiteY83" fmla="*/ 571499 h 1023937"/>
              <a:gd name="connsiteX84" fmla="*/ 184512 w 981075"/>
              <a:gd name="connsiteY84" fmla="*/ 522946 h 1023937"/>
              <a:gd name="connsiteX85" fmla="*/ 184150 w 981075"/>
              <a:gd name="connsiteY85" fmla="*/ 520772 h 1023937"/>
              <a:gd name="connsiteX86" fmla="*/ 200441 w 981075"/>
              <a:gd name="connsiteY86" fmla="*/ 475481 h 1023937"/>
              <a:gd name="connsiteX87" fmla="*/ 394116 w 981075"/>
              <a:gd name="connsiteY87" fmla="*/ 264965 h 1023937"/>
              <a:gd name="connsiteX88" fmla="*/ 254380 w 981075"/>
              <a:gd name="connsiteY88" fmla="*/ 264965 h 1023937"/>
              <a:gd name="connsiteX89" fmla="*/ 237366 w 981075"/>
              <a:gd name="connsiteY89" fmla="*/ 262429 h 1023937"/>
              <a:gd name="connsiteX90" fmla="*/ 202251 w 981075"/>
              <a:gd name="connsiteY90" fmla="*/ 214239 h 1023937"/>
              <a:gd name="connsiteX91" fmla="*/ 237366 w 981075"/>
              <a:gd name="connsiteY91" fmla="*/ 166048 h 1023937"/>
              <a:gd name="connsiteX92" fmla="*/ 254380 w 981075"/>
              <a:gd name="connsiteY92" fmla="*/ 163512 h 1023937"/>
              <a:gd name="connsiteX93" fmla="*/ 659179 w 981075"/>
              <a:gd name="connsiteY93" fmla="*/ 0 h 1023937"/>
              <a:gd name="connsiteX94" fmla="*/ 721458 w 981075"/>
              <a:gd name="connsiteY94" fmla="*/ 61245 h 1023937"/>
              <a:gd name="connsiteX95" fmla="*/ 721458 w 981075"/>
              <a:gd name="connsiteY95" fmla="*/ 62332 h 1023937"/>
              <a:gd name="connsiteX96" fmla="*/ 721458 w 981075"/>
              <a:gd name="connsiteY96" fmla="*/ 192795 h 1023937"/>
              <a:gd name="connsiteX97" fmla="*/ 836240 w 981075"/>
              <a:gd name="connsiteY97" fmla="*/ 146771 h 1023937"/>
              <a:gd name="connsiteX98" fmla="*/ 981075 w 981075"/>
              <a:gd name="connsiteY98" fmla="*/ 297528 h 1023937"/>
              <a:gd name="connsiteX99" fmla="*/ 981075 w 981075"/>
              <a:gd name="connsiteY99" fmla="*/ 509168 h 1023937"/>
              <a:gd name="connsiteX100" fmla="*/ 918796 w 981075"/>
              <a:gd name="connsiteY100" fmla="*/ 571500 h 1023937"/>
              <a:gd name="connsiteX101" fmla="*/ 856517 w 981075"/>
              <a:gd name="connsiteY101" fmla="*/ 510255 h 1023937"/>
              <a:gd name="connsiteX102" fmla="*/ 856517 w 981075"/>
              <a:gd name="connsiteY102" fmla="*/ 509168 h 1023937"/>
              <a:gd name="connsiteX103" fmla="*/ 856517 w 981075"/>
              <a:gd name="connsiteY103" fmla="*/ 319272 h 1023937"/>
              <a:gd name="connsiteX104" fmla="*/ 796048 w 981075"/>
              <a:gd name="connsiteY104" fmla="*/ 251866 h 1023937"/>
              <a:gd name="connsiteX105" fmla="*/ 721458 w 981075"/>
              <a:gd name="connsiteY105" fmla="*/ 329781 h 1023937"/>
              <a:gd name="connsiteX106" fmla="*/ 721458 w 981075"/>
              <a:gd name="connsiteY106" fmla="*/ 509168 h 1023937"/>
              <a:gd name="connsiteX107" fmla="*/ 721458 w 981075"/>
              <a:gd name="connsiteY107" fmla="*/ 509892 h 1023937"/>
              <a:gd name="connsiteX108" fmla="*/ 659179 w 981075"/>
              <a:gd name="connsiteY108" fmla="*/ 571500 h 1023937"/>
              <a:gd name="connsiteX109" fmla="*/ 596900 w 981075"/>
              <a:gd name="connsiteY109" fmla="*/ 509168 h 1023937"/>
              <a:gd name="connsiteX110" fmla="*/ 596900 w 981075"/>
              <a:gd name="connsiteY110" fmla="*/ 62332 h 1023937"/>
              <a:gd name="connsiteX111" fmla="*/ 659179 w 981075"/>
              <a:gd name="connsiteY111" fmla="*/ 0 h 1023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981075" h="1023937">
                <a:moveTo>
                  <a:pt x="271463" y="823912"/>
                </a:moveTo>
                <a:cubicBezTo>
                  <a:pt x="259430" y="835224"/>
                  <a:pt x="237186" y="839237"/>
                  <a:pt x="224424" y="841427"/>
                </a:cubicBezTo>
                <a:lnTo>
                  <a:pt x="184677" y="847265"/>
                </a:lnTo>
                <a:cubicBezTo>
                  <a:pt x="139096" y="854198"/>
                  <a:pt x="114300" y="868428"/>
                  <a:pt x="114300" y="901268"/>
                </a:cubicBezTo>
                <a:cubicBezTo>
                  <a:pt x="114300" y="926080"/>
                  <a:pt x="137638" y="946149"/>
                  <a:pt x="174832" y="946149"/>
                </a:cubicBezTo>
                <a:cubicBezTo>
                  <a:pt x="234998" y="946149"/>
                  <a:pt x="271463" y="907471"/>
                  <a:pt x="271463" y="866969"/>
                </a:cubicBezTo>
                <a:close/>
                <a:moveTo>
                  <a:pt x="203145" y="603250"/>
                </a:moveTo>
                <a:cubicBezTo>
                  <a:pt x="320832" y="603250"/>
                  <a:pt x="385650" y="644884"/>
                  <a:pt x="385650" y="720912"/>
                </a:cubicBezTo>
                <a:lnTo>
                  <a:pt x="385650" y="903017"/>
                </a:lnTo>
                <a:cubicBezTo>
                  <a:pt x="385650" y="930169"/>
                  <a:pt x="389995" y="944289"/>
                  <a:pt x="392892" y="955512"/>
                </a:cubicBezTo>
                <a:cubicBezTo>
                  <a:pt x="395065" y="962391"/>
                  <a:pt x="396875" y="968545"/>
                  <a:pt x="396875" y="976148"/>
                </a:cubicBezTo>
                <a:cubicBezTo>
                  <a:pt x="396875" y="1002939"/>
                  <a:pt x="372614" y="1023937"/>
                  <a:pt x="341472" y="1023937"/>
                </a:cubicBezTo>
                <a:cubicBezTo>
                  <a:pt x="302726" y="1023937"/>
                  <a:pt x="279189" y="1004025"/>
                  <a:pt x="273033" y="967821"/>
                </a:cubicBezTo>
                <a:cubicBezTo>
                  <a:pt x="234649" y="1005835"/>
                  <a:pt x="188298" y="1023937"/>
                  <a:pt x="128912" y="1023937"/>
                </a:cubicBezTo>
                <a:cubicBezTo>
                  <a:pt x="65542" y="1023937"/>
                  <a:pt x="0" y="980131"/>
                  <a:pt x="0" y="906999"/>
                </a:cubicBezTo>
                <a:cubicBezTo>
                  <a:pt x="0" y="807439"/>
                  <a:pt x="79303" y="784631"/>
                  <a:pt x="157157" y="775580"/>
                </a:cubicBezTo>
                <a:lnTo>
                  <a:pt x="223423" y="768339"/>
                </a:lnTo>
                <a:cubicBezTo>
                  <a:pt x="250944" y="765081"/>
                  <a:pt x="264704" y="758926"/>
                  <a:pt x="264704" y="734307"/>
                </a:cubicBezTo>
                <a:cubicBezTo>
                  <a:pt x="264704" y="706069"/>
                  <a:pt x="232476" y="695932"/>
                  <a:pt x="202421" y="695932"/>
                </a:cubicBezTo>
                <a:cubicBezTo>
                  <a:pt x="158605" y="695932"/>
                  <a:pt x="139775" y="714395"/>
                  <a:pt x="123118" y="730687"/>
                </a:cubicBezTo>
                <a:cubicBezTo>
                  <a:pt x="117687" y="735756"/>
                  <a:pt x="112617" y="740462"/>
                  <a:pt x="107185" y="744807"/>
                </a:cubicBezTo>
                <a:cubicBezTo>
                  <a:pt x="98495" y="751685"/>
                  <a:pt x="87269" y="756030"/>
                  <a:pt x="75319" y="756030"/>
                </a:cubicBezTo>
                <a:cubicBezTo>
                  <a:pt x="47437" y="756030"/>
                  <a:pt x="24986" y="733583"/>
                  <a:pt x="24986" y="705707"/>
                </a:cubicBezTo>
                <a:cubicBezTo>
                  <a:pt x="24986" y="655383"/>
                  <a:pt x="92701" y="603250"/>
                  <a:pt x="203145" y="603250"/>
                </a:cubicBezTo>
                <a:close/>
                <a:moveTo>
                  <a:pt x="466262" y="601662"/>
                </a:moveTo>
                <a:cubicBezTo>
                  <a:pt x="490207" y="601662"/>
                  <a:pt x="511612" y="616136"/>
                  <a:pt x="521045" y="637847"/>
                </a:cubicBezTo>
                <a:cubicBezTo>
                  <a:pt x="522496" y="641827"/>
                  <a:pt x="523585" y="645807"/>
                  <a:pt x="525036" y="651235"/>
                </a:cubicBezTo>
                <a:lnTo>
                  <a:pt x="527213" y="659919"/>
                </a:lnTo>
                <a:cubicBezTo>
                  <a:pt x="527213" y="659919"/>
                  <a:pt x="576191" y="863277"/>
                  <a:pt x="578005" y="870876"/>
                </a:cubicBezTo>
                <a:cubicBezTo>
                  <a:pt x="583809" y="844099"/>
                  <a:pt x="618275" y="681630"/>
                  <a:pt x="618275" y="681630"/>
                </a:cubicBezTo>
                <a:cubicBezTo>
                  <a:pt x="619727" y="675841"/>
                  <a:pt x="621178" y="668966"/>
                  <a:pt x="622629" y="662452"/>
                </a:cubicBezTo>
                <a:cubicBezTo>
                  <a:pt x="624443" y="655577"/>
                  <a:pt x="626257" y="649426"/>
                  <a:pt x="628434" y="643998"/>
                </a:cubicBezTo>
                <a:cubicBezTo>
                  <a:pt x="640406" y="618307"/>
                  <a:pt x="666528" y="601662"/>
                  <a:pt x="694826" y="601662"/>
                </a:cubicBezTo>
                <a:cubicBezTo>
                  <a:pt x="724576" y="601662"/>
                  <a:pt x="751060" y="619393"/>
                  <a:pt x="762670" y="646893"/>
                </a:cubicBezTo>
                <a:lnTo>
                  <a:pt x="765209" y="654492"/>
                </a:lnTo>
                <a:cubicBezTo>
                  <a:pt x="768112" y="663900"/>
                  <a:pt x="770651" y="674031"/>
                  <a:pt x="772465" y="681630"/>
                </a:cubicBezTo>
                <a:cubicBezTo>
                  <a:pt x="772465" y="681630"/>
                  <a:pt x="811648" y="862553"/>
                  <a:pt x="813099" y="870152"/>
                </a:cubicBezTo>
                <a:cubicBezTo>
                  <a:pt x="819629" y="841566"/>
                  <a:pt x="860626" y="659919"/>
                  <a:pt x="860626" y="659919"/>
                </a:cubicBezTo>
                <a:lnTo>
                  <a:pt x="863165" y="649064"/>
                </a:lnTo>
                <a:cubicBezTo>
                  <a:pt x="863165" y="649064"/>
                  <a:pt x="864979" y="641827"/>
                  <a:pt x="864979" y="641827"/>
                </a:cubicBezTo>
                <a:cubicBezTo>
                  <a:pt x="873324" y="617945"/>
                  <a:pt x="895817" y="601662"/>
                  <a:pt x="921213" y="601662"/>
                </a:cubicBezTo>
                <a:cubicBezTo>
                  <a:pt x="938628" y="601662"/>
                  <a:pt x="954954" y="609261"/>
                  <a:pt x="966563" y="622287"/>
                </a:cubicBezTo>
                <a:cubicBezTo>
                  <a:pt x="975270" y="632057"/>
                  <a:pt x="979987" y="643998"/>
                  <a:pt x="981075" y="656663"/>
                </a:cubicBezTo>
                <a:lnTo>
                  <a:pt x="981075" y="659196"/>
                </a:lnTo>
                <a:cubicBezTo>
                  <a:pt x="981075" y="662814"/>
                  <a:pt x="981075" y="666433"/>
                  <a:pt x="980712" y="670051"/>
                </a:cubicBezTo>
                <a:cubicBezTo>
                  <a:pt x="979624" y="681992"/>
                  <a:pt x="976359" y="692124"/>
                  <a:pt x="973456" y="701532"/>
                </a:cubicBezTo>
                <a:lnTo>
                  <a:pt x="893640" y="960252"/>
                </a:lnTo>
                <a:lnTo>
                  <a:pt x="892189" y="964594"/>
                </a:lnTo>
                <a:cubicBezTo>
                  <a:pt x="890738" y="970022"/>
                  <a:pt x="888924" y="974726"/>
                  <a:pt x="887473" y="979068"/>
                </a:cubicBezTo>
                <a:cubicBezTo>
                  <a:pt x="874775" y="1006207"/>
                  <a:pt x="847565" y="1023937"/>
                  <a:pt x="817452" y="1023937"/>
                </a:cubicBezTo>
                <a:lnTo>
                  <a:pt x="816727" y="1023937"/>
                </a:lnTo>
                <a:cubicBezTo>
                  <a:pt x="785163" y="1023937"/>
                  <a:pt x="756139" y="1004036"/>
                  <a:pt x="744893" y="974364"/>
                </a:cubicBezTo>
                <a:lnTo>
                  <a:pt x="741265" y="962061"/>
                </a:lnTo>
                <a:cubicBezTo>
                  <a:pt x="741265" y="962061"/>
                  <a:pt x="695552" y="779691"/>
                  <a:pt x="693738" y="773177"/>
                </a:cubicBezTo>
                <a:cubicBezTo>
                  <a:pt x="692287" y="779691"/>
                  <a:pt x="646937" y="959890"/>
                  <a:pt x="646937" y="959890"/>
                </a:cubicBezTo>
                <a:cubicBezTo>
                  <a:pt x="646937" y="959890"/>
                  <a:pt x="646211" y="962061"/>
                  <a:pt x="646211" y="962061"/>
                </a:cubicBezTo>
                <a:cubicBezTo>
                  <a:pt x="646211" y="962061"/>
                  <a:pt x="642583" y="975088"/>
                  <a:pt x="642583" y="975088"/>
                </a:cubicBezTo>
                <a:cubicBezTo>
                  <a:pt x="630973" y="1004759"/>
                  <a:pt x="602675" y="1023937"/>
                  <a:pt x="570749" y="1023937"/>
                </a:cubicBezTo>
                <a:lnTo>
                  <a:pt x="570386" y="1023937"/>
                </a:lnTo>
                <a:cubicBezTo>
                  <a:pt x="539911" y="1023937"/>
                  <a:pt x="511975" y="1005483"/>
                  <a:pt x="499640" y="977621"/>
                </a:cubicBezTo>
                <a:lnTo>
                  <a:pt x="495649" y="965680"/>
                </a:lnTo>
                <a:lnTo>
                  <a:pt x="494198" y="960252"/>
                </a:lnTo>
                <a:lnTo>
                  <a:pt x="414382" y="701532"/>
                </a:lnTo>
                <a:cubicBezTo>
                  <a:pt x="411479" y="692124"/>
                  <a:pt x="408214" y="682354"/>
                  <a:pt x="407126" y="670051"/>
                </a:cubicBezTo>
                <a:cubicBezTo>
                  <a:pt x="406763" y="666433"/>
                  <a:pt x="406400" y="662814"/>
                  <a:pt x="406400" y="659196"/>
                </a:cubicBezTo>
                <a:cubicBezTo>
                  <a:pt x="406400" y="659196"/>
                  <a:pt x="406763" y="656663"/>
                  <a:pt x="406763" y="656663"/>
                </a:cubicBezTo>
                <a:cubicBezTo>
                  <a:pt x="407489" y="643998"/>
                  <a:pt x="412568" y="632057"/>
                  <a:pt x="420912" y="622287"/>
                </a:cubicBezTo>
                <a:cubicBezTo>
                  <a:pt x="432522" y="609261"/>
                  <a:pt x="449211" y="601662"/>
                  <a:pt x="466262" y="601662"/>
                </a:cubicBezTo>
                <a:close/>
                <a:moveTo>
                  <a:pt x="254380" y="163512"/>
                </a:moveTo>
                <a:lnTo>
                  <a:pt x="513941" y="163512"/>
                </a:lnTo>
                <a:cubicBezTo>
                  <a:pt x="520819" y="163512"/>
                  <a:pt x="527335" y="164599"/>
                  <a:pt x="533127" y="166411"/>
                </a:cubicBezTo>
                <a:cubicBezTo>
                  <a:pt x="545436" y="170396"/>
                  <a:pt x="554848" y="178368"/>
                  <a:pt x="560640" y="189600"/>
                </a:cubicBezTo>
                <a:cubicBezTo>
                  <a:pt x="564260" y="196847"/>
                  <a:pt x="566432" y="204818"/>
                  <a:pt x="566794" y="214239"/>
                </a:cubicBezTo>
                <a:lnTo>
                  <a:pt x="567156" y="219674"/>
                </a:lnTo>
                <a:cubicBezTo>
                  <a:pt x="567156" y="233080"/>
                  <a:pt x="559916" y="248298"/>
                  <a:pt x="547608" y="261704"/>
                </a:cubicBezTo>
                <a:cubicBezTo>
                  <a:pt x="547608" y="261704"/>
                  <a:pt x="363345" y="464248"/>
                  <a:pt x="357915" y="470046"/>
                </a:cubicBezTo>
                <a:lnTo>
                  <a:pt x="519371" y="470046"/>
                </a:lnTo>
                <a:cubicBezTo>
                  <a:pt x="525163" y="470046"/>
                  <a:pt x="530955" y="470770"/>
                  <a:pt x="536747" y="472220"/>
                </a:cubicBezTo>
                <a:lnTo>
                  <a:pt x="536747" y="472582"/>
                </a:lnTo>
                <a:cubicBezTo>
                  <a:pt x="557382" y="479104"/>
                  <a:pt x="571500" y="498670"/>
                  <a:pt x="571500" y="520772"/>
                </a:cubicBezTo>
                <a:cubicBezTo>
                  <a:pt x="571500" y="542512"/>
                  <a:pt x="557382" y="562078"/>
                  <a:pt x="536747" y="568963"/>
                </a:cubicBezTo>
                <a:cubicBezTo>
                  <a:pt x="530955" y="570412"/>
                  <a:pt x="525163" y="571499"/>
                  <a:pt x="519371" y="571499"/>
                </a:cubicBezTo>
                <a:lnTo>
                  <a:pt x="240986" y="571499"/>
                </a:lnTo>
                <a:lnTo>
                  <a:pt x="237366" y="571499"/>
                </a:lnTo>
                <a:cubicBezTo>
                  <a:pt x="202613" y="569687"/>
                  <a:pt x="185598" y="545411"/>
                  <a:pt x="184512" y="522946"/>
                </a:cubicBezTo>
                <a:lnTo>
                  <a:pt x="184150" y="520772"/>
                </a:lnTo>
                <a:cubicBezTo>
                  <a:pt x="184150" y="502293"/>
                  <a:pt x="189580" y="487075"/>
                  <a:pt x="200441" y="475481"/>
                </a:cubicBezTo>
                <a:cubicBezTo>
                  <a:pt x="200441" y="475481"/>
                  <a:pt x="388685" y="270763"/>
                  <a:pt x="394116" y="264965"/>
                </a:cubicBezTo>
                <a:lnTo>
                  <a:pt x="254380" y="264965"/>
                </a:lnTo>
                <a:cubicBezTo>
                  <a:pt x="248588" y="264965"/>
                  <a:pt x="242796" y="264241"/>
                  <a:pt x="237366" y="262429"/>
                </a:cubicBezTo>
                <a:cubicBezTo>
                  <a:pt x="216369" y="255545"/>
                  <a:pt x="202251" y="236341"/>
                  <a:pt x="202251" y="214239"/>
                </a:cubicBezTo>
                <a:cubicBezTo>
                  <a:pt x="202251" y="192136"/>
                  <a:pt x="216369" y="172933"/>
                  <a:pt x="237366" y="166048"/>
                </a:cubicBezTo>
                <a:cubicBezTo>
                  <a:pt x="242796" y="164237"/>
                  <a:pt x="248588" y="163512"/>
                  <a:pt x="254380" y="163512"/>
                </a:cubicBezTo>
                <a:close/>
                <a:moveTo>
                  <a:pt x="659179" y="0"/>
                </a:moveTo>
                <a:cubicBezTo>
                  <a:pt x="693216" y="0"/>
                  <a:pt x="721096" y="27542"/>
                  <a:pt x="721458" y="61245"/>
                </a:cubicBezTo>
                <a:lnTo>
                  <a:pt x="721458" y="62332"/>
                </a:lnTo>
                <a:lnTo>
                  <a:pt x="721458" y="192795"/>
                </a:lnTo>
                <a:cubicBezTo>
                  <a:pt x="750787" y="162716"/>
                  <a:pt x="790255" y="146771"/>
                  <a:pt x="836240" y="146771"/>
                </a:cubicBezTo>
                <a:cubicBezTo>
                  <a:pt x="927124" y="146771"/>
                  <a:pt x="981075" y="202942"/>
                  <a:pt x="981075" y="297528"/>
                </a:cubicBezTo>
                <a:lnTo>
                  <a:pt x="981075" y="509168"/>
                </a:lnTo>
                <a:cubicBezTo>
                  <a:pt x="981075" y="543595"/>
                  <a:pt x="953194" y="571500"/>
                  <a:pt x="918796" y="571500"/>
                </a:cubicBezTo>
                <a:cubicBezTo>
                  <a:pt x="885122" y="571500"/>
                  <a:pt x="857241" y="543958"/>
                  <a:pt x="856517" y="510255"/>
                </a:cubicBezTo>
                <a:lnTo>
                  <a:pt x="856517" y="509168"/>
                </a:lnTo>
                <a:lnTo>
                  <a:pt x="856517" y="319272"/>
                </a:lnTo>
                <a:cubicBezTo>
                  <a:pt x="856517" y="293904"/>
                  <a:pt x="848913" y="251866"/>
                  <a:pt x="796048" y="251866"/>
                </a:cubicBezTo>
                <a:cubicBezTo>
                  <a:pt x="760202" y="251866"/>
                  <a:pt x="721458" y="281582"/>
                  <a:pt x="721458" y="329781"/>
                </a:cubicBezTo>
                <a:lnTo>
                  <a:pt x="721458" y="509168"/>
                </a:lnTo>
                <a:lnTo>
                  <a:pt x="721458" y="509892"/>
                </a:lnTo>
                <a:cubicBezTo>
                  <a:pt x="721096" y="543958"/>
                  <a:pt x="693216" y="571500"/>
                  <a:pt x="659179" y="571500"/>
                </a:cubicBezTo>
                <a:cubicBezTo>
                  <a:pt x="625143" y="571500"/>
                  <a:pt x="596900" y="543595"/>
                  <a:pt x="596900" y="509168"/>
                </a:cubicBezTo>
                <a:lnTo>
                  <a:pt x="596900" y="62332"/>
                </a:lnTo>
                <a:cubicBezTo>
                  <a:pt x="596900" y="27905"/>
                  <a:pt x="625143" y="0"/>
                  <a:pt x="659179" y="0"/>
                </a:cubicBezTo>
                <a:close/>
              </a:path>
            </a:pathLst>
          </a:custGeom>
          <a:solidFill>
            <a:srgbClr val="FFFFFF"/>
          </a:solidFill>
        </p:spPr>
        <p:txBody>
          <a:bodyPr wrap="square">
            <a:noAutofit/>
          </a:bodyPr>
          <a:lstStyle>
            <a:lvl1pPr>
              <a:defRPr>
                <a:noFill/>
              </a:defRPr>
            </a:lvl1pPr>
          </a:lstStyle>
          <a:p>
            <a:pPr lvl="0"/>
            <a:r>
              <a:rPr lang="en-US"/>
              <a:t>Click to edit Master text styles</a:t>
            </a:r>
          </a:p>
        </p:txBody>
      </p:sp>
    </p:spTree>
    <p:extLst>
      <p:ext uri="{BB962C8B-B14F-4D97-AF65-F5344CB8AC3E}">
        <p14:creationId xmlns:p14="http://schemas.microsoft.com/office/powerpoint/2010/main" val="2362407602"/>
      </p:ext>
    </p:extLst>
  </p:cSld>
  <p:clrMapOvr>
    <a:masterClrMapping/>
  </p:clrMapOvr>
  <p:extLst>
    <p:ext uri="{DCECCB84-F9BA-43D5-87BE-67443E8EF086}">
      <p15:sldGuideLst xmlns:p15="http://schemas.microsoft.com/office/powerpoint/2012/main">
        <p15:guide id="1" orient="horz" pos="2160" userDrawn="1">
          <p15:clr>
            <a:srgbClr val="000000"/>
          </p15:clr>
        </p15:guide>
        <p15:guide id="2" pos="3840" userDrawn="1">
          <p15:clr>
            <a:srgbClr val="000000"/>
          </p15:clr>
        </p15:guide>
        <p15:guide id="3" pos="3931" userDrawn="1">
          <p15:clr>
            <a:srgbClr val="000000"/>
          </p15:clr>
        </p15:guide>
        <p15:guide id="4" pos="4974" userDrawn="1">
          <p15:clr>
            <a:srgbClr val="000000"/>
          </p15:clr>
        </p15:guide>
        <p15:guide id="5" pos="5155" userDrawn="1">
          <p15:clr>
            <a:srgbClr val="000000"/>
          </p15:clr>
        </p15:guide>
        <p15:guide id="6" pos="6199" userDrawn="1">
          <p15:clr>
            <a:srgbClr val="000000"/>
          </p15:clr>
        </p15:guide>
        <p15:guide id="7" pos="6380" userDrawn="1">
          <p15:clr>
            <a:srgbClr val="000000"/>
          </p15:clr>
        </p15:guide>
        <p15:guide id="8" pos="7423" userDrawn="1">
          <p15:clr>
            <a:srgbClr val="000000"/>
          </p15:clr>
        </p15:guide>
        <p15:guide id="9" pos="3749" userDrawn="1">
          <p15:clr>
            <a:srgbClr val="000000"/>
          </p15:clr>
        </p15:guide>
        <p15:guide id="10" pos="2706" userDrawn="1">
          <p15:clr>
            <a:srgbClr val="000000"/>
          </p15:clr>
        </p15:guide>
        <p15:guide id="11" pos="2525" userDrawn="1">
          <p15:clr>
            <a:srgbClr val="000000"/>
          </p15:clr>
        </p15:guide>
        <p15:guide id="12" pos="1481" userDrawn="1">
          <p15:clr>
            <a:srgbClr val="000000"/>
          </p15:clr>
        </p15:guide>
        <p15:guide id="13" pos="1300" userDrawn="1">
          <p15:clr>
            <a:srgbClr val="000000"/>
          </p15:clr>
        </p15:guide>
        <p15:guide id="14" pos="257" userDrawn="1">
          <p15:clr>
            <a:srgbClr val="000000"/>
          </p15:clr>
        </p15:guide>
        <p15:guide id="16" orient="horz" pos="1616" userDrawn="1">
          <p15:clr>
            <a:srgbClr val="000000"/>
          </p15:clr>
        </p15:guide>
        <p15:guide id="17" orient="horz" pos="1071" userDrawn="1">
          <p15:clr>
            <a:srgbClr val="000000"/>
          </p15:clr>
        </p15:guide>
        <p15:guide id="18" orient="horz" pos="2704" userDrawn="1">
          <p15:clr>
            <a:srgbClr val="000000"/>
          </p15:clr>
        </p15:guide>
        <p15:guide id="19" orient="horz" pos="3249" userDrawn="1">
          <p15:clr>
            <a:srgbClr val="000000"/>
          </p15:clr>
        </p15:guide>
        <p15:guide id="20" orient="horz" pos="3793" userDrawn="1">
          <p15:clr>
            <a:srgbClr val="000000"/>
          </p15:clr>
        </p15:guide>
        <p15:guide id="21" orient="horz" pos="527" userDrawn="1">
          <p15:clr>
            <a:srgbClr val="00000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Textur-Bild 1">
    <p:bg>
      <p:bgPr>
        <a:solidFill>
          <a:srgbClr val="05366C"/>
        </a:solidFill>
        <a:effectLst/>
      </p:bgPr>
    </p:bg>
    <p:spTree>
      <p:nvGrpSpPr>
        <p:cNvPr id="1" name=""/>
        <p:cNvGrpSpPr/>
        <p:nvPr/>
      </p:nvGrpSpPr>
      <p:grpSpPr>
        <a:xfrm>
          <a:off x="0" y="0"/>
          <a:ext cx="0" cy="0"/>
          <a:chOff x="0" y="0"/>
          <a:chExt cx="0" cy="0"/>
        </a:xfrm>
      </p:grpSpPr>
      <p:sp>
        <p:nvSpPr>
          <p:cNvPr id="8" name="Bildplatzhalter">
            <a:extLst>
              <a:ext uri="{FF2B5EF4-FFF2-40B4-BE49-F238E27FC236}">
                <a16:creationId xmlns:a16="http://schemas.microsoft.com/office/drawing/2014/main" id="{1C065DC2-D27A-3FBA-4467-F2E974DE4F52}"/>
              </a:ext>
            </a:extLst>
          </p:cNvPr>
          <p:cNvSpPr>
            <a:spLocks noGrp="1"/>
          </p:cNvSpPr>
          <p:nvPr>
            <p:ph type="pic" sz="quarter" idx="14"/>
          </p:nvPr>
        </p:nvSpPr>
        <p:spPr bwMode="auto">
          <a:xfrm>
            <a:off x="0" y="0"/>
            <a:ext cx="12192000" cy="4572000"/>
          </a:xfrm>
          <a:noFill/>
        </p:spPr>
        <p:txBody>
          <a:bodyPr/>
          <a:lstStyle>
            <a:lvl1pPr marL="0" indent="0">
              <a:buNone/>
              <a:defRPr/>
            </a:lvl1pPr>
          </a:lstStyle>
          <a:p>
            <a:r>
              <a:rPr lang="en-US"/>
              <a:t>Click icon to add picture</a:t>
            </a:r>
            <a:endParaRPr lang="en-GB" dirty="0"/>
          </a:p>
        </p:txBody>
      </p:sp>
      <p:sp>
        <p:nvSpPr>
          <p:cNvPr id="3" name="Untertitel 2">
            <a:extLst>
              <a:ext uri="{FF2B5EF4-FFF2-40B4-BE49-F238E27FC236}">
                <a16:creationId xmlns:a16="http://schemas.microsoft.com/office/drawing/2014/main" id="{D35C889B-AB96-B0DD-9EC2-DF3D18E76B18}"/>
              </a:ext>
            </a:extLst>
          </p:cNvPr>
          <p:cNvSpPr>
            <a:spLocks noGrp="1"/>
          </p:cNvSpPr>
          <p:nvPr>
            <p:ph type="subTitle" idx="1"/>
          </p:nvPr>
        </p:nvSpPr>
        <p:spPr bwMode="auto">
          <a:xfrm>
            <a:off x="2062800" y="5868000"/>
            <a:ext cx="4500000" cy="274883"/>
          </a:xfrm>
        </p:spPr>
        <p:txBody>
          <a:bodyPr anchor="t" anchorCtr="0">
            <a:spAutoFit/>
          </a:bodyPr>
          <a:lstStyle>
            <a:lvl1pPr marL="0" indent="0" algn="l">
              <a:spcBef>
                <a:spcPts val="0"/>
              </a:spcBef>
              <a:spcAft>
                <a:spcPts val="0"/>
              </a:spcAft>
              <a:buNone/>
              <a:defRPr sz="1800" b="0" u="none">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el 1">
            <a:extLst>
              <a:ext uri="{FF2B5EF4-FFF2-40B4-BE49-F238E27FC236}">
                <a16:creationId xmlns:a16="http://schemas.microsoft.com/office/drawing/2014/main" id="{84984282-40F4-0467-6471-F8DE96498263}"/>
              </a:ext>
            </a:extLst>
          </p:cNvPr>
          <p:cNvSpPr>
            <a:spLocks noGrp="1"/>
          </p:cNvSpPr>
          <p:nvPr>
            <p:ph type="ctrTitle"/>
          </p:nvPr>
        </p:nvSpPr>
        <p:spPr bwMode="auto">
          <a:xfrm>
            <a:off x="2062800" y="4075200"/>
            <a:ext cx="8407953" cy="1008357"/>
          </a:xfrm>
          <a:prstGeom prst="roundRect">
            <a:avLst>
              <a:gd name="adj" fmla="val 2849"/>
            </a:avLst>
          </a:prstGeom>
          <a:solidFill>
            <a:srgbClr val="9ADCF6"/>
          </a:solidFill>
        </p:spPr>
        <p:txBody>
          <a:bodyPr wrap="none" lIns="216000" tIns="144000" rIns="216000" bIns="144000" anchor="ctr" anchorCtr="0">
            <a:spAutoFit/>
          </a:bodyPr>
          <a:lstStyle>
            <a:lvl1pPr algn="l">
              <a:lnSpc>
                <a:spcPct val="92000"/>
              </a:lnSpc>
              <a:defRPr sz="5000">
                <a:solidFill>
                  <a:srgbClr val="05366C"/>
                </a:solidFill>
              </a:defRPr>
            </a:lvl1pPr>
          </a:lstStyle>
          <a:p>
            <a:r>
              <a:rPr lang="en-US"/>
              <a:t>Click to edit Master title style</a:t>
            </a:r>
            <a:endParaRPr lang="en-GB" dirty="0"/>
          </a:p>
        </p:txBody>
      </p:sp>
      <p:sp>
        <p:nvSpPr>
          <p:cNvPr id="5" name="Departementsname">
            <a:extLst>
              <a:ext uri="{FF2B5EF4-FFF2-40B4-BE49-F238E27FC236}">
                <a16:creationId xmlns:a16="http://schemas.microsoft.com/office/drawing/2014/main" id="{3E678576-6A04-EAF4-F38D-8AE772045C4B}"/>
              </a:ext>
            </a:extLst>
          </p:cNvPr>
          <p:cNvSpPr>
            <a:spLocks noGrp="1"/>
          </p:cNvSpPr>
          <p:nvPr>
            <p:ph type="body" sz="quarter" idx="15" hasCustomPrompt="1"/>
          </p:nvPr>
        </p:nvSpPr>
        <p:spPr bwMode="gray">
          <a:xfrm>
            <a:off x="6240464" y="512613"/>
            <a:ext cx="5543550" cy="324000"/>
          </a:xfrm>
        </p:spPr>
        <p:txBody>
          <a:bodyPr wrap="square" anchor="t" anchorCtr="0">
            <a:noAutofit/>
          </a:bodyPr>
          <a:lstStyle>
            <a:lvl1pPr marL="0" indent="0" algn="r">
              <a:spcBef>
                <a:spcPts val="0"/>
              </a:spcBef>
              <a:buNone/>
              <a:defRPr sz="1500" b="1">
                <a:solidFill>
                  <a:srgbClr val="FFFFFF"/>
                </a:solidFill>
              </a:defRPr>
            </a:lvl1pPr>
            <a:lvl2pPr marL="180000" indent="0">
              <a:buNone/>
              <a:defRPr sz="1800">
                <a:solidFill>
                  <a:srgbClr val="9ADCF6"/>
                </a:solidFill>
              </a:defRPr>
            </a:lvl2pPr>
            <a:lvl3pPr marL="360000" indent="0">
              <a:buNone/>
              <a:defRPr sz="1800">
                <a:solidFill>
                  <a:srgbClr val="9ADCF6"/>
                </a:solidFill>
              </a:defRPr>
            </a:lvl3pPr>
            <a:lvl4pPr marL="540000" indent="0">
              <a:buNone/>
              <a:defRPr sz="1800">
                <a:solidFill>
                  <a:srgbClr val="9ADCF6"/>
                </a:solidFill>
              </a:defRPr>
            </a:lvl4pPr>
            <a:lvl5pPr marL="720000" indent="0">
              <a:buNone/>
              <a:defRPr sz="1800">
                <a:solidFill>
                  <a:srgbClr val="9ADCF6"/>
                </a:solidFill>
              </a:defRPr>
            </a:lvl5pPr>
          </a:lstStyle>
          <a:p>
            <a:pPr lvl="0"/>
            <a:r>
              <a:rPr lang="en-GB" dirty="0" err="1"/>
              <a:t>Departementsname</a:t>
            </a:r>
            <a:r>
              <a:rPr lang="en-GB" dirty="0"/>
              <a:t> </a:t>
            </a:r>
            <a:r>
              <a:rPr lang="en-GB" dirty="0" err="1"/>
              <a:t>hinzufügen</a:t>
            </a:r>
            <a:endParaRPr lang="en-GB" dirty="0"/>
          </a:p>
        </p:txBody>
      </p:sp>
      <p:sp>
        <p:nvSpPr>
          <p:cNvPr id="24" name="Textplatzhalter 23" descr="Logo ZHAW">
            <a:extLst>
              <a:ext uri="{FF2B5EF4-FFF2-40B4-BE49-F238E27FC236}">
                <a16:creationId xmlns:a16="http://schemas.microsoft.com/office/drawing/2014/main" id="{5B5ACFD1-3E11-6FA0-E396-A8021D090156}"/>
              </a:ext>
            </a:extLst>
          </p:cNvPr>
          <p:cNvSpPr>
            <a:spLocks noGrp="1" noChangeAspect="1"/>
          </p:cNvSpPr>
          <p:nvPr>
            <p:ph type="body" sz="quarter" idx="16" hasCustomPrompt="1"/>
          </p:nvPr>
        </p:nvSpPr>
        <p:spPr bwMode="gray">
          <a:xfrm>
            <a:off x="379292" y="355143"/>
            <a:ext cx="991800" cy="1026000"/>
          </a:xfrm>
          <a:custGeom>
            <a:avLst/>
            <a:gdLst>
              <a:gd name="connsiteX0" fmla="*/ 276287 w 991800"/>
              <a:gd name="connsiteY0" fmla="*/ 822205 h 1026000"/>
              <a:gd name="connsiteX1" fmla="*/ 226697 w 991800"/>
              <a:gd name="connsiteY1" fmla="*/ 843288 h 1026000"/>
              <a:gd name="connsiteX2" fmla="*/ 184191 w 991800"/>
              <a:gd name="connsiteY2" fmla="*/ 850315 h 1026000"/>
              <a:gd name="connsiteX3" fmla="*/ 113349 w 991800"/>
              <a:gd name="connsiteY3" fmla="*/ 899507 h 1026000"/>
              <a:gd name="connsiteX4" fmla="*/ 177107 w 991800"/>
              <a:gd name="connsiteY4" fmla="*/ 948698 h 1026000"/>
              <a:gd name="connsiteX5" fmla="*/ 276287 w 991800"/>
              <a:gd name="connsiteY5" fmla="*/ 864370 h 1026000"/>
              <a:gd name="connsiteX6" fmla="*/ 467562 w 991800"/>
              <a:gd name="connsiteY6" fmla="*/ 604356 h 1026000"/>
              <a:gd name="connsiteX7" fmla="*/ 524237 w 991800"/>
              <a:gd name="connsiteY7" fmla="*/ 639493 h 1026000"/>
              <a:gd name="connsiteX8" fmla="*/ 531321 w 991800"/>
              <a:gd name="connsiteY8" fmla="*/ 653548 h 1026000"/>
              <a:gd name="connsiteX9" fmla="*/ 531321 w 991800"/>
              <a:gd name="connsiteY9" fmla="*/ 660575 h 1026000"/>
              <a:gd name="connsiteX10" fmla="*/ 580911 w 991800"/>
              <a:gd name="connsiteY10" fmla="*/ 871397 h 1026000"/>
              <a:gd name="connsiteX11" fmla="*/ 623417 w 991800"/>
              <a:gd name="connsiteY11" fmla="*/ 681657 h 1026000"/>
              <a:gd name="connsiteX12" fmla="*/ 630501 w 991800"/>
              <a:gd name="connsiteY12" fmla="*/ 660575 h 1026000"/>
              <a:gd name="connsiteX13" fmla="*/ 630501 w 991800"/>
              <a:gd name="connsiteY13" fmla="*/ 646520 h 1026000"/>
              <a:gd name="connsiteX14" fmla="*/ 701344 w 991800"/>
              <a:gd name="connsiteY14" fmla="*/ 604356 h 1026000"/>
              <a:gd name="connsiteX15" fmla="*/ 765102 w 991800"/>
              <a:gd name="connsiteY15" fmla="*/ 646520 h 1026000"/>
              <a:gd name="connsiteX16" fmla="*/ 772187 w 991800"/>
              <a:gd name="connsiteY16" fmla="*/ 653548 h 1026000"/>
              <a:gd name="connsiteX17" fmla="*/ 779271 w 991800"/>
              <a:gd name="connsiteY17" fmla="*/ 681657 h 1026000"/>
              <a:gd name="connsiteX18" fmla="*/ 821777 w 991800"/>
              <a:gd name="connsiteY18" fmla="*/ 871397 h 1026000"/>
              <a:gd name="connsiteX19" fmla="*/ 864282 w 991800"/>
              <a:gd name="connsiteY19" fmla="*/ 660575 h 1026000"/>
              <a:gd name="connsiteX20" fmla="*/ 871367 w 991800"/>
              <a:gd name="connsiteY20" fmla="*/ 646520 h 1026000"/>
              <a:gd name="connsiteX21" fmla="*/ 871367 w 991800"/>
              <a:gd name="connsiteY21" fmla="*/ 639493 h 1026000"/>
              <a:gd name="connsiteX22" fmla="*/ 928041 w 991800"/>
              <a:gd name="connsiteY22" fmla="*/ 604356 h 1026000"/>
              <a:gd name="connsiteX23" fmla="*/ 970547 w 991800"/>
              <a:gd name="connsiteY23" fmla="*/ 625438 h 1026000"/>
              <a:gd name="connsiteX24" fmla="*/ 991799 w 991800"/>
              <a:gd name="connsiteY24" fmla="*/ 660575 h 1026000"/>
              <a:gd name="connsiteX25" fmla="*/ 984715 w 991800"/>
              <a:gd name="connsiteY25" fmla="*/ 667603 h 1026000"/>
              <a:gd name="connsiteX26" fmla="*/ 977631 w 991800"/>
              <a:gd name="connsiteY26" fmla="*/ 702740 h 1026000"/>
              <a:gd name="connsiteX27" fmla="*/ 899704 w 991800"/>
              <a:gd name="connsiteY27" fmla="*/ 962753 h 1026000"/>
              <a:gd name="connsiteX28" fmla="*/ 892619 w 991800"/>
              <a:gd name="connsiteY28" fmla="*/ 976808 h 1026000"/>
              <a:gd name="connsiteX29" fmla="*/ 821777 w 991800"/>
              <a:gd name="connsiteY29" fmla="*/ 1026000 h 1026000"/>
              <a:gd name="connsiteX30" fmla="*/ 750934 w 991800"/>
              <a:gd name="connsiteY30" fmla="*/ 976808 h 1026000"/>
              <a:gd name="connsiteX31" fmla="*/ 743849 w 991800"/>
              <a:gd name="connsiteY31" fmla="*/ 962753 h 1026000"/>
              <a:gd name="connsiteX32" fmla="*/ 701344 w 991800"/>
              <a:gd name="connsiteY32" fmla="*/ 773014 h 1026000"/>
              <a:gd name="connsiteX33" fmla="*/ 651754 w 991800"/>
              <a:gd name="connsiteY33" fmla="*/ 962753 h 1026000"/>
              <a:gd name="connsiteX34" fmla="*/ 644669 w 991800"/>
              <a:gd name="connsiteY34" fmla="*/ 976808 h 1026000"/>
              <a:gd name="connsiteX35" fmla="*/ 573827 w 991800"/>
              <a:gd name="connsiteY35" fmla="*/ 1026000 h 1026000"/>
              <a:gd name="connsiteX36" fmla="*/ 502984 w 991800"/>
              <a:gd name="connsiteY36" fmla="*/ 976808 h 1026000"/>
              <a:gd name="connsiteX37" fmla="*/ 502984 w 991800"/>
              <a:gd name="connsiteY37" fmla="*/ 969781 h 1026000"/>
              <a:gd name="connsiteX38" fmla="*/ 495899 w 991800"/>
              <a:gd name="connsiteY38" fmla="*/ 962753 h 1026000"/>
              <a:gd name="connsiteX39" fmla="*/ 417972 w 991800"/>
              <a:gd name="connsiteY39" fmla="*/ 702740 h 1026000"/>
              <a:gd name="connsiteX40" fmla="*/ 410888 w 991800"/>
              <a:gd name="connsiteY40" fmla="*/ 667603 h 1026000"/>
              <a:gd name="connsiteX41" fmla="*/ 410888 w 991800"/>
              <a:gd name="connsiteY41" fmla="*/ 660575 h 1026000"/>
              <a:gd name="connsiteX42" fmla="*/ 425057 w 991800"/>
              <a:gd name="connsiteY42" fmla="*/ 625438 h 1026000"/>
              <a:gd name="connsiteX43" fmla="*/ 467562 w 991800"/>
              <a:gd name="connsiteY43" fmla="*/ 604356 h 1026000"/>
              <a:gd name="connsiteX44" fmla="*/ 205444 w 991800"/>
              <a:gd name="connsiteY44" fmla="*/ 604356 h 1026000"/>
              <a:gd name="connsiteX45" fmla="*/ 389636 w 991800"/>
              <a:gd name="connsiteY45" fmla="*/ 723822 h 1026000"/>
              <a:gd name="connsiteX46" fmla="*/ 389636 w 991800"/>
              <a:gd name="connsiteY46" fmla="*/ 906534 h 1026000"/>
              <a:gd name="connsiteX47" fmla="*/ 396720 w 991800"/>
              <a:gd name="connsiteY47" fmla="*/ 955726 h 1026000"/>
              <a:gd name="connsiteX48" fmla="*/ 403804 w 991800"/>
              <a:gd name="connsiteY48" fmla="*/ 976808 h 1026000"/>
              <a:gd name="connsiteX49" fmla="*/ 347130 w 991800"/>
              <a:gd name="connsiteY49" fmla="*/ 1026000 h 1026000"/>
              <a:gd name="connsiteX50" fmla="*/ 276287 w 991800"/>
              <a:gd name="connsiteY50" fmla="*/ 969781 h 1026000"/>
              <a:gd name="connsiteX51" fmla="*/ 127517 w 991800"/>
              <a:gd name="connsiteY51" fmla="*/ 1026000 h 1026000"/>
              <a:gd name="connsiteX52" fmla="*/ 0 w 991800"/>
              <a:gd name="connsiteY52" fmla="*/ 906534 h 1026000"/>
              <a:gd name="connsiteX53" fmla="*/ 155854 w 991800"/>
              <a:gd name="connsiteY53" fmla="*/ 773014 h 1026000"/>
              <a:gd name="connsiteX54" fmla="*/ 226697 w 991800"/>
              <a:gd name="connsiteY54" fmla="*/ 765986 h 1026000"/>
              <a:gd name="connsiteX55" fmla="*/ 269203 w 991800"/>
              <a:gd name="connsiteY55" fmla="*/ 730849 h 1026000"/>
              <a:gd name="connsiteX56" fmla="*/ 205444 w 991800"/>
              <a:gd name="connsiteY56" fmla="*/ 695712 h 1026000"/>
              <a:gd name="connsiteX57" fmla="*/ 127517 w 991800"/>
              <a:gd name="connsiteY57" fmla="*/ 730849 h 1026000"/>
              <a:gd name="connsiteX58" fmla="*/ 106264 w 991800"/>
              <a:gd name="connsiteY58" fmla="*/ 744904 h 1026000"/>
              <a:gd name="connsiteX59" fmla="*/ 77927 w 991800"/>
              <a:gd name="connsiteY59" fmla="*/ 758959 h 1026000"/>
              <a:gd name="connsiteX60" fmla="*/ 28337 w 991800"/>
              <a:gd name="connsiteY60" fmla="*/ 702740 h 1026000"/>
              <a:gd name="connsiteX61" fmla="*/ 205444 w 991800"/>
              <a:gd name="connsiteY61" fmla="*/ 604356 h 1026000"/>
              <a:gd name="connsiteX62" fmla="*/ 255034 w 991800"/>
              <a:gd name="connsiteY62" fmla="*/ 161630 h 1026000"/>
              <a:gd name="connsiteX63" fmla="*/ 517152 w 991800"/>
              <a:gd name="connsiteY63" fmla="*/ 161630 h 1026000"/>
              <a:gd name="connsiteX64" fmla="*/ 538405 w 991800"/>
              <a:gd name="connsiteY64" fmla="*/ 168657 h 1026000"/>
              <a:gd name="connsiteX65" fmla="*/ 566742 w 991800"/>
              <a:gd name="connsiteY65" fmla="*/ 189740 h 1026000"/>
              <a:gd name="connsiteX66" fmla="*/ 573827 w 991800"/>
              <a:gd name="connsiteY66" fmla="*/ 217849 h 1026000"/>
              <a:gd name="connsiteX67" fmla="*/ 552574 w 991800"/>
              <a:gd name="connsiteY67" fmla="*/ 260014 h 1026000"/>
              <a:gd name="connsiteX68" fmla="*/ 361298 w 991800"/>
              <a:gd name="connsiteY68" fmla="*/ 470835 h 1026000"/>
              <a:gd name="connsiteX69" fmla="*/ 524237 w 991800"/>
              <a:gd name="connsiteY69" fmla="*/ 470835 h 1026000"/>
              <a:gd name="connsiteX70" fmla="*/ 538405 w 991800"/>
              <a:gd name="connsiteY70" fmla="*/ 470835 h 1026000"/>
              <a:gd name="connsiteX71" fmla="*/ 573827 w 991800"/>
              <a:gd name="connsiteY71" fmla="*/ 520027 h 1026000"/>
              <a:gd name="connsiteX72" fmla="*/ 538405 w 991800"/>
              <a:gd name="connsiteY72" fmla="*/ 569219 h 1026000"/>
              <a:gd name="connsiteX73" fmla="*/ 524237 w 991800"/>
              <a:gd name="connsiteY73" fmla="*/ 569219 h 1026000"/>
              <a:gd name="connsiteX74" fmla="*/ 240865 w 991800"/>
              <a:gd name="connsiteY74" fmla="*/ 569219 h 1026000"/>
              <a:gd name="connsiteX75" fmla="*/ 184191 w 991800"/>
              <a:gd name="connsiteY75" fmla="*/ 527055 h 1026000"/>
              <a:gd name="connsiteX76" fmla="*/ 184191 w 991800"/>
              <a:gd name="connsiteY76" fmla="*/ 520027 h 1026000"/>
              <a:gd name="connsiteX77" fmla="*/ 198360 w 991800"/>
              <a:gd name="connsiteY77" fmla="*/ 477863 h 1026000"/>
              <a:gd name="connsiteX78" fmla="*/ 396720 w 991800"/>
              <a:gd name="connsiteY78" fmla="*/ 267041 h 1026000"/>
              <a:gd name="connsiteX79" fmla="*/ 255034 w 991800"/>
              <a:gd name="connsiteY79" fmla="*/ 267041 h 1026000"/>
              <a:gd name="connsiteX80" fmla="*/ 240865 w 991800"/>
              <a:gd name="connsiteY80" fmla="*/ 260014 h 1026000"/>
              <a:gd name="connsiteX81" fmla="*/ 205444 w 991800"/>
              <a:gd name="connsiteY81" fmla="*/ 217849 h 1026000"/>
              <a:gd name="connsiteX82" fmla="*/ 240865 w 991800"/>
              <a:gd name="connsiteY82" fmla="*/ 168657 h 1026000"/>
              <a:gd name="connsiteX83" fmla="*/ 255034 w 991800"/>
              <a:gd name="connsiteY83" fmla="*/ 161630 h 1026000"/>
              <a:gd name="connsiteX84" fmla="*/ 665923 w 991800"/>
              <a:gd name="connsiteY84" fmla="*/ 0 h 1026000"/>
              <a:gd name="connsiteX85" fmla="*/ 729681 w 991800"/>
              <a:gd name="connsiteY85" fmla="*/ 63247 h 1026000"/>
              <a:gd name="connsiteX86" fmla="*/ 729681 w 991800"/>
              <a:gd name="connsiteY86" fmla="*/ 189740 h 1026000"/>
              <a:gd name="connsiteX87" fmla="*/ 843030 w 991800"/>
              <a:gd name="connsiteY87" fmla="*/ 147575 h 1026000"/>
              <a:gd name="connsiteX88" fmla="*/ 991800 w 991800"/>
              <a:gd name="connsiteY88" fmla="*/ 295151 h 1026000"/>
              <a:gd name="connsiteX89" fmla="*/ 991800 w 991800"/>
              <a:gd name="connsiteY89" fmla="*/ 505973 h 1026000"/>
              <a:gd name="connsiteX90" fmla="*/ 928041 w 991800"/>
              <a:gd name="connsiteY90" fmla="*/ 569219 h 1026000"/>
              <a:gd name="connsiteX91" fmla="*/ 864283 w 991800"/>
              <a:gd name="connsiteY91" fmla="*/ 513000 h 1026000"/>
              <a:gd name="connsiteX92" fmla="*/ 864283 w 991800"/>
              <a:gd name="connsiteY92" fmla="*/ 505973 h 1026000"/>
              <a:gd name="connsiteX93" fmla="*/ 864283 w 991800"/>
              <a:gd name="connsiteY93" fmla="*/ 316233 h 1026000"/>
              <a:gd name="connsiteX94" fmla="*/ 800524 w 991800"/>
              <a:gd name="connsiteY94" fmla="*/ 252986 h 1026000"/>
              <a:gd name="connsiteX95" fmla="*/ 729681 w 991800"/>
              <a:gd name="connsiteY95" fmla="*/ 330288 h 1026000"/>
              <a:gd name="connsiteX96" fmla="*/ 729681 w 991800"/>
              <a:gd name="connsiteY96" fmla="*/ 505973 h 1026000"/>
              <a:gd name="connsiteX97" fmla="*/ 729681 w 991800"/>
              <a:gd name="connsiteY97" fmla="*/ 513000 h 1026000"/>
              <a:gd name="connsiteX98" fmla="*/ 665923 w 991800"/>
              <a:gd name="connsiteY98" fmla="*/ 569219 h 1026000"/>
              <a:gd name="connsiteX99" fmla="*/ 602164 w 991800"/>
              <a:gd name="connsiteY99" fmla="*/ 505973 h 1026000"/>
              <a:gd name="connsiteX100" fmla="*/ 602164 w 991800"/>
              <a:gd name="connsiteY100" fmla="*/ 63247 h 1026000"/>
              <a:gd name="connsiteX101" fmla="*/ 665923 w 991800"/>
              <a:gd name="connsiteY101" fmla="*/ 0 h 102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91800" h="1026000">
                <a:moveTo>
                  <a:pt x="276287" y="822205"/>
                </a:moveTo>
                <a:cubicBezTo>
                  <a:pt x="262119" y="836260"/>
                  <a:pt x="240866" y="843288"/>
                  <a:pt x="226697" y="843288"/>
                </a:cubicBezTo>
                <a:lnTo>
                  <a:pt x="184191" y="850315"/>
                </a:lnTo>
                <a:cubicBezTo>
                  <a:pt x="141686" y="857342"/>
                  <a:pt x="113349" y="871397"/>
                  <a:pt x="113349" y="899507"/>
                </a:cubicBezTo>
                <a:cubicBezTo>
                  <a:pt x="113349" y="927616"/>
                  <a:pt x="141686" y="948698"/>
                  <a:pt x="177107" y="948698"/>
                </a:cubicBezTo>
                <a:cubicBezTo>
                  <a:pt x="233781" y="948698"/>
                  <a:pt x="276287" y="906534"/>
                  <a:pt x="276287" y="864370"/>
                </a:cubicBezTo>
                <a:close/>
                <a:moveTo>
                  <a:pt x="467562" y="604356"/>
                </a:moveTo>
                <a:cubicBezTo>
                  <a:pt x="495899" y="604356"/>
                  <a:pt x="517152" y="618411"/>
                  <a:pt x="524237" y="639493"/>
                </a:cubicBezTo>
                <a:cubicBezTo>
                  <a:pt x="524237" y="639493"/>
                  <a:pt x="531321" y="646520"/>
                  <a:pt x="531321" y="653548"/>
                </a:cubicBezTo>
                <a:lnTo>
                  <a:pt x="531321" y="660575"/>
                </a:lnTo>
                <a:cubicBezTo>
                  <a:pt x="531321" y="660575"/>
                  <a:pt x="580911" y="864370"/>
                  <a:pt x="580911" y="871397"/>
                </a:cubicBezTo>
                <a:cubicBezTo>
                  <a:pt x="587995" y="843288"/>
                  <a:pt x="623417" y="681657"/>
                  <a:pt x="623417" y="681657"/>
                </a:cubicBezTo>
                <a:cubicBezTo>
                  <a:pt x="623417" y="674630"/>
                  <a:pt x="623417" y="667603"/>
                  <a:pt x="630501" y="660575"/>
                </a:cubicBezTo>
                <a:cubicBezTo>
                  <a:pt x="630501" y="653548"/>
                  <a:pt x="630501" y="646520"/>
                  <a:pt x="630501" y="646520"/>
                </a:cubicBezTo>
                <a:cubicBezTo>
                  <a:pt x="644669" y="618411"/>
                  <a:pt x="673007" y="604356"/>
                  <a:pt x="701344" y="604356"/>
                </a:cubicBezTo>
                <a:cubicBezTo>
                  <a:pt x="729681" y="604356"/>
                  <a:pt x="758018" y="618411"/>
                  <a:pt x="765102" y="646520"/>
                </a:cubicBezTo>
                <a:lnTo>
                  <a:pt x="772187" y="653548"/>
                </a:lnTo>
                <a:cubicBezTo>
                  <a:pt x="772187" y="667603"/>
                  <a:pt x="779271" y="674630"/>
                  <a:pt x="779271" y="681657"/>
                </a:cubicBezTo>
                <a:cubicBezTo>
                  <a:pt x="779271" y="681657"/>
                  <a:pt x="814692" y="864370"/>
                  <a:pt x="821777" y="871397"/>
                </a:cubicBezTo>
                <a:cubicBezTo>
                  <a:pt x="828861" y="843288"/>
                  <a:pt x="864282" y="660575"/>
                  <a:pt x="864282" y="660575"/>
                </a:cubicBezTo>
                <a:lnTo>
                  <a:pt x="871367" y="646520"/>
                </a:lnTo>
                <a:cubicBezTo>
                  <a:pt x="871367" y="646520"/>
                  <a:pt x="871367" y="639493"/>
                  <a:pt x="871367" y="639493"/>
                </a:cubicBezTo>
                <a:cubicBezTo>
                  <a:pt x="878451" y="618411"/>
                  <a:pt x="899704" y="604356"/>
                  <a:pt x="928041" y="604356"/>
                </a:cubicBezTo>
                <a:cubicBezTo>
                  <a:pt x="949294" y="604356"/>
                  <a:pt x="963462" y="611383"/>
                  <a:pt x="970547" y="625438"/>
                </a:cubicBezTo>
                <a:cubicBezTo>
                  <a:pt x="984715" y="632466"/>
                  <a:pt x="984715" y="646520"/>
                  <a:pt x="991799" y="660575"/>
                </a:cubicBezTo>
                <a:cubicBezTo>
                  <a:pt x="991799" y="660575"/>
                  <a:pt x="991799" y="667603"/>
                  <a:pt x="984715" y="667603"/>
                </a:cubicBezTo>
                <a:cubicBezTo>
                  <a:pt x="984715" y="681657"/>
                  <a:pt x="984715" y="695712"/>
                  <a:pt x="977631" y="702740"/>
                </a:cubicBezTo>
                <a:lnTo>
                  <a:pt x="899704" y="962753"/>
                </a:lnTo>
                <a:cubicBezTo>
                  <a:pt x="899704" y="969781"/>
                  <a:pt x="892619" y="976808"/>
                  <a:pt x="892619" y="976808"/>
                </a:cubicBezTo>
                <a:cubicBezTo>
                  <a:pt x="878451" y="1004918"/>
                  <a:pt x="857198" y="1026000"/>
                  <a:pt x="821777" y="1026000"/>
                </a:cubicBezTo>
                <a:cubicBezTo>
                  <a:pt x="793439" y="1026000"/>
                  <a:pt x="765102" y="1004918"/>
                  <a:pt x="750934" y="976808"/>
                </a:cubicBezTo>
                <a:lnTo>
                  <a:pt x="743849" y="962753"/>
                </a:lnTo>
                <a:cubicBezTo>
                  <a:pt x="743849" y="962753"/>
                  <a:pt x="701344" y="780041"/>
                  <a:pt x="701344" y="773014"/>
                </a:cubicBezTo>
                <a:cubicBezTo>
                  <a:pt x="694259" y="780041"/>
                  <a:pt x="651754" y="962753"/>
                  <a:pt x="651754" y="962753"/>
                </a:cubicBezTo>
                <a:cubicBezTo>
                  <a:pt x="651754" y="962753"/>
                  <a:pt x="644669" y="976808"/>
                  <a:pt x="644669" y="976808"/>
                </a:cubicBezTo>
                <a:cubicBezTo>
                  <a:pt x="637585" y="1004918"/>
                  <a:pt x="609248" y="1026000"/>
                  <a:pt x="573827" y="1026000"/>
                </a:cubicBezTo>
                <a:cubicBezTo>
                  <a:pt x="545489" y="1026000"/>
                  <a:pt x="517152" y="1004918"/>
                  <a:pt x="502984" y="976808"/>
                </a:cubicBezTo>
                <a:lnTo>
                  <a:pt x="502984" y="969781"/>
                </a:lnTo>
                <a:lnTo>
                  <a:pt x="495899" y="962753"/>
                </a:lnTo>
                <a:lnTo>
                  <a:pt x="417972" y="702740"/>
                </a:lnTo>
                <a:cubicBezTo>
                  <a:pt x="417972" y="695712"/>
                  <a:pt x="410888" y="681657"/>
                  <a:pt x="410888" y="667603"/>
                </a:cubicBezTo>
                <a:cubicBezTo>
                  <a:pt x="410888" y="667603"/>
                  <a:pt x="410888" y="660575"/>
                  <a:pt x="410888" y="660575"/>
                </a:cubicBezTo>
                <a:cubicBezTo>
                  <a:pt x="410888" y="646520"/>
                  <a:pt x="417972" y="632466"/>
                  <a:pt x="425057" y="625438"/>
                </a:cubicBezTo>
                <a:cubicBezTo>
                  <a:pt x="439225" y="611383"/>
                  <a:pt x="453394" y="604356"/>
                  <a:pt x="467562" y="604356"/>
                </a:cubicBezTo>
                <a:close/>
                <a:moveTo>
                  <a:pt x="205444" y="604356"/>
                </a:moveTo>
                <a:cubicBezTo>
                  <a:pt x="325877" y="604356"/>
                  <a:pt x="389636" y="646520"/>
                  <a:pt x="389636" y="723822"/>
                </a:cubicBezTo>
                <a:lnTo>
                  <a:pt x="389636" y="906534"/>
                </a:lnTo>
                <a:cubicBezTo>
                  <a:pt x="389636" y="927616"/>
                  <a:pt x="396720" y="941671"/>
                  <a:pt x="396720" y="955726"/>
                </a:cubicBezTo>
                <a:cubicBezTo>
                  <a:pt x="396720" y="962753"/>
                  <a:pt x="403804" y="969781"/>
                  <a:pt x="403804" y="976808"/>
                </a:cubicBezTo>
                <a:cubicBezTo>
                  <a:pt x="403804" y="1004918"/>
                  <a:pt x="375467" y="1026000"/>
                  <a:pt x="347130" y="1026000"/>
                </a:cubicBezTo>
                <a:cubicBezTo>
                  <a:pt x="304624" y="1026000"/>
                  <a:pt x="283371" y="1004918"/>
                  <a:pt x="276287" y="969781"/>
                </a:cubicBezTo>
                <a:cubicBezTo>
                  <a:pt x="233781" y="1004918"/>
                  <a:pt x="191276" y="1026000"/>
                  <a:pt x="127517" y="1026000"/>
                </a:cubicBezTo>
                <a:cubicBezTo>
                  <a:pt x="63759" y="1026000"/>
                  <a:pt x="0" y="983835"/>
                  <a:pt x="0" y="906534"/>
                </a:cubicBezTo>
                <a:cubicBezTo>
                  <a:pt x="0" y="808151"/>
                  <a:pt x="77927" y="787068"/>
                  <a:pt x="155854" y="773014"/>
                </a:cubicBezTo>
                <a:lnTo>
                  <a:pt x="226697" y="765986"/>
                </a:lnTo>
                <a:cubicBezTo>
                  <a:pt x="255034" y="765986"/>
                  <a:pt x="269203" y="758959"/>
                  <a:pt x="269203" y="730849"/>
                </a:cubicBezTo>
                <a:cubicBezTo>
                  <a:pt x="269203" y="702740"/>
                  <a:pt x="233781" y="695712"/>
                  <a:pt x="205444" y="695712"/>
                </a:cubicBezTo>
                <a:cubicBezTo>
                  <a:pt x="162939" y="695712"/>
                  <a:pt x="141686" y="716794"/>
                  <a:pt x="127517" y="730849"/>
                </a:cubicBezTo>
                <a:cubicBezTo>
                  <a:pt x="120433" y="737877"/>
                  <a:pt x="113349" y="737877"/>
                  <a:pt x="106264" y="744904"/>
                </a:cubicBezTo>
                <a:cubicBezTo>
                  <a:pt x="99180" y="751931"/>
                  <a:pt x="85011" y="758959"/>
                  <a:pt x="77927" y="758959"/>
                </a:cubicBezTo>
                <a:cubicBezTo>
                  <a:pt x="49590" y="758959"/>
                  <a:pt x="28337" y="730849"/>
                  <a:pt x="28337" y="702740"/>
                </a:cubicBezTo>
                <a:cubicBezTo>
                  <a:pt x="28337" y="653548"/>
                  <a:pt x="92096" y="604356"/>
                  <a:pt x="205444" y="604356"/>
                </a:cubicBezTo>
                <a:close/>
                <a:moveTo>
                  <a:pt x="255034" y="161630"/>
                </a:moveTo>
                <a:lnTo>
                  <a:pt x="517152" y="161630"/>
                </a:lnTo>
                <a:cubicBezTo>
                  <a:pt x="524237" y="161630"/>
                  <a:pt x="531321" y="161630"/>
                  <a:pt x="538405" y="168657"/>
                </a:cubicBezTo>
                <a:cubicBezTo>
                  <a:pt x="552574" y="168657"/>
                  <a:pt x="559658" y="175685"/>
                  <a:pt x="566742" y="189740"/>
                </a:cubicBezTo>
                <a:cubicBezTo>
                  <a:pt x="566742" y="196767"/>
                  <a:pt x="573827" y="203794"/>
                  <a:pt x="573827" y="217849"/>
                </a:cubicBezTo>
                <a:cubicBezTo>
                  <a:pt x="573827" y="231904"/>
                  <a:pt x="566742" y="245959"/>
                  <a:pt x="552574" y="260014"/>
                </a:cubicBezTo>
                <a:cubicBezTo>
                  <a:pt x="552574" y="260014"/>
                  <a:pt x="368382" y="463808"/>
                  <a:pt x="361298" y="470835"/>
                </a:cubicBezTo>
                <a:lnTo>
                  <a:pt x="524237" y="470835"/>
                </a:lnTo>
                <a:cubicBezTo>
                  <a:pt x="531321" y="470835"/>
                  <a:pt x="538405" y="470835"/>
                  <a:pt x="538405" y="470835"/>
                </a:cubicBezTo>
                <a:cubicBezTo>
                  <a:pt x="559658" y="477863"/>
                  <a:pt x="573827" y="498945"/>
                  <a:pt x="573827" y="520027"/>
                </a:cubicBezTo>
                <a:cubicBezTo>
                  <a:pt x="573827" y="541109"/>
                  <a:pt x="559658" y="562192"/>
                  <a:pt x="538405" y="569219"/>
                </a:cubicBezTo>
                <a:cubicBezTo>
                  <a:pt x="538405" y="569219"/>
                  <a:pt x="531321" y="569219"/>
                  <a:pt x="524237" y="569219"/>
                </a:cubicBezTo>
                <a:lnTo>
                  <a:pt x="240865" y="569219"/>
                </a:lnTo>
                <a:cubicBezTo>
                  <a:pt x="205444" y="569219"/>
                  <a:pt x="184191" y="548137"/>
                  <a:pt x="184191" y="527055"/>
                </a:cubicBezTo>
                <a:lnTo>
                  <a:pt x="184191" y="520027"/>
                </a:lnTo>
                <a:cubicBezTo>
                  <a:pt x="184191" y="505972"/>
                  <a:pt x="191275" y="484890"/>
                  <a:pt x="198360" y="477863"/>
                </a:cubicBezTo>
                <a:cubicBezTo>
                  <a:pt x="198360" y="477863"/>
                  <a:pt x="389635" y="274068"/>
                  <a:pt x="396720" y="267041"/>
                </a:cubicBezTo>
                <a:lnTo>
                  <a:pt x="255034" y="267041"/>
                </a:lnTo>
                <a:cubicBezTo>
                  <a:pt x="247950" y="267041"/>
                  <a:pt x="240865" y="267041"/>
                  <a:pt x="240865" y="260014"/>
                </a:cubicBezTo>
                <a:cubicBezTo>
                  <a:pt x="219612" y="252986"/>
                  <a:pt x="205444" y="238931"/>
                  <a:pt x="205444" y="217849"/>
                </a:cubicBezTo>
                <a:cubicBezTo>
                  <a:pt x="205444" y="189740"/>
                  <a:pt x="219612" y="175685"/>
                  <a:pt x="240865" y="168657"/>
                </a:cubicBezTo>
                <a:cubicBezTo>
                  <a:pt x="240865" y="161630"/>
                  <a:pt x="247950" y="161630"/>
                  <a:pt x="255034" y="161630"/>
                </a:cubicBezTo>
                <a:close/>
                <a:moveTo>
                  <a:pt x="665923" y="0"/>
                </a:moveTo>
                <a:cubicBezTo>
                  <a:pt x="701344" y="0"/>
                  <a:pt x="722597" y="28110"/>
                  <a:pt x="729681" y="63247"/>
                </a:cubicBezTo>
                <a:lnTo>
                  <a:pt x="729681" y="189740"/>
                </a:lnTo>
                <a:cubicBezTo>
                  <a:pt x="758018" y="161630"/>
                  <a:pt x="793440" y="147575"/>
                  <a:pt x="843030" y="147575"/>
                </a:cubicBezTo>
                <a:cubicBezTo>
                  <a:pt x="935125" y="147575"/>
                  <a:pt x="991800" y="203795"/>
                  <a:pt x="991800" y="295151"/>
                </a:cubicBezTo>
                <a:lnTo>
                  <a:pt x="991800" y="505973"/>
                </a:lnTo>
                <a:cubicBezTo>
                  <a:pt x="991800" y="541110"/>
                  <a:pt x="963463" y="569219"/>
                  <a:pt x="928041" y="569219"/>
                </a:cubicBezTo>
                <a:cubicBezTo>
                  <a:pt x="892620" y="569219"/>
                  <a:pt x="864283" y="541110"/>
                  <a:pt x="864283" y="513000"/>
                </a:cubicBezTo>
                <a:lnTo>
                  <a:pt x="864283" y="505973"/>
                </a:lnTo>
                <a:lnTo>
                  <a:pt x="864283" y="316233"/>
                </a:lnTo>
                <a:cubicBezTo>
                  <a:pt x="864283" y="295151"/>
                  <a:pt x="857198" y="252986"/>
                  <a:pt x="800524" y="252986"/>
                </a:cubicBezTo>
                <a:cubicBezTo>
                  <a:pt x="765103" y="252986"/>
                  <a:pt x="729681" y="281096"/>
                  <a:pt x="729681" y="330288"/>
                </a:cubicBezTo>
                <a:lnTo>
                  <a:pt x="729681" y="505973"/>
                </a:lnTo>
                <a:lnTo>
                  <a:pt x="729681" y="513000"/>
                </a:lnTo>
                <a:cubicBezTo>
                  <a:pt x="729681" y="541110"/>
                  <a:pt x="701344" y="569219"/>
                  <a:pt x="665923" y="569219"/>
                </a:cubicBezTo>
                <a:cubicBezTo>
                  <a:pt x="630501" y="569219"/>
                  <a:pt x="602164" y="541110"/>
                  <a:pt x="602164" y="505973"/>
                </a:cubicBezTo>
                <a:lnTo>
                  <a:pt x="602164" y="63247"/>
                </a:lnTo>
                <a:cubicBezTo>
                  <a:pt x="602164" y="28110"/>
                  <a:pt x="630501" y="0"/>
                  <a:pt x="665923" y="0"/>
                </a:cubicBezTo>
                <a:close/>
              </a:path>
            </a:pathLst>
          </a:custGeom>
          <a:solidFill>
            <a:srgbClr val="FFFFFF"/>
          </a:solidFill>
        </p:spPr>
        <p:txBody>
          <a:bodyPr wrap="square">
            <a:noAutofit/>
          </a:bodyPr>
          <a:lstStyle>
            <a:lvl1pPr marL="0" indent="0">
              <a:buNone/>
              <a:defRPr/>
            </a:lvl1pPr>
          </a:lstStyle>
          <a:p>
            <a:pPr lvl="0"/>
            <a:r>
              <a:rPr lang="en-GB" dirty="0"/>
              <a:t>   </a:t>
            </a:r>
          </a:p>
        </p:txBody>
      </p:sp>
    </p:spTree>
    <p:extLst>
      <p:ext uri="{BB962C8B-B14F-4D97-AF65-F5344CB8AC3E}">
        <p14:creationId xmlns:p14="http://schemas.microsoft.com/office/powerpoint/2010/main" val="2474903440"/>
      </p:ext>
    </p:extLst>
  </p:cSld>
  <p:clrMapOvr>
    <a:masterClrMapping/>
  </p:clrMapOvr>
  <p:extLst>
    <p:ext uri="{DCECCB84-F9BA-43D5-87BE-67443E8EF086}">
      <p15:sldGuideLst xmlns:p15="http://schemas.microsoft.com/office/powerpoint/2012/main">
        <p15:guide id="1" orient="horz" pos="2160">
          <p15:clr>
            <a:srgbClr val="000000"/>
          </p15:clr>
        </p15:guide>
        <p15:guide id="2" pos="3840">
          <p15:clr>
            <a:srgbClr val="000000"/>
          </p15:clr>
        </p15:guide>
        <p15:guide id="3" pos="3931">
          <p15:clr>
            <a:srgbClr val="000000"/>
          </p15:clr>
        </p15:guide>
        <p15:guide id="4" pos="4974">
          <p15:clr>
            <a:srgbClr val="000000"/>
          </p15:clr>
        </p15:guide>
        <p15:guide id="5" pos="5155">
          <p15:clr>
            <a:srgbClr val="000000"/>
          </p15:clr>
        </p15:guide>
        <p15:guide id="6" pos="6199">
          <p15:clr>
            <a:srgbClr val="000000"/>
          </p15:clr>
        </p15:guide>
        <p15:guide id="7" pos="6380">
          <p15:clr>
            <a:srgbClr val="000000"/>
          </p15:clr>
        </p15:guide>
        <p15:guide id="8" pos="7423">
          <p15:clr>
            <a:srgbClr val="000000"/>
          </p15:clr>
        </p15:guide>
        <p15:guide id="9" pos="3749">
          <p15:clr>
            <a:srgbClr val="000000"/>
          </p15:clr>
        </p15:guide>
        <p15:guide id="10" pos="2706">
          <p15:clr>
            <a:srgbClr val="000000"/>
          </p15:clr>
        </p15:guide>
        <p15:guide id="11" pos="2525">
          <p15:clr>
            <a:srgbClr val="000000"/>
          </p15:clr>
        </p15:guide>
        <p15:guide id="12" pos="1481">
          <p15:clr>
            <a:srgbClr val="000000"/>
          </p15:clr>
        </p15:guide>
        <p15:guide id="13" pos="1300">
          <p15:clr>
            <a:srgbClr val="000000"/>
          </p15:clr>
        </p15:guide>
        <p15:guide id="14" pos="257">
          <p15:clr>
            <a:srgbClr val="000000"/>
          </p15:clr>
        </p15:guide>
        <p15:guide id="16" orient="horz" pos="1616">
          <p15:clr>
            <a:srgbClr val="000000"/>
          </p15:clr>
        </p15:guide>
        <p15:guide id="17" orient="horz" pos="1094" userDrawn="1">
          <p15:clr>
            <a:srgbClr val="000000"/>
          </p15:clr>
        </p15:guide>
        <p15:guide id="18" orient="horz" pos="2704">
          <p15:clr>
            <a:srgbClr val="000000"/>
          </p15:clr>
        </p15:guide>
        <p15:guide id="19" orient="horz" pos="3249">
          <p15:clr>
            <a:srgbClr val="000000"/>
          </p15:clr>
        </p15:guide>
        <p15:guide id="20" orient="horz" pos="3793">
          <p15:clr>
            <a:srgbClr val="000000"/>
          </p15:clr>
        </p15:guide>
        <p15:guide id="21" orient="horz" pos="527">
          <p15:clr>
            <a:srgbClr val="000000"/>
          </p15:clr>
        </p15:guide>
        <p15:guide id="22" orient="horz" pos="2886" userDrawn="1">
          <p15:clr>
            <a:srgbClr val="00000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folie Video 1">
    <p:bg>
      <p:bgPr>
        <a:solidFill>
          <a:srgbClr val="05366C"/>
        </a:solidFill>
        <a:effectLst/>
      </p:bgPr>
    </p:bg>
    <p:spTree>
      <p:nvGrpSpPr>
        <p:cNvPr id="1" name=""/>
        <p:cNvGrpSpPr/>
        <p:nvPr/>
      </p:nvGrpSpPr>
      <p:grpSpPr>
        <a:xfrm>
          <a:off x="0" y="0"/>
          <a:ext cx="0" cy="0"/>
          <a:chOff x="0" y="0"/>
          <a:chExt cx="0" cy="0"/>
        </a:xfrm>
      </p:grpSpPr>
      <p:sp>
        <p:nvSpPr>
          <p:cNvPr id="20" name="Medienplatzhalter 19">
            <a:extLst>
              <a:ext uri="{FF2B5EF4-FFF2-40B4-BE49-F238E27FC236}">
                <a16:creationId xmlns:a16="http://schemas.microsoft.com/office/drawing/2014/main" id="{E820B64D-9619-C497-8384-186431E4D825}"/>
              </a:ext>
            </a:extLst>
          </p:cNvPr>
          <p:cNvSpPr>
            <a:spLocks noGrp="1"/>
          </p:cNvSpPr>
          <p:nvPr>
            <p:ph type="media" sz="quarter" idx="17"/>
          </p:nvPr>
        </p:nvSpPr>
        <p:spPr>
          <a:xfrm>
            <a:off x="0" y="-1"/>
            <a:ext cx="12192000" cy="4572000"/>
          </a:xfrm>
        </p:spPr>
        <p:txBody>
          <a:bodyPr/>
          <a:lstStyle>
            <a:lvl1pPr marL="0" indent="0">
              <a:buNone/>
              <a:defRPr/>
            </a:lvl1pPr>
          </a:lstStyle>
          <a:p>
            <a:r>
              <a:rPr lang="en-US"/>
              <a:t>Click icon to add media</a:t>
            </a:r>
            <a:endParaRPr lang="en-GB" dirty="0"/>
          </a:p>
        </p:txBody>
      </p:sp>
      <p:sp>
        <p:nvSpPr>
          <p:cNvPr id="3" name="Untertitel 2">
            <a:extLst>
              <a:ext uri="{FF2B5EF4-FFF2-40B4-BE49-F238E27FC236}">
                <a16:creationId xmlns:a16="http://schemas.microsoft.com/office/drawing/2014/main" id="{D35C889B-AB96-B0DD-9EC2-DF3D18E76B18}"/>
              </a:ext>
            </a:extLst>
          </p:cNvPr>
          <p:cNvSpPr>
            <a:spLocks noGrp="1"/>
          </p:cNvSpPr>
          <p:nvPr>
            <p:ph type="subTitle" idx="1"/>
          </p:nvPr>
        </p:nvSpPr>
        <p:spPr bwMode="auto">
          <a:xfrm>
            <a:off x="2062800" y="5868000"/>
            <a:ext cx="4500000" cy="274883"/>
          </a:xfrm>
        </p:spPr>
        <p:txBody>
          <a:bodyPr anchor="t" anchorCtr="0">
            <a:spAutoFit/>
          </a:bodyPr>
          <a:lstStyle>
            <a:lvl1pPr marL="0" indent="0" algn="l">
              <a:spcBef>
                <a:spcPts val="0"/>
              </a:spcBef>
              <a:spcAft>
                <a:spcPts val="0"/>
              </a:spcAft>
              <a:buNone/>
              <a:defRPr sz="1800" b="0" u="none">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el 1">
            <a:extLst>
              <a:ext uri="{FF2B5EF4-FFF2-40B4-BE49-F238E27FC236}">
                <a16:creationId xmlns:a16="http://schemas.microsoft.com/office/drawing/2014/main" id="{84984282-40F4-0467-6471-F8DE96498263}"/>
              </a:ext>
            </a:extLst>
          </p:cNvPr>
          <p:cNvSpPr>
            <a:spLocks noGrp="1"/>
          </p:cNvSpPr>
          <p:nvPr>
            <p:ph type="ctrTitle"/>
          </p:nvPr>
        </p:nvSpPr>
        <p:spPr bwMode="auto">
          <a:xfrm>
            <a:off x="2062800" y="4076256"/>
            <a:ext cx="8407953" cy="1008357"/>
          </a:xfrm>
          <a:prstGeom prst="roundRect">
            <a:avLst>
              <a:gd name="adj" fmla="val 2849"/>
            </a:avLst>
          </a:prstGeom>
          <a:solidFill>
            <a:srgbClr val="9ADCF6"/>
          </a:solidFill>
        </p:spPr>
        <p:txBody>
          <a:bodyPr wrap="none" lIns="216000" tIns="144000" rIns="216000" bIns="144000" anchor="ctr" anchorCtr="0">
            <a:spAutoFit/>
          </a:bodyPr>
          <a:lstStyle>
            <a:lvl1pPr algn="l">
              <a:lnSpc>
                <a:spcPct val="92000"/>
              </a:lnSpc>
              <a:defRPr sz="5000">
                <a:solidFill>
                  <a:srgbClr val="05366C"/>
                </a:solidFill>
              </a:defRPr>
            </a:lvl1pPr>
          </a:lstStyle>
          <a:p>
            <a:r>
              <a:rPr lang="en-US"/>
              <a:t>Click to edit Master title style</a:t>
            </a:r>
            <a:endParaRPr lang="en-GB" dirty="0"/>
          </a:p>
        </p:txBody>
      </p:sp>
      <p:sp>
        <p:nvSpPr>
          <p:cNvPr id="5" name="Departementsname">
            <a:extLst>
              <a:ext uri="{FF2B5EF4-FFF2-40B4-BE49-F238E27FC236}">
                <a16:creationId xmlns:a16="http://schemas.microsoft.com/office/drawing/2014/main" id="{3E678576-6A04-EAF4-F38D-8AE772045C4B}"/>
              </a:ext>
            </a:extLst>
          </p:cNvPr>
          <p:cNvSpPr>
            <a:spLocks noGrp="1"/>
          </p:cNvSpPr>
          <p:nvPr>
            <p:ph type="body" sz="quarter" idx="15" hasCustomPrompt="1"/>
          </p:nvPr>
        </p:nvSpPr>
        <p:spPr bwMode="gray">
          <a:xfrm>
            <a:off x="6240464" y="512613"/>
            <a:ext cx="5543550" cy="324000"/>
          </a:xfrm>
        </p:spPr>
        <p:txBody>
          <a:bodyPr wrap="square" anchor="t" anchorCtr="0">
            <a:noAutofit/>
          </a:bodyPr>
          <a:lstStyle>
            <a:lvl1pPr marL="0" indent="0" algn="r">
              <a:spcBef>
                <a:spcPts val="0"/>
              </a:spcBef>
              <a:buNone/>
              <a:defRPr sz="1500" b="1">
                <a:solidFill>
                  <a:srgbClr val="FFFFFF"/>
                </a:solidFill>
              </a:defRPr>
            </a:lvl1pPr>
            <a:lvl2pPr marL="180000" indent="0">
              <a:buNone/>
              <a:defRPr sz="1800">
                <a:solidFill>
                  <a:srgbClr val="9ADCF6"/>
                </a:solidFill>
              </a:defRPr>
            </a:lvl2pPr>
            <a:lvl3pPr marL="360000" indent="0">
              <a:buNone/>
              <a:defRPr sz="1800">
                <a:solidFill>
                  <a:srgbClr val="9ADCF6"/>
                </a:solidFill>
              </a:defRPr>
            </a:lvl3pPr>
            <a:lvl4pPr marL="540000" indent="0">
              <a:buNone/>
              <a:defRPr sz="1800">
                <a:solidFill>
                  <a:srgbClr val="9ADCF6"/>
                </a:solidFill>
              </a:defRPr>
            </a:lvl4pPr>
            <a:lvl5pPr marL="720000" indent="0">
              <a:buNone/>
              <a:defRPr sz="1800">
                <a:solidFill>
                  <a:srgbClr val="9ADCF6"/>
                </a:solidFill>
              </a:defRPr>
            </a:lvl5pPr>
          </a:lstStyle>
          <a:p>
            <a:pPr lvl="0"/>
            <a:r>
              <a:rPr lang="en-GB" dirty="0" err="1"/>
              <a:t>Departementsname</a:t>
            </a:r>
            <a:r>
              <a:rPr lang="en-GB" dirty="0"/>
              <a:t> </a:t>
            </a:r>
            <a:r>
              <a:rPr lang="en-GB" dirty="0" err="1"/>
              <a:t>hinzufügen</a:t>
            </a:r>
            <a:endParaRPr lang="en-GB" dirty="0"/>
          </a:p>
        </p:txBody>
      </p:sp>
      <p:sp>
        <p:nvSpPr>
          <p:cNvPr id="24" name="Textplatzhalter 23" descr="Logo ZHAW">
            <a:extLst>
              <a:ext uri="{FF2B5EF4-FFF2-40B4-BE49-F238E27FC236}">
                <a16:creationId xmlns:a16="http://schemas.microsoft.com/office/drawing/2014/main" id="{5B5ACFD1-3E11-6FA0-E396-A8021D090156}"/>
              </a:ext>
            </a:extLst>
          </p:cNvPr>
          <p:cNvSpPr>
            <a:spLocks noGrp="1" noChangeAspect="1"/>
          </p:cNvSpPr>
          <p:nvPr>
            <p:ph type="body" sz="quarter" idx="16" hasCustomPrompt="1"/>
          </p:nvPr>
        </p:nvSpPr>
        <p:spPr bwMode="gray">
          <a:xfrm>
            <a:off x="379292" y="355143"/>
            <a:ext cx="991800" cy="1026000"/>
          </a:xfrm>
          <a:custGeom>
            <a:avLst/>
            <a:gdLst>
              <a:gd name="connsiteX0" fmla="*/ 276287 w 991800"/>
              <a:gd name="connsiteY0" fmla="*/ 822205 h 1026000"/>
              <a:gd name="connsiteX1" fmla="*/ 226697 w 991800"/>
              <a:gd name="connsiteY1" fmla="*/ 843288 h 1026000"/>
              <a:gd name="connsiteX2" fmla="*/ 184191 w 991800"/>
              <a:gd name="connsiteY2" fmla="*/ 850315 h 1026000"/>
              <a:gd name="connsiteX3" fmla="*/ 113349 w 991800"/>
              <a:gd name="connsiteY3" fmla="*/ 899507 h 1026000"/>
              <a:gd name="connsiteX4" fmla="*/ 177107 w 991800"/>
              <a:gd name="connsiteY4" fmla="*/ 948698 h 1026000"/>
              <a:gd name="connsiteX5" fmla="*/ 276287 w 991800"/>
              <a:gd name="connsiteY5" fmla="*/ 864370 h 1026000"/>
              <a:gd name="connsiteX6" fmla="*/ 467562 w 991800"/>
              <a:gd name="connsiteY6" fmla="*/ 604356 h 1026000"/>
              <a:gd name="connsiteX7" fmla="*/ 524237 w 991800"/>
              <a:gd name="connsiteY7" fmla="*/ 639493 h 1026000"/>
              <a:gd name="connsiteX8" fmla="*/ 531321 w 991800"/>
              <a:gd name="connsiteY8" fmla="*/ 653548 h 1026000"/>
              <a:gd name="connsiteX9" fmla="*/ 531321 w 991800"/>
              <a:gd name="connsiteY9" fmla="*/ 660575 h 1026000"/>
              <a:gd name="connsiteX10" fmla="*/ 580911 w 991800"/>
              <a:gd name="connsiteY10" fmla="*/ 871397 h 1026000"/>
              <a:gd name="connsiteX11" fmla="*/ 623417 w 991800"/>
              <a:gd name="connsiteY11" fmla="*/ 681657 h 1026000"/>
              <a:gd name="connsiteX12" fmla="*/ 630501 w 991800"/>
              <a:gd name="connsiteY12" fmla="*/ 660575 h 1026000"/>
              <a:gd name="connsiteX13" fmla="*/ 630501 w 991800"/>
              <a:gd name="connsiteY13" fmla="*/ 646520 h 1026000"/>
              <a:gd name="connsiteX14" fmla="*/ 701344 w 991800"/>
              <a:gd name="connsiteY14" fmla="*/ 604356 h 1026000"/>
              <a:gd name="connsiteX15" fmla="*/ 765102 w 991800"/>
              <a:gd name="connsiteY15" fmla="*/ 646520 h 1026000"/>
              <a:gd name="connsiteX16" fmla="*/ 772187 w 991800"/>
              <a:gd name="connsiteY16" fmla="*/ 653548 h 1026000"/>
              <a:gd name="connsiteX17" fmla="*/ 779271 w 991800"/>
              <a:gd name="connsiteY17" fmla="*/ 681657 h 1026000"/>
              <a:gd name="connsiteX18" fmla="*/ 821777 w 991800"/>
              <a:gd name="connsiteY18" fmla="*/ 871397 h 1026000"/>
              <a:gd name="connsiteX19" fmla="*/ 864282 w 991800"/>
              <a:gd name="connsiteY19" fmla="*/ 660575 h 1026000"/>
              <a:gd name="connsiteX20" fmla="*/ 871367 w 991800"/>
              <a:gd name="connsiteY20" fmla="*/ 646520 h 1026000"/>
              <a:gd name="connsiteX21" fmla="*/ 871367 w 991800"/>
              <a:gd name="connsiteY21" fmla="*/ 639493 h 1026000"/>
              <a:gd name="connsiteX22" fmla="*/ 928041 w 991800"/>
              <a:gd name="connsiteY22" fmla="*/ 604356 h 1026000"/>
              <a:gd name="connsiteX23" fmla="*/ 970547 w 991800"/>
              <a:gd name="connsiteY23" fmla="*/ 625438 h 1026000"/>
              <a:gd name="connsiteX24" fmla="*/ 991799 w 991800"/>
              <a:gd name="connsiteY24" fmla="*/ 660575 h 1026000"/>
              <a:gd name="connsiteX25" fmla="*/ 984715 w 991800"/>
              <a:gd name="connsiteY25" fmla="*/ 667603 h 1026000"/>
              <a:gd name="connsiteX26" fmla="*/ 977631 w 991800"/>
              <a:gd name="connsiteY26" fmla="*/ 702740 h 1026000"/>
              <a:gd name="connsiteX27" fmla="*/ 899704 w 991800"/>
              <a:gd name="connsiteY27" fmla="*/ 962753 h 1026000"/>
              <a:gd name="connsiteX28" fmla="*/ 892619 w 991800"/>
              <a:gd name="connsiteY28" fmla="*/ 976808 h 1026000"/>
              <a:gd name="connsiteX29" fmla="*/ 821777 w 991800"/>
              <a:gd name="connsiteY29" fmla="*/ 1026000 h 1026000"/>
              <a:gd name="connsiteX30" fmla="*/ 750934 w 991800"/>
              <a:gd name="connsiteY30" fmla="*/ 976808 h 1026000"/>
              <a:gd name="connsiteX31" fmla="*/ 743849 w 991800"/>
              <a:gd name="connsiteY31" fmla="*/ 962753 h 1026000"/>
              <a:gd name="connsiteX32" fmla="*/ 701344 w 991800"/>
              <a:gd name="connsiteY32" fmla="*/ 773014 h 1026000"/>
              <a:gd name="connsiteX33" fmla="*/ 651754 w 991800"/>
              <a:gd name="connsiteY33" fmla="*/ 962753 h 1026000"/>
              <a:gd name="connsiteX34" fmla="*/ 644669 w 991800"/>
              <a:gd name="connsiteY34" fmla="*/ 976808 h 1026000"/>
              <a:gd name="connsiteX35" fmla="*/ 573827 w 991800"/>
              <a:gd name="connsiteY35" fmla="*/ 1026000 h 1026000"/>
              <a:gd name="connsiteX36" fmla="*/ 502984 w 991800"/>
              <a:gd name="connsiteY36" fmla="*/ 976808 h 1026000"/>
              <a:gd name="connsiteX37" fmla="*/ 502984 w 991800"/>
              <a:gd name="connsiteY37" fmla="*/ 969781 h 1026000"/>
              <a:gd name="connsiteX38" fmla="*/ 495899 w 991800"/>
              <a:gd name="connsiteY38" fmla="*/ 962753 h 1026000"/>
              <a:gd name="connsiteX39" fmla="*/ 417972 w 991800"/>
              <a:gd name="connsiteY39" fmla="*/ 702740 h 1026000"/>
              <a:gd name="connsiteX40" fmla="*/ 410888 w 991800"/>
              <a:gd name="connsiteY40" fmla="*/ 667603 h 1026000"/>
              <a:gd name="connsiteX41" fmla="*/ 410888 w 991800"/>
              <a:gd name="connsiteY41" fmla="*/ 660575 h 1026000"/>
              <a:gd name="connsiteX42" fmla="*/ 425057 w 991800"/>
              <a:gd name="connsiteY42" fmla="*/ 625438 h 1026000"/>
              <a:gd name="connsiteX43" fmla="*/ 467562 w 991800"/>
              <a:gd name="connsiteY43" fmla="*/ 604356 h 1026000"/>
              <a:gd name="connsiteX44" fmla="*/ 205444 w 991800"/>
              <a:gd name="connsiteY44" fmla="*/ 604356 h 1026000"/>
              <a:gd name="connsiteX45" fmla="*/ 389636 w 991800"/>
              <a:gd name="connsiteY45" fmla="*/ 723822 h 1026000"/>
              <a:gd name="connsiteX46" fmla="*/ 389636 w 991800"/>
              <a:gd name="connsiteY46" fmla="*/ 906534 h 1026000"/>
              <a:gd name="connsiteX47" fmla="*/ 396720 w 991800"/>
              <a:gd name="connsiteY47" fmla="*/ 955726 h 1026000"/>
              <a:gd name="connsiteX48" fmla="*/ 403804 w 991800"/>
              <a:gd name="connsiteY48" fmla="*/ 976808 h 1026000"/>
              <a:gd name="connsiteX49" fmla="*/ 347130 w 991800"/>
              <a:gd name="connsiteY49" fmla="*/ 1026000 h 1026000"/>
              <a:gd name="connsiteX50" fmla="*/ 276287 w 991800"/>
              <a:gd name="connsiteY50" fmla="*/ 969781 h 1026000"/>
              <a:gd name="connsiteX51" fmla="*/ 127517 w 991800"/>
              <a:gd name="connsiteY51" fmla="*/ 1026000 h 1026000"/>
              <a:gd name="connsiteX52" fmla="*/ 0 w 991800"/>
              <a:gd name="connsiteY52" fmla="*/ 906534 h 1026000"/>
              <a:gd name="connsiteX53" fmla="*/ 155854 w 991800"/>
              <a:gd name="connsiteY53" fmla="*/ 773014 h 1026000"/>
              <a:gd name="connsiteX54" fmla="*/ 226697 w 991800"/>
              <a:gd name="connsiteY54" fmla="*/ 765986 h 1026000"/>
              <a:gd name="connsiteX55" fmla="*/ 269203 w 991800"/>
              <a:gd name="connsiteY55" fmla="*/ 730849 h 1026000"/>
              <a:gd name="connsiteX56" fmla="*/ 205444 w 991800"/>
              <a:gd name="connsiteY56" fmla="*/ 695712 h 1026000"/>
              <a:gd name="connsiteX57" fmla="*/ 127517 w 991800"/>
              <a:gd name="connsiteY57" fmla="*/ 730849 h 1026000"/>
              <a:gd name="connsiteX58" fmla="*/ 106264 w 991800"/>
              <a:gd name="connsiteY58" fmla="*/ 744904 h 1026000"/>
              <a:gd name="connsiteX59" fmla="*/ 77927 w 991800"/>
              <a:gd name="connsiteY59" fmla="*/ 758959 h 1026000"/>
              <a:gd name="connsiteX60" fmla="*/ 28337 w 991800"/>
              <a:gd name="connsiteY60" fmla="*/ 702740 h 1026000"/>
              <a:gd name="connsiteX61" fmla="*/ 205444 w 991800"/>
              <a:gd name="connsiteY61" fmla="*/ 604356 h 1026000"/>
              <a:gd name="connsiteX62" fmla="*/ 255034 w 991800"/>
              <a:gd name="connsiteY62" fmla="*/ 161630 h 1026000"/>
              <a:gd name="connsiteX63" fmla="*/ 517152 w 991800"/>
              <a:gd name="connsiteY63" fmla="*/ 161630 h 1026000"/>
              <a:gd name="connsiteX64" fmla="*/ 538405 w 991800"/>
              <a:gd name="connsiteY64" fmla="*/ 168657 h 1026000"/>
              <a:gd name="connsiteX65" fmla="*/ 566742 w 991800"/>
              <a:gd name="connsiteY65" fmla="*/ 189740 h 1026000"/>
              <a:gd name="connsiteX66" fmla="*/ 573827 w 991800"/>
              <a:gd name="connsiteY66" fmla="*/ 217849 h 1026000"/>
              <a:gd name="connsiteX67" fmla="*/ 552574 w 991800"/>
              <a:gd name="connsiteY67" fmla="*/ 260014 h 1026000"/>
              <a:gd name="connsiteX68" fmla="*/ 361298 w 991800"/>
              <a:gd name="connsiteY68" fmla="*/ 470835 h 1026000"/>
              <a:gd name="connsiteX69" fmla="*/ 524237 w 991800"/>
              <a:gd name="connsiteY69" fmla="*/ 470835 h 1026000"/>
              <a:gd name="connsiteX70" fmla="*/ 538405 w 991800"/>
              <a:gd name="connsiteY70" fmla="*/ 470835 h 1026000"/>
              <a:gd name="connsiteX71" fmla="*/ 573827 w 991800"/>
              <a:gd name="connsiteY71" fmla="*/ 520027 h 1026000"/>
              <a:gd name="connsiteX72" fmla="*/ 538405 w 991800"/>
              <a:gd name="connsiteY72" fmla="*/ 569219 h 1026000"/>
              <a:gd name="connsiteX73" fmla="*/ 524237 w 991800"/>
              <a:gd name="connsiteY73" fmla="*/ 569219 h 1026000"/>
              <a:gd name="connsiteX74" fmla="*/ 240865 w 991800"/>
              <a:gd name="connsiteY74" fmla="*/ 569219 h 1026000"/>
              <a:gd name="connsiteX75" fmla="*/ 184191 w 991800"/>
              <a:gd name="connsiteY75" fmla="*/ 527055 h 1026000"/>
              <a:gd name="connsiteX76" fmla="*/ 184191 w 991800"/>
              <a:gd name="connsiteY76" fmla="*/ 520027 h 1026000"/>
              <a:gd name="connsiteX77" fmla="*/ 198360 w 991800"/>
              <a:gd name="connsiteY77" fmla="*/ 477863 h 1026000"/>
              <a:gd name="connsiteX78" fmla="*/ 396720 w 991800"/>
              <a:gd name="connsiteY78" fmla="*/ 267041 h 1026000"/>
              <a:gd name="connsiteX79" fmla="*/ 255034 w 991800"/>
              <a:gd name="connsiteY79" fmla="*/ 267041 h 1026000"/>
              <a:gd name="connsiteX80" fmla="*/ 240865 w 991800"/>
              <a:gd name="connsiteY80" fmla="*/ 260014 h 1026000"/>
              <a:gd name="connsiteX81" fmla="*/ 205444 w 991800"/>
              <a:gd name="connsiteY81" fmla="*/ 217849 h 1026000"/>
              <a:gd name="connsiteX82" fmla="*/ 240865 w 991800"/>
              <a:gd name="connsiteY82" fmla="*/ 168657 h 1026000"/>
              <a:gd name="connsiteX83" fmla="*/ 255034 w 991800"/>
              <a:gd name="connsiteY83" fmla="*/ 161630 h 1026000"/>
              <a:gd name="connsiteX84" fmla="*/ 665923 w 991800"/>
              <a:gd name="connsiteY84" fmla="*/ 0 h 1026000"/>
              <a:gd name="connsiteX85" fmla="*/ 729681 w 991800"/>
              <a:gd name="connsiteY85" fmla="*/ 63247 h 1026000"/>
              <a:gd name="connsiteX86" fmla="*/ 729681 w 991800"/>
              <a:gd name="connsiteY86" fmla="*/ 189740 h 1026000"/>
              <a:gd name="connsiteX87" fmla="*/ 843030 w 991800"/>
              <a:gd name="connsiteY87" fmla="*/ 147575 h 1026000"/>
              <a:gd name="connsiteX88" fmla="*/ 991800 w 991800"/>
              <a:gd name="connsiteY88" fmla="*/ 295151 h 1026000"/>
              <a:gd name="connsiteX89" fmla="*/ 991800 w 991800"/>
              <a:gd name="connsiteY89" fmla="*/ 505973 h 1026000"/>
              <a:gd name="connsiteX90" fmla="*/ 928041 w 991800"/>
              <a:gd name="connsiteY90" fmla="*/ 569219 h 1026000"/>
              <a:gd name="connsiteX91" fmla="*/ 864283 w 991800"/>
              <a:gd name="connsiteY91" fmla="*/ 513000 h 1026000"/>
              <a:gd name="connsiteX92" fmla="*/ 864283 w 991800"/>
              <a:gd name="connsiteY92" fmla="*/ 505973 h 1026000"/>
              <a:gd name="connsiteX93" fmla="*/ 864283 w 991800"/>
              <a:gd name="connsiteY93" fmla="*/ 316233 h 1026000"/>
              <a:gd name="connsiteX94" fmla="*/ 800524 w 991800"/>
              <a:gd name="connsiteY94" fmla="*/ 252986 h 1026000"/>
              <a:gd name="connsiteX95" fmla="*/ 729681 w 991800"/>
              <a:gd name="connsiteY95" fmla="*/ 330288 h 1026000"/>
              <a:gd name="connsiteX96" fmla="*/ 729681 w 991800"/>
              <a:gd name="connsiteY96" fmla="*/ 505973 h 1026000"/>
              <a:gd name="connsiteX97" fmla="*/ 729681 w 991800"/>
              <a:gd name="connsiteY97" fmla="*/ 513000 h 1026000"/>
              <a:gd name="connsiteX98" fmla="*/ 665923 w 991800"/>
              <a:gd name="connsiteY98" fmla="*/ 569219 h 1026000"/>
              <a:gd name="connsiteX99" fmla="*/ 602164 w 991800"/>
              <a:gd name="connsiteY99" fmla="*/ 505973 h 1026000"/>
              <a:gd name="connsiteX100" fmla="*/ 602164 w 991800"/>
              <a:gd name="connsiteY100" fmla="*/ 63247 h 1026000"/>
              <a:gd name="connsiteX101" fmla="*/ 665923 w 991800"/>
              <a:gd name="connsiteY101" fmla="*/ 0 h 102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91800" h="1026000">
                <a:moveTo>
                  <a:pt x="276287" y="822205"/>
                </a:moveTo>
                <a:cubicBezTo>
                  <a:pt x="262119" y="836260"/>
                  <a:pt x="240866" y="843288"/>
                  <a:pt x="226697" y="843288"/>
                </a:cubicBezTo>
                <a:lnTo>
                  <a:pt x="184191" y="850315"/>
                </a:lnTo>
                <a:cubicBezTo>
                  <a:pt x="141686" y="857342"/>
                  <a:pt x="113349" y="871397"/>
                  <a:pt x="113349" y="899507"/>
                </a:cubicBezTo>
                <a:cubicBezTo>
                  <a:pt x="113349" y="927616"/>
                  <a:pt x="141686" y="948698"/>
                  <a:pt x="177107" y="948698"/>
                </a:cubicBezTo>
                <a:cubicBezTo>
                  <a:pt x="233781" y="948698"/>
                  <a:pt x="276287" y="906534"/>
                  <a:pt x="276287" y="864370"/>
                </a:cubicBezTo>
                <a:close/>
                <a:moveTo>
                  <a:pt x="467562" y="604356"/>
                </a:moveTo>
                <a:cubicBezTo>
                  <a:pt x="495899" y="604356"/>
                  <a:pt x="517152" y="618411"/>
                  <a:pt x="524237" y="639493"/>
                </a:cubicBezTo>
                <a:cubicBezTo>
                  <a:pt x="524237" y="639493"/>
                  <a:pt x="531321" y="646520"/>
                  <a:pt x="531321" y="653548"/>
                </a:cubicBezTo>
                <a:lnTo>
                  <a:pt x="531321" y="660575"/>
                </a:lnTo>
                <a:cubicBezTo>
                  <a:pt x="531321" y="660575"/>
                  <a:pt x="580911" y="864370"/>
                  <a:pt x="580911" y="871397"/>
                </a:cubicBezTo>
                <a:cubicBezTo>
                  <a:pt x="587995" y="843288"/>
                  <a:pt x="623417" y="681657"/>
                  <a:pt x="623417" y="681657"/>
                </a:cubicBezTo>
                <a:cubicBezTo>
                  <a:pt x="623417" y="674630"/>
                  <a:pt x="623417" y="667603"/>
                  <a:pt x="630501" y="660575"/>
                </a:cubicBezTo>
                <a:cubicBezTo>
                  <a:pt x="630501" y="653548"/>
                  <a:pt x="630501" y="646520"/>
                  <a:pt x="630501" y="646520"/>
                </a:cubicBezTo>
                <a:cubicBezTo>
                  <a:pt x="644669" y="618411"/>
                  <a:pt x="673007" y="604356"/>
                  <a:pt x="701344" y="604356"/>
                </a:cubicBezTo>
                <a:cubicBezTo>
                  <a:pt x="729681" y="604356"/>
                  <a:pt x="758018" y="618411"/>
                  <a:pt x="765102" y="646520"/>
                </a:cubicBezTo>
                <a:lnTo>
                  <a:pt x="772187" y="653548"/>
                </a:lnTo>
                <a:cubicBezTo>
                  <a:pt x="772187" y="667603"/>
                  <a:pt x="779271" y="674630"/>
                  <a:pt x="779271" y="681657"/>
                </a:cubicBezTo>
                <a:cubicBezTo>
                  <a:pt x="779271" y="681657"/>
                  <a:pt x="814692" y="864370"/>
                  <a:pt x="821777" y="871397"/>
                </a:cubicBezTo>
                <a:cubicBezTo>
                  <a:pt x="828861" y="843288"/>
                  <a:pt x="864282" y="660575"/>
                  <a:pt x="864282" y="660575"/>
                </a:cubicBezTo>
                <a:lnTo>
                  <a:pt x="871367" y="646520"/>
                </a:lnTo>
                <a:cubicBezTo>
                  <a:pt x="871367" y="646520"/>
                  <a:pt x="871367" y="639493"/>
                  <a:pt x="871367" y="639493"/>
                </a:cubicBezTo>
                <a:cubicBezTo>
                  <a:pt x="878451" y="618411"/>
                  <a:pt x="899704" y="604356"/>
                  <a:pt x="928041" y="604356"/>
                </a:cubicBezTo>
                <a:cubicBezTo>
                  <a:pt x="949294" y="604356"/>
                  <a:pt x="963462" y="611383"/>
                  <a:pt x="970547" y="625438"/>
                </a:cubicBezTo>
                <a:cubicBezTo>
                  <a:pt x="984715" y="632466"/>
                  <a:pt x="984715" y="646520"/>
                  <a:pt x="991799" y="660575"/>
                </a:cubicBezTo>
                <a:cubicBezTo>
                  <a:pt x="991799" y="660575"/>
                  <a:pt x="991799" y="667603"/>
                  <a:pt x="984715" y="667603"/>
                </a:cubicBezTo>
                <a:cubicBezTo>
                  <a:pt x="984715" y="681657"/>
                  <a:pt x="984715" y="695712"/>
                  <a:pt x="977631" y="702740"/>
                </a:cubicBezTo>
                <a:lnTo>
                  <a:pt x="899704" y="962753"/>
                </a:lnTo>
                <a:cubicBezTo>
                  <a:pt x="899704" y="969781"/>
                  <a:pt x="892619" y="976808"/>
                  <a:pt x="892619" y="976808"/>
                </a:cubicBezTo>
                <a:cubicBezTo>
                  <a:pt x="878451" y="1004918"/>
                  <a:pt x="857198" y="1026000"/>
                  <a:pt x="821777" y="1026000"/>
                </a:cubicBezTo>
                <a:cubicBezTo>
                  <a:pt x="793439" y="1026000"/>
                  <a:pt x="765102" y="1004918"/>
                  <a:pt x="750934" y="976808"/>
                </a:cubicBezTo>
                <a:lnTo>
                  <a:pt x="743849" y="962753"/>
                </a:lnTo>
                <a:cubicBezTo>
                  <a:pt x="743849" y="962753"/>
                  <a:pt x="701344" y="780041"/>
                  <a:pt x="701344" y="773014"/>
                </a:cubicBezTo>
                <a:cubicBezTo>
                  <a:pt x="694259" y="780041"/>
                  <a:pt x="651754" y="962753"/>
                  <a:pt x="651754" y="962753"/>
                </a:cubicBezTo>
                <a:cubicBezTo>
                  <a:pt x="651754" y="962753"/>
                  <a:pt x="644669" y="976808"/>
                  <a:pt x="644669" y="976808"/>
                </a:cubicBezTo>
                <a:cubicBezTo>
                  <a:pt x="637585" y="1004918"/>
                  <a:pt x="609248" y="1026000"/>
                  <a:pt x="573827" y="1026000"/>
                </a:cubicBezTo>
                <a:cubicBezTo>
                  <a:pt x="545489" y="1026000"/>
                  <a:pt x="517152" y="1004918"/>
                  <a:pt x="502984" y="976808"/>
                </a:cubicBezTo>
                <a:lnTo>
                  <a:pt x="502984" y="969781"/>
                </a:lnTo>
                <a:lnTo>
                  <a:pt x="495899" y="962753"/>
                </a:lnTo>
                <a:lnTo>
                  <a:pt x="417972" y="702740"/>
                </a:lnTo>
                <a:cubicBezTo>
                  <a:pt x="417972" y="695712"/>
                  <a:pt x="410888" y="681657"/>
                  <a:pt x="410888" y="667603"/>
                </a:cubicBezTo>
                <a:cubicBezTo>
                  <a:pt x="410888" y="667603"/>
                  <a:pt x="410888" y="660575"/>
                  <a:pt x="410888" y="660575"/>
                </a:cubicBezTo>
                <a:cubicBezTo>
                  <a:pt x="410888" y="646520"/>
                  <a:pt x="417972" y="632466"/>
                  <a:pt x="425057" y="625438"/>
                </a:cubicBezTo>
                <a:cubicBezTo>
                  <a:pt x="439225" y="611383"/>
                  <a:pt x="453394" y="604356"/>
                  <a:pt x="467562" y="604356"/>
                </a:cubicBezTo>
                <a:close/>
                <a:moveTo>
                  <a:pt x="205444" y="604356"/>
                </a:moveTo>
                <a:cubicBezTo>
                  <a:pt x="325877" y="604356"/>
                  <a:pt x="389636" y="646520"/>
                  <a:pt x="389636" y="723822"/>
                </a:cubicBezTo>
                <a:lnTo>
                  <a:pt x="389636" y="906534"/>
                </a:lnTo>
                <a:cubicBezTo>
                  <a:pt x="389636" y="927616"/>
                  <a:pt x="396720" y="941671"/>
                  <a:pt x="396720" y="955726"/>
                </a:cubicBezTo>
                <a:cubicBezTo>
                  <a:pt x="396720" y="962753"/>
                  <a:pt x="403804" y="969781"/>
                  <a:pt x="403804" y="976808"/>
                </a:cubicBezTo>
                <a:cubicBezTo>
                  <a:pt x="403804" y="1004918"/>
                  <a:pt x="375467" y="1026000"/>
                  <a:pt x="347130" y="1026000"/>
                </a:cubicBezTo>
                <a:cubicBezTo>
                  <a:pt x="304624" y="1026000"/>
                  <a:pt x="283371" y="1004918"/>
                  <a:pt x="276287" y="969781"/>
                </a:cubicBezTo>
                <a:cubicBezTo>
                  <a:pt x="233781" y="1004918"/>
                  <a:pt x="191276" y="1026000"/>
                  <a:pt x="127517" y="1026000"/>
                </a:cubicBezTo>
                <a:cubicBezTo>
                  <a:pt x="63759" y="1026000"/>
                  <a:pt x="0" y="983835"/>
                  <a:pt x="0" y="906534"/>
                </a:cubicBezTo>
                <a:cubicBezTo>
                  <a:pt x="0" y="808151"/>
                  <a:pt x="77927" y="787068"/>
                  <a:pt x="155854" y="773014"/>
                </a:cubicBezTo>
                <a:lnTo>
                  <a:pt x="226697" y="765986"/>
                </a:lnTo>
                <a:cubicBezTo>
                  <a:pt x="255034" y="765986"/>
                  <a:pt x="269203" y="758959"/>
                  <a:pt x="269203" y="730849"/>
                </a:cubicBezTo>
                <a:cubicBezTo>
                  <a:pt x="269203" y="702740"/>
                  <a:pt x="233781" y="695712"/>
                  <a:pt x="205444" y="695712"/>
                </a:cubicBezTo>
                <a:cubicBezTo>
                  <a:pt x="162939" y="695712"/>
                  <a:pt x="141686" y="716794"/>
                  <a:pt x="127517" y="730849"/>
                </a:cubicBezTo>
                <a:cubicBezTo>
                  <a:pt x="120433" y="737877"/>
                  <a:pt x="113349" y="737877"/>
                  <a:pt x="106264" y="744904"/>
                </a:cubicBezTo>
                <a:cubicBezTo>
                  <a:pt x="99180" y="751931"/>
                  <a:pt x="85011" y="758959"/>
                  <a:pt x="77927" y="758959"/>
                </a:cubicBezTo>
                <a:cubicBezTo>
                  <a:pt x="49590" y="758959"/>
                  <a:pt x="28337" y="730849"/>
                  <a:pt x="28337" y="702740"/>
                </a:cubicBezTo>
                <a:cubicBezTo>
                  <a:pt x="28337" y="653548"/>
                  <a:pt x="92096" y="604356"/>
                  <a:pt x="205444" y="604356"/>
                </a:cubicBezTo>
                <a:close/>
                <a:moveTo>
                  <a:pt x="255034" y="161630"/>
                </a:moveTo>
                <a:lnTo>
                  <a:pt x="517152" y="161630"/>
                </a:lnTo>
                <a:cubicBezTo>
                  <a:pt x="524237" y="161630"/>
                  <a:pt x="531321" y="161630"/>
                  <a:pt x="538405" y="168657"/>
                </a:cubicBezTo>
                <a:cubicBezTo>
                  <a:pt x="552574" y="168657"/>
                  <a:pt x="559658" y="175685"/>
                  <a:pt x="566742" y="189740"/>
                </a:cubicBezTo>
                <a:cubicBezTo>
                  <a:pt x="566742" y="196767"/>
                  <a:pt x="573827" y="203794"/>
                  <a:pt x="573827" y="217849"/>
                </a:cubicBezTo>
                <a:cubicBezTo>
                  <a:pt x="573827" y="231904"/>
                  <a:pt x="566742" y="245959"/>
                  <a:pt x="552574" y="260014"/>
                </a:cubicBezTo>
                <a:cubicBezTo>
                  <a:pt x="552574" y="260014"/>
                  <a:pt x="368382" y="463808"/>
                  <a:pt x="361298" y="470835"/>
                </a:cubicBezTo>
                <a:lnTo>
                  <a:pt x="524237" y="470835"/>
                </a:lnTo>
                <a:cubicBezTo>
                  <a:pt x="531321" y="470835"/>
                  <a:pt x="538405" y="470835"/>
                  <a:pt x="538405" y="470835"/>
                </a:cubicBezTo>
                <a:cubicBezTo>
                  <a:pt x="559658" y="477863"/>
                  <a:pt x="573827" y="498945"/>
                  <a:pt x="573827" y="520027"/>
                </a:cubicBezTo>
                <a:cubicBezTo>
                  <a:pt x="573827" y="541109"/>
                  <a:pt x="559658" y="562192"/>
                  <a:pt x="538405" y="569219"/>
                </a:cubicBezTo>
                <a:cubicBezTo>
                  <a:pt x="538405" y="569219"/>
                  <a:pt x="531321" y="569219"/>
                  <a:pt x="524237" y="569219"/>
                </a:cubicBezTo>
                <a:lnTo>
                  <a:pt x="240865" y="569219"/>
                </a:lnTo>
                <a:cubicBezTo>
                  <a:pt x="205444" y="569219"/>
                  <a:pt x="184191" y="548137"/>
                  <a:pt x="184191" y="527055"/>
                </a:cubicBezTo>
                <a:lnTo>
                  <a:pt x="184191" y="520027"/>
                </a:lnTo>
                <a:cubicBezTo>
                  <a:pt x="184191" y="505972"/>
                  <a:pt x="191275" y="484890"/>
                  <a:pt x="198360" y="477863"/>
                </a:cubicBezTo>
                <a:cubicBezTo>
                  <a:pt x="198360" y="477863"/>
                  <a:pt x="389635" y="274068"/>
                  <a:pt x="396720" y="267041"/>
                </a:cubicBezTo>
                <a:lnTo>
                  <a:pt x="255034" y="267041"/>
                </a:lnTo>
                <a:cubicBezTo>
                  <a:pt x="247950" y="267041"/>
                  <a:pt x="240865" y="267041"/>
                  <a:pt x="240865" y="260014"/>
                </a:cubicBezTo>
                <a:cubicBezTo>
                  <a:pt x="219612" y="252986"/>
                  <a:pt x="205444" y="238931"/>
                  <a:pt x="205444" y="217849"/>
                </a:cubicBezTo>
                <a:cubicBezTo>
                  <a:pt x="205444" y="189740"/>
                  <a:pt x="219612" y="175685"/>
                  <a:pt x="240865" y="168657"/>
                </a:cubicBezTo>
                <a:cubicBezTo>
                  <a:pt x="240865" y="161630"/>
                  <a:pt x="247950" y="161630"/>
                  <a:pt x="255034" y="161630"/>
                </a:cubicBezTo>
                <a:close/>
                <a:moveTo>
                  <a:pt x="665923" y="0"/>
                </a:moveTo>
                <a:cubicBezTo>
                  <a:pt x="701344" y="0"/>
                  <a:pt x="722597" y="28110"/>
                  <a:pt x="729681" y="63247"/>
                </a:cubicBezTo>
                <a:lnTo>
                  <a:pt x="729681" y="189740"/>
                </a:lnTo>
                <a:cubicBezTo>
                  <a:pt x="758018" y="161630"/>
                  <a:pt x="793440" y="147575"/>
                  <a:pt x="843030" y="147575"/>
                </a:cubicBezTo>
                <a:cubicBezTo>
                  <a:pt x="935125" y="147575"/>
                  <a:pt x="991800" y="203795"/>
                  <a:pt x="991800" y="295151"/>
                </a:cubicBezTo>
                <a:lnTo>
                  <a:pt x="991800" y="505973"/>
                </a:lnTo>
                <a:cubicBezTo>
                  <a:pt x="991800" y="541110"/>
                  <a:pt x="963463" y="569219"/>
                  <a:pt x="928041" y="569219"/>
                </a:cubicBezTo>
                <a:cubicBezTo>
                  <a:pt x="892620" y="569219"/>
                  <a:pt x="864283" y="541110"/>
                  <a:pt x="864283" y="513000"/>
                </a:cubicBezTo>
                <a:lnTo>
                  <a:pt x="864283" y="505973"/>
                </a:lnTo>
                <a:lnTo>
                  <a:pt x="864283" y="316233"/>
                </a:lnTo>
                <a:cubicBezTo>
                  <a:pt x="864283" y="295151"/>
                  <a:pt x="857198" y="252986"/>
                  <a:pt x="800524" y="252986"/>
                </a:cubicBezTo>
                <a:cubicBezTo>
                  <a:pt x="765103" y="252986"/>
                  <a:pt x="729681" y="281096"/>
                  <a:pt x="729681" y="330288"/>
                </a:cubicBezTo>
                <a:lnTo>
                  <a:pt x="729681" y="505973"/>
                </a:lnTo>
                <a:lnTo>
                  <a:pt x="729681" y="513000"/>
                </a:lnTo>
                <a:cubicBezTo>
                  <a:pt x="729681" y="541110"/>
                  <a:pt x="701344" y="569219"/>
                  <a:pt x="665923" y="569219"/>
                </a:cubicBezTo>
                <a:cubicBezTo>
                  <a:pt x="630501" y="569219"/>
                  <a:pt x="602164" y="541110"/>
                  <a:pt x="602164" y="505973"/>
                </a:cubicBezTo>
                <a:lnTo>
                  <a:pt x="602164" y="63247"/>
                </a:lnTo>
                <a:cubicBezTo>
                  <a:pt x="602164" y="28110"/>
                  <a:pt x="630501" y="0"/>
                  <a:pt x="665923" y="0"/>
                </a:cubicBezTo>
                <a:close/>
              </a:path>
            </a:pathLst>
          </a:custGeom>
          <a:solidFill>
            <a:srgbClr val="FFFFFF"/>
          </a:solidFill>
        </p:spPr>
        <p:txBody>
          <a:bodyPr wrap="square">
            <a:noAutofit/>
          </a:bodyPr>
          <a:lstStyle>
            <a:lvl1pPr marL="0" indent="0">
              <a:buNone/>
              <a:defRPr/>
            </a:lvl1pPr>
          </a:lstStyle>
          <a:p>
            <a:pPr lvl="0"/>
            <a:r>
              <a:rPr lang="en-GB" dirty="0"/>
              <a:t>   </a:t>
            </a:r>
          </a:p>
        </p:txBody>
      </p:sp>
    </p:spTree>
    <p:extLst>
      <p:ext uri="{BB962C8B-B14F-4D97-AF65-F5344CB8AC3E}">
        <p14:creationId xmlns:p14="http://schemas.microsoft.com/office/powerpoint/2010/main" val="2112268957"/>
      </p:ext>
    </p:extLst>
  </p:cSld>
  <p:clrMapOvr>
    <a:masterClrMapping/>
  </p:clrMapOvr>
  <p:extLst>
    <p:ext uri="{DCECCB84-F9BA-43D5-87BE-67443E8EF086}">
      <p15:sldGuideLst xmlns:p15="http://schemas.microsoft.com/office/powerpoint/2012/main">
        <p15:guide id="1" orient="horz" pos="2160">
          <p15:clr>
            <a:srgbClr val="000000"/>
          </p15:clr>
        </p15:guide>
        <p15:guide id="2" pos="3840">
          <p15:clr>
            <a:srgbClr val="000000"/>
          </p15:clr>
        </p15:guide>
        <p15:guide id="3" pos="3931">
          <p15:clr>
            <a:srgbClr val="000000"/>
          </p15:clr>
        </p15:guide>
        <p15:guide id="4" pos="4974">
          <p15:clr>
            <a:srgbClr val="000000"/>
          </p15:clr>
        </p15:guide>
        <p15:guide id="5" pos="5155">
          <p15:clr>
            <a:srgbClr val="000000"/>
          </p15:clr>
        </p15:guide>
        <p15:guide id="6" pos="6199">
          <p15:clr>
            <a:srgbClr val="000000"/>
          </p15:clr>
        </p15:guide>
        <p15:guide id="7" pos="6380">
          <p15:clr>
            <a:srgbClr val="000000"/>
          </p15:clr>
        </p15:guide>
        <p15:guide id="8" pos="7423">
          <p15:clr>
            <a:srgbClr val="000000"/>
          </p15:clr>
        </p15:guide>
        <p15:guide id="9" pos="3749">
          <p15:clr>
            <a:srgbClr val="000000"/>
          </p15:clr>
        </p15:guide>
        <p15:guide id="10" pos="2706">
          <p15:clr>
            <a:srgbClr val="000000"/>
          </p15:clr>
        </p15:guide>
        <p15:guide id="11" pos="2525">
          <p15:clr>
            <a:srgbClr val="000000"/>
          </p15:clr>
        </p15:guide>
        <p15:guide id="12" pos="1481">
          <p15:clr>
            <a:srgbClr val="000000"/>
          </p15:clr>
        </p15:guide>
        <p15:guide id="13" pos="1300">
          <p15:clr>
            <a:srgbClr val="000000"/>
          </p15:clr>
        </p15:guide>
        <p15:guide id="14" pos="257">
          <p15:clr>
            <a:srgbClr val="000000"/>
          </p15:clr>
        </p15:guide>
        <p15:guide id="16" orient="horz" pos="1616">
          <p15:clr>
            <a:srgbClr val="000000"/>
          </p15:clr>
        </p15:guide>
        <p15:guide id="17" orient="horz" pos="1071">
          <p15:clr>
            <a:srgbClr val="000000"/>
          </p15:clr>
        </p15:guide>
        <p15:guide id="18" orient="horz" pos="2704">
          <p15:clr>
            <a:srgbClr val="000000"/>
          </p15:clr>
        </p15:guide>
        <p15:guide id="19" orient="horz" pos="3249">
          <p15:clr>
            <a:srgbClr val="000000"/>
          </p15:clr>
        </p15:guide>
        <p15:guide id="20" orient="horz" pos="3793">
          <p15:clr>
            <a:srgbClr val="000000"/>
          </p15:clr>
        </p15:guide>
        <p15:guide id="21" orient="horz" pos="527">
          <p15:clr>
            <a:srgbClr val="000000"/>
          </p15:clr>
        </p15:guide>
        <p15:guide id="22" orient="horz" pos="2886" userDrawn="1">
          <p15:clr>
            <a:srgbClr val="00000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folie Textur-Bild 3">
    <p:bg>
      <p:bgPr>
        <a:solidFill>
          <a:srgbClr val="05366C"/>
        </a:solidFill>
        <a:effectLst/>
      </p:bgPr>
    </p:bg>
    <p:spTree>
      <p:nvGrpSpPr>
        <p:cNvPr id="1" name=""/>
        <p:cNvGrpSpPr/>
        <p:nvPr/>
      </p:nvGrpSpPr>
      <p:grpSpPr>
        <a:xfrm>
          <a:off x="0" y="0"/>
          <a:ext cx="0" cy="0"/>
          <a:chOff x="0" y="0"/>
          <a:chExt cx="0" cy="0"/>
        </a:xfrm>
      </p:grpSpPr>
      <p:sp>
        <p:nvSpPr>
          <p:cNvPr id="8" name="Bildplatzhalter">
            <a:extLst>
              <a:ext uri="{FF2B5EF4-FFF2-40B4-BE49-F238E27FC236}">
                <a16:creationId xmlns:a16="http://schemas.microsoft.com/office/drawing/2014/main" id="{1C065DC2-D27A-3FBA-4467-F2E974DE4F52}"/>
              </a:ext>
            </a:extLst>
          </p:cNvPr>
          <p:cNvSpPr>
            <a:spLocks noGrp="1"/>
          </p:cNvSpPr>
          <p:nvPr>
            <p:ph type="pic" sz="quarter" idx="14"/>
          </p:nvPr>
        </p:nvSpPr>
        <p:spPr bwMode="auto">
          <a:xfrm>
            <a:off x="0" y="0"/>
            <a:ext cx="2063750" cy="6858000"/>
          </a:xfrm>
          <a:noFill/>
        </p:spPr>
        <p:txBody>
          <a:bodyPr/>
          <a:lstStyle>
            <a:lvl1pPr marL="0" indent="0">
              <a:buNone/>
              <a:defRPr/>
            </a:lvl1pPr>
          </a:lstStyle>
          <a:p>
            <a:r>
              <a:rPr lang="en-US"/>
              <a:t>Click icon to add picture</a:t>
            </a:r>
            <a:endParaRPr lang="en-GB" dirty="0"/>
          </a:p>
        </p:txBody>
      </p:sp>
      <p:sp>
        <p:nvSpPr>
          <p:cNvPr id="9" name="Untertitel 2">
            <a:extLst>
              <a:ext uri="{FF2B5EF4-FFF2-40B4-BE49-F238E27FC236}">
                <a16:creationId xmlns:a16="http://schemas.microsoft.com/office/drawing/2014/main" id="{731F577B-3B3E-3610-ECDC-4B880DEBBEB6}"/>
              </a:ext>
            </a:extLst>
          </p:cNvPr>
          <p:cNvSpPr>
            <a:spLocks noGrp="1"/>
          </p:cNvSpPr>
          <p:nvPr>
            <p:ph type="subTitle" idx="1"/>
          </p:nvPr>
        </p:nvSpPr>
        <p:spPr bwMode="auto">
          <a:xfrm>
            <a:off x="2351882" y="5868000"/>
            <a:ext cx="4500000" cy="274883"/>
          </a:xfrm>
        </p:spPr>
        <p:txBody>
          <a:bodyPr anchor="t" anchorCtr="0">
            <a:spAutoFit/>
          </a:bodyPr>
          <a:lstStyle>
            <a:lvl1pPr marL="0" indent="0" algn="l">
              <a:spcBef>
                <a:spcPts val="0"/>
              </a:spcBef>
              <a:spcAft>
                <a:spcPts val="0"/>
              </a:spcAft>
              <a:buNone/>
              <a:defRPr sz="1800" b="0" u="none">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el 1">
            <a:extLst>
              <a:ext uri="{FF2B5EF4-FFF2-40B4-BE49-F238E27FC236}">
                <a16:creationId xmlns:a16="http://schemas.microsoft.com/office/drawing/2014/main" id="{84984282-40F4-0467-6471-F8DE96498263}"/>
              </a:ext>
            </a:extLst>
          </p:cNvPr>
          <p:cNvSpPr>
            <a:spLocks noGrp="1"/>
          </p:cNvSpPr>
          <p:nvPr>
            <p:ph type="ctrTitle"/>
          </p:nvPr>
        </p:nvSpPr>
        <p:spPr bwMode="auto">
          <a:xfrm>
            <a:off x="407988" y="2924822"/>
            <a:ext cx="8407953" cy="1008357"/>
          </a:xfrm>
          <a:prstGeom prst="roundRect">
            <a:avLst>
              <a:gd name="adj" fmla="val 2849"/>
            </a:avLst>
          </a:prstGeom>
          <a:solidFill>
            <a:srgbClr val="9ADCF6"/>
          </a:solidFill>
        </p:spPr>
        <p:txBody>
          <a:bodyPr wrap="none" lIns="216000" tIns="144000" rIns="216000" bIns="144000" anchor="ctr" anchorCtr="0">
            <a:spAutoFit/>
          </a:bodyPr>
          <a:lstStyle>
            <a:lvl1pPr algn="l">
              <a:lnSpc>
                <a:spcPct val="92000"/>
              </a:lnSpc>
              <a:defRPr sz="5000">
                <a:solidFill>
                  <a:srgbClr val="05366C"/>
                </a:solidFill>
              </a:defRPr>
            </a:lvl1pPr>
          </a:lstStyle>
          <a:p>
            <a:r>
              <a:rPr lang="en-US"/>
              <a:t>Click to edit Master title style</a:t>
            </a:r>
            <a:endParaRPr lang="en-GB" dirty="0"/>
          </a:p>
        </p:txBody>
      </p:sp>
      <p:sp>
        <p:nvSpPr>
          <p:cNvPr id="5" name="Departementsname">
            <a:extLst>
              <a:ext uri="{FF2B5EF4-FFF2-40B4-BE49-F238E27FC236}">
                <a16:creationId xmlns:a16="http://schemas.microsoft.com/office/drawing/2014/main" id="{8EF67CC1-5F49-FE0F-3C51-AE5C402BB7C7}"/>
              </a:ext>
            </a:extLst>
          </p:cNvPr>
          <p:cNvSpPr>
            <a:spLocks noGrp="1"/>
          </p:cNvSpPr>
          <p:nvPr>
            <p:ph type="body" sz="quarter" idx="16" hasCustomPrompt="1"/>
          </p:nvPr>
        </p:nvSpPr>
        <p:spPr bwMode="gray">
          <a:xfrm>
            <a:off x="6240464" y="512613"/>
            <a:ext cx="5543550" cy="324000"/>
          </a:xfrm>
        </p:spPr>
        <p:txBody>
          <a:bodyPr wrap="square" anchor="t" anchorCtr="0">
            <a:noAutofit/>
          </a:bodyPr>
          <a:lstStyle>
            <a:lvl1pPr marL="0" indent="0" algn="r">
              <a:spcBef>
                <a:spcPts val="0"/>
              </a:spcBef>
              <a:buNone/>
              <a:defRPr sz="1500" b="1">
                <a:solidFill>
                  <a:srgbClr val="FFFFFF"/>
                </a:solidFill>
              </a:defRPr>
            </a:lvl1pPr>
            <a:lvl2pPr marL="180000" indent="0">
              <a:buNone/>
              <a:defRPr sz="1800">
                <a:solidFill>
                  <a:srgbClr val="9ADCF6"/>
                </a:solidFill>
              </a:defRPr>
            </a:lvl2pPr>
            <a:lvl3pPr marL="360000" indent="0">
              <a:buNone/>
              <a:defRPr sz="1800">
                <a:solidFill>
                  <a:srgbClr val="9ADCF6"/>
                </a:solidFill>
              </a:defRPr>
            </a:lvl3pPr>
            <a:lvl4pPr marL="540000" indent="0">
              <a:buNone/>
              <a:defRPr sz="1800">
                <a:solidFill>
                  <a:srgbClr val="9ADCF6"/>
                </a:solidFill>
              </a:defRPr>
            </a:lvl4pPr>
            <a:lvl5pPr marL="720000" indent="0">
              <a:buNone/>
              <a:defRPr sz="1800">
                <a:solidFill>
                  <a:srgbClr val="9ADCF6"/>
                </a:solidFill>
              </a:defRPr>
            </a:lvl5pPr>
          </a:lstStyle>
          <a:p>
            <a:pPr lvl="0"/>
            <a:r>
              <a:rPr lang="en-GB" dirty="0" err="1"/>
              <a:t>Departementsname</a:t>
            </a:r>
            <a:r>
              <a:rPr lang="en-GB" dirty="0"/>
              <a:t> </a:t>
            </a:r>
            <a:r>
              <a:rPr lang="en-GB" dirty="0" err="1"/>
              <a:t>hinzufügen</a:t>
            </a:r>
            <a:endParaRPr lang="en-GB" dirty="0"/>
          </a:p>
        </p:txBody>
      </p:sp>
      <p:sp>
        <p:nvSpPr>
          <p:cNvPr id="3" name="Textplatzhalter 2" descr="Logo ZHAW">
            <a:extLst>
              <a:ext uri="{FF2B5EF4-FFF2-40B4-BE49-F238E27FC236}">
                <a16:creationId xmlns:a16="http://schemas.microsoft.com/office/drawing/2014/main" id="{4EEDCAAB-3814-DE7A-808A-F380124B3C3D}"/>
              </a:ext>
            </a:extLst>
          </p:cNvPr>
          <p:cNvSpPr>
            <a:spLocks noGrp="1" noChangeAspect="1"/>
          </p:cNvSpPr>
          <p:nvPr>
            <p:ph type="body" sz="quarter" idx="17" hasCustomPrompt="1"/>
          </p:nvPr>
        </p:nvSpPr>
        <p:spPr bwMode="gray">
          <a:xfrm>
            <a:off x="379292" y="355143"/>
            <a:ext cx="991800" cy="1026000"/>
          </a:xfrm>
          <a:custGeom>
            <a:avLst/>
            <a:gdLst>
              <a:gd name="connsiteX0" fmla="*/ 276287 w 991800"/>
              <a:gd name="connsiteY0" fmla="*/ 822205 h 1026000"/>
              <a:gd name="connsiteX1" fmla="*/ 226697 w 991800"/>
              <a:gd name="connsiteY1" fmla="*/ 843288 h 1026000"/>
              <a:gd name="connsiteX2" fmla="*/ 184191 w 991800"/>
              <a:gd name="connsiteY2" fmla="*/ 850315 h 1026000"/>
              <a:gd name="connsiteX3" fmla="*/ 113349 w 991800"/>
              <a:gd name="connsiteY3" fmla="*/ 899507 h 1026000"/>
              <a:gd name="connsiteX4" fmla="*/ 177107 w 991800"/>
              <a:gd name="connsiteY4" fmla="*/ 948698 h 1026000"/>
              <a:gd name="connsiteX5" fmla="*/ 276287 w 991800"/>
              <a:gd name="connsiteY5" fmla="*/ 864370 h 1026000"/>
              <a:gd name="connsiteX6" fmla="*/ 467562 w 991800"/>
              <a:gd name="connsiteY6" fmla="*/ 604356 h 1026000"/>
              <a:gd name="connsiteX7" fmla="*/ 524237 w 991800"/>
              <a:gd name="connsiteY7" fmla="*/ 639493 h 1026000"/>
              <a:gd name="connsiteX8" fmla="*/ 531321 w 991800"/>
              <a:gd name="connsiteY8" fmla="*/ 653548 h 1026000"/>
              <a:gd name="connsiteX9" fmla="*/ 531321 w 991800"/>
              <a:gd name="connsiteY9" fmla="*/ 660575 h 1026000"/>
              <a:gd name="connsiteX10" fmla="*/ 580911 w 991800"/>
              <a:gd name="connsiteY10" fmla="*/ 871397 h 1026000"/>
              <a:gd name="connsiteX11" fmla="*/ 623417 w 991800"/>
              <a:gd name="connsiteY11" fmla="*/ 681657 h 1026000"/>
              <a:gd name="connsiteX12" fmla="*/ 630501 w 991800"/>
              <a:gd name="connsiteY12" fmla="*/ 660575 h 1026000"/>
              <a:gd name="connsiteX13" fmla="*/ 630501 w 991800"/>
              <a:gd name="connsiteY13" fmla="*/ 646520 h 1026000"/>
              <a:gd name="connsiteX14" fmla="*/ 701344 w 991800"/>
              <a:gd name="connsiteY14" fmla="*/ 604356 h 1026000"/>
              <a:gd name="connsiteX15" fmla="*/ 765102 w 991800"/>
              <a:gd name="connsiteY15" fmla="*/ 646520 h 1026000"/>
              <a:gd name="connsiteX16" fmla="*/ 772187 w 991800"/>
              <a:gd name="connsiteY16" fmla="*/ 653548 h 1026000"/>
              <a:gd name="connsiteX17" fmla="*/ 779271 w 991800"/>
              <a:gd name="connsiteY17" fmla="*/ 681657 h 1026000"/>
              <a:gd name="connsiteX18" fmla="*/ 821777 w 991800"/>
              <a:gd name="connsiteY18" fmla="*/ 871397 h 1026000"/>
              <a:gd name="connsiteX19" fmla="*/ 864282 w 991800"/>
              <a:gd name="connsiteY19" fmla="*/ 660575 h 1026000"/>
              <a:gd name="connsiteX20" fmla="*/ 871367 w 991800"/>
              <a:gd name="connsiteY20" fmla="*/ 646520 h 1026000"/>
              <a:gd name="connsiteX21" fmla="*/ 871367 w 991800"/>
              <a:gd name="connsiteY21" fmla="*/ 639493 h 1026000"/>
              <a:gd name="connsiteX22" fmla="*/ 928041 w 991800"/>
              <a:gd name="connsiteY22" fmla="*/ 604356 h 1026000"/>
              <a:gd name="connsiteX23" fmla="*/ 970547 w 991800"/>
              <a:gd name="connsiteY23" fmla="*/ 625438 h 1026000"/>
              <a:gd name="connsiteX24" fmla="*/ 991799 w 991800"/>
              <a:gd name="connsiteY24" fmla="*/ 660575 h 1026000"/>
              <a:gd name="connsiteX25" fmla="*/ 984715 w 991800"/>
              <a:gd name="connsiteY25" fmla="*/ 667603 h 1026000"/>
              <a:gd name="connsiteX26" fmla="*/ 977631 w 991800"/>
              <a:gd name="connsiteY26" fmla="*/ 702740 h 1026000"/>
              <a:gd name="connsiteX27" fmla="*/ 899704 w 991800"/>
              <a:gd name="connsiteY27" fmla="*/ 962753 h 1026000"/>
              <a:gd name="connsiteX28" fmla="*/ 892619 w 991800"/>
              <a:gd name="connsiteY28" fmla="*/ 976808 h 1026000"/>
              <a:gd name="connsiteX29" fmla="*/ 821777 w 991800"/>
              <a:gd name="connsiteY29" fmla="*/ 1026000 h 1026000"/>
              <a:gd name="connsiteX30" fmla="*/ 750934 w 991800"/>
              <a:gd name="connsiteY30" fmla="*/ 976808 h 1026000"/>
              <a:gd name="connsiteX31" fmla="*/ 743849 w 991800"/>
              <a:gd name="connsiteY31" fmla="*/ 962753 h 1026000"/>
              <a:gd name="connsiteX32" fmla="*/ 701344 w 991800"/>
              <a:gd name="connsiteY32" fmla="*/ 773014 h 1026000"/>
              <a:gd name="connsiteX33" fmla="*/ 651754 w 991800"/>
              <a:gd name="connsiteY33" fmla="*/ 962753 h 1026000"/>
              <a:gd name="connsiteX34" fmla="*/ 644669 w 991800"/>
              <a:gd name="connsiteY34" fmla="*/ 976808 h 1026000"/>
              <a:gd name="connsiteX35" fmla="*/ 573827 w 991800"/>
              <a:gd name="connsiteY35" fmla="*/ 1026000 h 1026000"/>
              <a:gd name="connsiteX36" fmla="*/ 502984 w 991800"/>
              <a:gd name="connsiteY36" fmla="*/ 976808 h 1026000"/>
              <a:gd name="connsiteX37" fmla="*/ 502984 w 991800"/>
              <a:gd name="connsiteY37" fmla="*/ 969781 h 1026000"/>
              <a:gd name="connsiteX38" fmla="*/ 495899 w 991800"/>
              <a:gd name="connsiteY38" fmla="*/ 962753 h 1026000"/>
              <a:gd name="connsiteX39" fmla="*/ 417972 w 991800"/>
              <a:gd name="connsiteY39" fmla="*/ 702740 h 1026000"/>
              <a:gd name="connsiteX40" fmla="*/ 410888 w 991800"/>
              <a:gd name="connsiteY40" fmla="*/ 667603 h 1026000"/>
              <a:gd name="connsiteX41" fmla="*/ 410888 w 991800"/>
              <a:gd name="connsiteY41" fmla="*/ 660575 h 1026000"/>
              <a:gd name="connsiteX42" fmla="*/ 425057 w 991800"/>
              <a:gd name="connsiteY42" fmla="*/ 625438 h 1026000"/>
              <a:gd name="connsiteX43" fmla="*/ 467562 w 991800"/>
              <a:gd name="connsiteY43" fmla="*/ 604356 h 1026000"/>
              <a:gd name="connsiteX44" fmla="*/ 205444 w 991800"/>
              <a:gd name="connsiteY44" fmla="*/ 604356 h 1026000"/>
              <a:gd name="connsiteX45" fmla="*/ 389636 w 991800"/>
              <a:gd name="connsiteY45" fmla="*/ 723822 h 1026000"/>
              <a:gd name="connsiteX46" fmla="*/ 389636 w 991800"/>
              <a:gd name="connsiteY46" fmla="*/ 906534 h 1026000"/>
              <a:gd name="connsiteX47" fmla="*/ 396720 w 991800"/>
              <a:gd name="connsiteY47" fmla="*/ 955726 h 1026000"/>
              <a:gd name="connsiteX48" fmla="*/ 403804 w 991800"/>
              <a:gd name="connsiteY48" fmla="*/ 976808 h 1026000"/>
              <a:gd name="connsiteX49" fmla="*/ 347130 w 991800"/>
              <a:gd name="connsiteY49" fmla="*/ 1026000 h 1026000"/>
              <a:gd name="connsiteX50" fmla="*/ 276287 w 991800"/>
              <a:gd name="connsiteY50" fmla="*/ 969781 h 1026000"/>
              <a:gd name="connsiteX51" fmla="*/ 127517 w 991800"/>
              <a:gd name="connsiteY51" fmla="*/ 1026000 h 1026000"/>
              <a:gd name="connsiteX52" fmla="*/ 0 w 991800"/>
              <a:gd name="connsiteY52" fmla="*/ 906534 h 1026000"/>
              <a:gd name="connsiteX53" fmla="*/ 155854 w 991800"/>
              <a:gd name="connsiteY53" fmla="*/ 773014 h 1026000"/>
              <a:gd name="connsiteX54" fmla="*/ 226697 w 991800"/>
              <a:gd name="connsiteY54" fmla="*/ 765986 h 1026000"/>
              <a:gd name="connsiteX55" fmla="*/ 269203 w 991800"/>
              <a:gd name="connsiteY55" fmla="*/ 730849 h 1026000"/>
              <a:gd name="connsiteX56" fmla="*/ 205444 w 991800"/>
              <a:gd name="connsiteY56" fmla="*/ 695712 h 1026000"/>
              <a:gd name="connsiteX57" fmla="*/ 127517 w 991800"/>
              <a:gd name="connsiteY57" fmla="*/ 730849 h 1026000"/>
              <a:gd name="connsiteX58" fmla="*/ 106264 w 991800"/>
              <a:gd name="connsiteY58" fmla="*/ 744904 h 1026000"/>
              <a:gd name="connsiteX59" fmla="*/ 77927 w 991800"/>
              <a:gd name="connsiteY59" fmla="*/ 758959 h 1026000"/>
              <a:gd name="connsiteX60" fmla="*/ 28337 w 991800"/>
              <a:gd name="connsiteY60" fmla="*/ 702740 h 1026000"/>
              <a:gd name="connsiteX61" fmla="*/ 205444 w 991800"/>
              <a:gd name="connsiteY61" fmla="*/ 604356 h 1026000"/>
              <a:gd name="connsiteX62" fmla="*/ 255034 w 991800"/>
              <a:gd name="connsiteY62" fmla="*/ 161630 h 1026000"/>
              <a:gd name="connsiteX63" fmla="*/ 517152 w 991800"/>
              <a:gd name="connsiteY63" fmla="*/ 161630 h 1026000"/>
              <a:gd name="connsiteX64" fmla="*/ 538405 w 991800"/>
              <a:gd name="connsiteY64" fmla="*/ 168657 h 1026000"/>
              <a:gd name="connsiteX65" fmla="*/ 566742 w 991800"/>
              <a:gd name="connsiteY65" fmla="*/ 189740 h 1026000"/>
              <a:gd name="connsiteX66" fmla="*/ 573827 w 991800"/>
              <a:gd name="connsiteY66" fmla="*/ 217849 h 1026000"/>
              <a:gd name="connsiteX67" fmla="*/ 552574 w 991800"/>
              <a:gd name="connsiteY67" fmla="*/ 260014 h 1026000"/>
              <a:gd name="connsiteX68" fmla="*/ 361298 w 991800"/>
              <a:gd name="connsiteY68" fmla="*/ 470835 h 1026000"/>
              <a:gd name="connsiteX69" fmla="*/ 524237 w 991800"/>
              <a:gd name="connsiteY69" fmla="*/ 470835 h 1026000"/>
              <a:gd name="connsiteX70" fmla="*/ 538405 w 991800"/>
              <a:gd name="connsiteY70" fmla="*/ 470835 h 1026000"/>
              <a:gd name="connsiteX71" fmla="*/ 573827 w 991800"/>
              <a:gd name="connsiteY71" fmla="*/ 520027 h 1026000"/>
              <a:gd name="connsiteX72" fmla="*/ 538405 w 991800"/>
              <a:gd name="connsiteY72" fmla="*/ 569219 h 1026000"/>
              <a:gd name="connsiteX73" fmla="*/ 524237 w 991800"/>
              <a:gd name="connsiteY73" fmla="*/ 569219 h 1026000"/>
              <a:gd name="connsiteX74" fmla="*/ 240865 w 991800"/>
              <a:gd name="connsiteY74" fmla="*/ 569219 h 1026000"/>
              <a:gd name="connsiteX75" fmla="*/ 184191 w 991800"/>
              <a:gd name="connsiteY75" fmla="*/ 527055 h 1026000"/>
              <a:gd name="connsiteX76" fmla="*/ 184191 w 991800"/>
              <a:gd name="connsiteY76" fmla="*/ 520027 h 1026000"/>
              <a:gd name="connsiteX77" fmla="*/ 198360 w 991800"/>
              <a:gd name="connsiteY77" fmla="*/ 477863 h 1026000"/>
              <a:gd name="connsiteX78" fmla="*/ 396720 w 991800"/>
              <a:gd name="connsiteY78" fmla="*/ 267041 h 1026000"/>
              <a:gd name="connsiteX79" fmla="*/ 255034 w 991800"/>
              <a:gd name="connsiteY79" fmla="*/ 267041 h 1026000"/>
              <a:gd name="connsiteX80" fmla="*/ 240865 w 991800"/>
              <a:gd name="connsiteY80" fmla="*/ 260014 h 1026000"/>
              <a:gd name="connsiteX81" fmla="*/ 205444 w 991800"/>
              <a:gd name="connsiteY81" fmla="*/ 217849 h 1026000"/>
              <a:gd name="connsiteX82" fmla="*/ 240865 w 991800"/>
              <a:gd name="connsiteY82" fmla="*/ 168657 h 1026000"/>
              <a:gd name="connsiteX83" fmla="*/ 255034 w 991800"/>
              <a:gd name="connsiteY83" fmla="*/ 161630 h 1026000"/>
              <a:gd name="connsiteX84" fmla="*/ 665923 w 991800"/>
              <a:gd name="connsiteY84" fmla="*/ 0 h 1026000"/>
              <a:gd name="connsiteX85" fmla="*/ 729681 w 991800"/>
              <a:gd name="connsiteY85" fmla="*/ 63247 h 1026000"/>
              <a:gd name="connsiteX86" fmla="*/ 729681 w 991800"/>
              <a:gd name="connsiteY86" fmla="*/ 189740 h 1026000"/>
              <a:gd name="connsiteX87" fmla="*/ 843030 w 991800"/>
              <a:gd name="connsiteY87" fmla="*/ 147575 h 1026000"/>
              <a:gd name="connsiteX88" fmla="*/ 991800 w 991800"/>
              <a:gd name="connsiteY88" fmla="*/ 295151 h 1026000"/>
              <a:gd name="connsiteX89" fmla="*/ 991800 w 991800"/>
              <a:gd name="connsiteY89" fmla="*/ 505973 h 1026000"/>
              <a:gd name="connsiteX90" fmla="*/ 928041 w 991800"/>
              <a:gd name="connsiteY90" fmla="*/ 569219 h 1026000"/>
              <a:gd name="connsiteX91" fmla="*/ 864283 w 991800"/>
              <a:gd name="connsiteY91" fmla="*/ 513000 h 1026000"/>
              <a:gd name="connsiteX92" fmla="*/ 864283 w 991800"/>
              <a:gd name="connsiteY92" fmla="*/ 505973 h 1026000"/>
              <a:gd name="connsiteX93" fmla="*/ 864283 w 991800"/>
              <a:gd name="connsiteY93" fmla="*/ 316233 h 1026000"/>
              <a:gd name="connsiteX94" fmla="*/ 800524 w 991800"/>
              <a:gd name="connsiteY94" fmla="*/ 252986 h 1026000"/>
              <a:gd name="connsiteX95" fmla="*/ 729681 w 991800"/>
              <a:gd name="connsiteY95" fmla="*/ 330288 h 1026000"/>
              <a:gd name="connsiteX96" fmla="*/ 729681 w 991800"/>
              <a:gd name="connsiteY96" fmla="*/ 505973 h 1026000"/>
              <a:gd name="connsiteX97" fmla="*/ 729681 w 991800"/>
              <a:gd name="connsiteY97" fmla="*/ 513000 h 1026000"/>
              <a:gd name="connsiteX98" fmla="*/ 665923 w 991800"/>
              <a:gd name="connsiteY98" fmla="*/ 569219 h 1026000"/>
              <a:gd name="connsiteX99" fmla="*/ 602164 w 991800"/>
              <a:gd name="connsiteY99" fmla="*/ 505973 h 1026000"/>
              <a:gd name="connsiteX100" fmla="*/ 602164 w 991800"/>
              <a:gd name="connsiteY100" fmla="*/ 63247 h 1026000"/>
              <a:gd name="connsiteX101" fmla="*/ 665923 w 991800"/>
              <a:gd name="connsiteY101" fmla="*/ 0 h 102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91800" h="1026000">
                <a:moveTo>
                  <a:pt x="276287" y="822205"/>
                </a:moveTo>
                <a:cubicBezTo>
                  <a:pt x="262119" y="836260"/>
                  <a:pt x="240866" y="843288"/>
                  <a:pt x="226697" y="843288"/>
                </a:cubicBezTo>
                <a:lnTo>
                  <a:pt x="184191" y="850315"/>
                </a:lnTo>
                <a:cubicBezTo>
                  <a:pt x="141686" y="857342"/>
                  <a:pt x="113349" y="871397"/>
                  <a:pt x="113349" y="899507"/>
                </a:cubicBezTo>
                <a:cubicBezTo>
                  <a:pt x="113349" y="927616"/>
                  <a:pt x="141686" y="948698"/>
                  <a:pt x="177107" y="948698"/>
                </a:cubicBezTo>
                <a:cubicBezTo>
                  <a:pt x="233781" y="948698"/>
                  <a:pt x="276287" y="906534"/>
                  <a:pt x="276287" y="864370"/>
                </a:cubicBezTo>
                <a:close/>
                <a:moveTo>
                  <a:pt x="467562" y="604356"/>
                </a:moveTo>
                <a:cubicBezTo>
                  <a:pt x="495899" y="604356"/>
                  <a:pt x="517152" y="618411"/>
                  <a:pt x="524237" y="639493"/>
                </a:cubicBezTo>
                <a:cubicBezTo>
                  <a:pt x="524237" y="639493"/>
                  <a:pt x="531321" y="646520"/>
                  <a:pt x="531321" y="653548"/>
                </a:cubicBezTo>
                <a:lnTo>
                  <a:pt x="531321" y="660575"/>
                </a:lnTo>
                <a:cubicBezTo>
                  <a:pt x="531321" y="660575"/>
                  <a:pt x="580911" y="864370"/>
                  <a:pt x="580911" y="871397"/>
                </a:cubicBezTo>
                <a:cubicBezTo>
                  <a:pt x="587995" y="843288"/>
                  <a:pt x="623417" y="681657"/>
                  <a:pt x="623417" y="681657"/>
                </a:cubicBezTo>
                <a:cubicBezTo>
                  <a:pt x="623417" y="674630"/>
                  <a:pt x="623417" y="667603"/>
                  <a:pt x="630501" y="660575"/>
                </a:cubicBezTo>
                <a:cubicBezTo>
                  <a:pt x="630501" y="653548"/>
                  <a:pt x="630501" y="646520"/>
                  <a:pt x="630501" y="646520"/>
                </a:cubicBezTo>
                <a:cubicBezTo>
                  <a:pt x="644669" y="618411"/>
                  <a:pt x="673007" y="604356"/>
                  <a:pt x="701344" y="604356"/>
                </a:cubicBezTo>
                <a:cubicBezTo>
                  <a:pt x="729681" y="604356"/>
                  <a:pt x="758018" y="618411"/>
                  <a:pt x="765102" y="646520"/>
                </a:cubicBezTo>
                <a:lnTo>
                  <a:pt x="772187" y="653548"/>
                </a:lnTo>
                <a:cubicBezTo>
                  <a:pt x="772187" y="667603"/>
                  <a:pt x="779271" y="674630"/>
                  <a:pt x="779271" y="681657"/>
                </a:cubicBezTo>
                <a:cubicBezTo>
                  <a:pt x="779271" y="681657"/>
                  <a:pt x="814692" y="864370"/>
                  <a:pt x="821777" y="871397"/>
                </a:cubicBezTo>
                <a:cubicBezTo>
                  <a:pt x="828861" y="843288"/>
                  <a:pt x="864282" y="660575"/>
                  <a:pt x="864282" y="660575"/>
                </a:cubicBezTo>
                <a:lnTo>
                  <a:pt x="871367" y="646520"/>
                </a:lnTo>
                <a:cubicBezTo>
                  <a:pt x="871367" y="646520"/>
                  <a:pt x="871367" y="639493"/>
                  <a:pt x="871367" y="639493"/>
                </a:cubicBezTo>
                <a:cubicBezTo>
                  <a:pt x="878451" y="618411"/>
                  <a:pt x="899704" y="604356"/>
                  <a:pt x="928041" y="604356"/>
                </a:cubicBezTo>
                <a:cubicBezTo>
                  <a:pt x="949294" y="604356"/>
                  <a:pt x="963462" y="611383"/>
                  <a:pt x="970547" y="625438"/>
                </a:cubicBezTo>
                <a:cubicBezTo>
                  <a:pt x="984715" y="632466"/>
                  <a:pt x="984715" y="646520"/>
                  <a:pt x="991799" y="660575"/>
                </a:cubicBezTo>
                <a:cubicBezTo>
                  <a:pt x="991799" y="660575"/>
                  <a:pt x="991799" y="667603"/>
                  <a:pt x="984715" y="667603"/>
                </a:cubicBezTo>
                <a:cubicBezTo>
                  <a:pt x="984715" y="681657"/>
                  <a:pt x="984715" y="695712"/>
                  <a:pt x="977631" y="702740"/>
                </a:cubicBezTo>
                <a:lnTo>
                  <a:pt x="899704" y="962753"/>
                </a:lnTo>
                <a:cubicBezTo>
                  <a:pt x="899704" y="969781"/>
                  <a:pt x="892619" y="976808"/>
                  <a:pt x="892619" y="976808"/>
                </a:cubicBezTo>
                <a:cubicBezTo>
                  <a:pt x="878451" y="1004918"/>
                  <a:pt x="857198" y="1026000"/>
                  <a:pt x="821777" y="1026000"/>
                </a:cubicBezTo>
                <a:cubicBezTo>
                  <a:pt x="793439" y="1026000"/>
                  <a:pt x="765102" y="1004918"/>
                  <a:pt x="750934" y="976808"/>
                </a:cubicBezTo>
                <a:lnTo>
                  <a:pt x="743849" y="962753"/>
                </a:lnTo>
                <a:cubicBezTo>
                  <a:pt x="743849" y="962753"/>
                  <a:pt x="701344" y="780041"/>
                  <a:pt x="701344" y="773014"/>
                </a:cubicBezTo>
                <a:cubicBezTo>
                  <a:pt x="694259" y="780041"/>
                  <a:pt x="651754" y="962753"/>
                  <a:pt x="651754" y="962753"/>
                </a:cubicBezTo>
                <a:cubicBezTo>
                  <a:pt x="651754" y="962753"/>
                  <a:pt x="644669" y="976808"/>
                  <a:pt x="644669" y="976808"/>
                </a:cubicBezTo>
                <a:cubicBezTo>
                  <a:pt x="637585" y="1004918"/>
                  <a:pt x="609248" y="1026000"/>
                  <a:pt x="573827" y="1026000"/>
                </a:cubicBezTo>
                <a:cubicBezTo>
                  <a:pt x="545489" y="1026000"/>
                  <a:pt x="517152" y="1004918"/>
                  <a:pt x="502984" y="976808"/>
                </a:cubicBezTo>
                <a:lnTo>
                  <a:pt x="502984" y="969781"/>
                </a:lnTo>
                <a:lnTo>
                  <a:pt x="495899" y="962753"/>
                </a:lnTo>
                <a:lnTo>
                  <a:pt x="417972" y="702740"/>
                </a:lnTo>
                <a:cubicBezTo>
                  <a:pt x="417972" y="695712"/>
                  <a:pt x="410888" y="681657"/>
                  <a:pt x="410888" y="667603"/>
                </a:cubicBezTo>
                <a:cubicBezTo>
                  <a:pt x="410888" y="667603"/>
                  <a:pt x="410888" y="660575"/>
                  <a:pt x="410888" y="660575"/>
                </a:cubicBezTo>
                <a:cubicBezTo>
                  <a:pt x="410888" y="646520"/>
                  <a:pt x="417972" y="632466"/>
                  <a:pt x="425057" y="625438"/>
                </a:cubicBezTo>
                <a:cubicBezTo>
                  <a:pt x="439225" y="611383"/>
                  <a:pt x="453394" y="604356"/>
                  <a:pt x="467562" y="604356"/>
                </a:cubicBezTo>
                <a:close/>
                <a:moveTo>
                  <a:pt x="205444" y="604356"/>
                </a:moveTo>
                <a:cubicBezTo>
                  <a:pt x="325877" y="604356"/>
                  <a:pt x="389636" y="646520"/>
                  <a:pt x="389636" y="723822"/>
                </a:cubicBezTo>
                <a:lnTo>
                  <a:pt x="389636" y="906534"/>
                </a:lnTo>
                <a:cubicBezTo>
                  <a:pt x="389636" y="927616"/>
                  <a:pt x="396720" y="941671"/>
                  <a:pt x="396720" y="955726"/>
                </a:cubicBezTo>
                <a:cubicBezTo>
                  <a:pt x="396720" y="962753"/>
                  <a:pt x="403804" y="969781"/>
                  <a:pt x="403804" y="976808"/>
                </a:cubicBezTo>
                <a:cubicBezTo>
                  <a:pt x="403804" y="1004918"/>
                  <a:pt x="375467" y="1026000"/>
                  <a:pt x="347130" y="1026000"/>
                </a:cubicBezTo>
                <a:cubicBezTo>
                  <a:pt x="304624" y="1026000"/>
                  <a:pt x="283371" y="1004918"/>
                  <a:pt x="276287" y="969781"/>
                </a:cubicBezTo>
                <a:cubicBezTo>
                  <a:pt x="233781" y="1004918"/>
                  <a:pt x="191276" y="1026000"/>
                  <a:pt x="127517" y="1026000"/>
                </a:cubicBezTo>
                <a:cubicBezTo>
                  <a:pt x="63759" y="1026000"/>
                  <a:pt x="0" y="983835"/>
                  <a:pt x="0" y="906534"/>
                </a:cubicBezTo>
                <a:cubicBezTo>
                  <a:pt x="0" y="808151"/>
                  <a:pt x="77927" y="787068"/>
                  <a:pt x="155854" y="773014"/>
                </a:cubicBezTo>
                <a:lnTo>
                  <a:pt x="226697" y="765986"/>
                </a:lnTo>
                <a:cubicBezTo>
                  <a:pt x="255034" y="765986"/>
                  <a:pt x="269203" y="758959"/>
                  <a:pt x="269203" y="730849"/>
                </a:cubicBezTo>
                <a:cubicBezTo>
                  <a:pt x="269203" y="702740"/>
                  <a:pt x="233781" y="695712"/>
                  <a:pt x="205444" y="695712"/>
                </a:cubicBezTo>
                <a:cubicBezTo>
                  <a:pt x="162939" y="695712"/>
                  <a:pt x="141686" y="716794"/>
                  <a:pt x="127517" y="730849"/>
                </a:cubicBezTo>
                <a:cubicBezTo>
                  <a:pt x="120433" y="737877"/>
                  <a:pt x="113349" y="737877"/>
                  <a:pt x="106264" y="744904"/>
                </a:cubicBezTo>
                <a:cubicBezTo>
                  <a:pt x="99180" y="751931"/>
                  <a:pt x="85011" y="758959"/>
                  <a:pt x="77927" y="758959"/>
                </a:cubicBezTo>
                <a:cubicBezTo>
                  <a:pt x="49590" y="758959"/>
                  <a:pt x="28337" y="730849"/>
                  <a:pt x="28337" y="702740"/>
                </a:cubicBezTo>
                <a:cubicBezTo>
                  <a:pt x="28337" y="653548"/>
                  <a:pt x="92096" y="604356"/>
                  <a:pt x="205444" y="604356"/>
                </a:cubicBezTo>
                <a:close/>
                <a:moveTo>
                  <a:pt x="255034" y="161630"/>
                </a:moveTo>
                <a:lnTo>
                  <a:pt x="517152" y="161630"/>
                </a:lnTo>
                <a:cubicBezTo>
                  <a:pt x="524237" y="161630"/>
                  <a:pt x="531321" y="161630"/>
                  <a:pt x="538405" y="168657"/>
                </a:cubicBezTo>
                <a:cubicBezTo>
                  <a:pt x="552574" y="168657"/>
                  <a:pt x="559658" y="175685"/>
                  <a:pt x="566742" y="189740"/>
                </a:cubicBezTo>
                <a:cubicBezTo>
                  <a:pt x="566742" y="196767"/>
                  <a:pt x="573827" y="203794"/>
                  <a:pt x="573827" y="217849"/>
                </a:cubicBezTo>
                <a:cubicBezTo>
                  <a:pt x="573827" y="231904"/>
                  <a:pt x="566742" y="245959"/>
                  <a:pt x="552574" y="260014"/>
                </a:cubicBezTo>
                <a:cubicBezTo>
                  <a:pt x="552574" y="260014"/>
                  <a:pt x="368382" y="463808"/>
                  <a:pt x="361298" y="470835"/>
                </a:cubicBezTo>
                <a:lnTo>
                  <a:pt x="524237" y="470835"/>
                </a:lnTo>
                <a:cubicBezTo>
                  <a:pt x="531321" y="470835"/>
                  <a:pt x="538405" y="470835"/>
                  <a:pt x="538405" y="470835"/>
                </a:cubicBezTo>
                <a:cubicBezTo>
                  <a:pt x="559658" y="477863"/>
                  <a:pt x="573827" y="498945"/>
                  <a:pt x="573827" y="520027"/>
                </a:cubicBezTo>
                <a:cubicBezTo>
                  <a:pt x="573827" y="541109"/>
                  <a:pt x="559658" y="562192"/>
                  <a:pt x="538405" y="569219"/>
                </a:cubicBezTo>
                <a:cubicBezTo>
                  <a:pt x="538405" y="569219"/>
                  <a:pt x="531321" y="569219"/>
                  <a:pt x="524237" y="569219"/>
                </a:cubicBezTo>
                <a:lnTo>
                  <a:pt x="240865" y="569219"/>
                </a:lnTo>
                <a:cubicBezTo>
                  <a:pt x="205444" y="569219"/>
                  <a:pt x="184191" y="548137"/>
                  <a:pt x="184191" y="527055"/>
                </a:cubicBezTo>
                <a:lnTo>
                  <a:pt x="184191" y="520027"/>
                </a:lnTo>
                <a:cubicBezTo>
                  <a:pt x="184191" y="505972"/>
                  <a:pt x="191275" y="484890"/>
                  <a:pt x="198360" y="477863"/>
                </a:cubicBezTo>
                <a:cubicBezTo>
                  <a:pt x="198360" y="477863"/>
                  <a:pt x="389635" y="274068"/>
                  <a:pt x="396720" y="267041"/>
                </a:cubicBezTo>
                <a:lnTo>
                  <a:pt x="255034" y="267041"/>
                </a:lnTo>
                <a:cubicBezTo>
                  <a:pt x="247950" y="267041"/>
                  <a:pt x="240865" y="267041"/>
                  <a:pt x="240865" y="260014"/>
                </a:cubicBezTo>
                <a:cubicBezTo>
                  <a:pt x="219612" y="252986"/>
                  <a:pt x="205444" y="238931"/>
                  <a:pt x="205444" y="217849"/>
                </a:cubicBezTo>
                <a:cubicBezTo>
                  <a:pt x="205444" y="189740"/>
                  <a:pt x="219612" y="175685"/>
                  <a:pt x="240865" y="168657"/>
                </a:cubicBezTo>
                <a:cubicBezTo>
                  <a:pt x="240865" y="161630"/>
                  <a:pt x="247950" y="161630"/>
                  <a:pt x="255034" y="161630"/>
                </a:cubicBezTo>
                <a:close/>
                <a:moveTo>
                  <a:pt x="665923" y="0"/>
                </a:moveTo>
                <a:cubicBezTo>
                  <a:pt x="701344" y="0"/>
                  <a:pt x="722597" y="28110"/>
                  <a:pt x="729681" y="63247"/>
                </a:cubicBezTo>
                <a:lnTo>
                  <a:pt x="729681" y="189740"/>
                </a:lnTo>
                <a:cubicBezTo>
                  <a:pt x="758018" y="161630"/>
                  <a:pt x="793440" y="147575"/>
                  <a:pt x="843030" y="147575"/>
                </a:cubicBezTo>
                <a:cubicBezTo>
                  <a:pt x="935125" y="147575"/>
                  <a:pt x="991800" y="203795"/>
                  <a:pt x="991800" y="295151"/>
                </a:cubicBezTo>
                <a:lnTo>
                  <a:pt x="991800" y="505973"/>
                </a:lnTo>
                <a:cubicBezTo>
                  <a:pt x="991800" y="541110"/>
                  <a:pt x="963463" y="569219"/>
                  <a:pt x="928041" y="569219"/>
                </a:cubicBezTo>
                <a:cubicBezTo>
                  <a:pt x="892620" y="569219"/>
                  <a:pt x="864283" y="541110"/>
                  <a:pt x="864283" y="513000"/>
                </a:cubicBezTo>
                <a:lnTo>
                  <a:pt x="864283" y="505973"/>
                </a:lnTo>
                <a:lnTo>
                  <a:pt x="864283" y="316233"/>
                </a:lnTo>
                <a:cubicBezTo>
                  <a:pt x="864283" y="295151"/>
                  <a:pt x="857198" y="252986"/>
                  <a:pt x="800524" y="252986"/>
                </a:cubicBezTo>
                <a:cubicBezTo>
                  <a:pt x="765103" y="252986"/>
                  <a:pt x="729681" y="281096"/>
                  <a:pt x="729681" y="330288"/>
                </a:cubicBezTo>
                <a:lnTo>
                  <a:pt x="729681" y="505973"/>
                </a:lnTo>
                <a:lnTo>
                  <a:pt x="729681" y="513000"/>
                </a:lnTo>
                <a:cubicBezTo>
                  <a:pt x="729681" y="541110"/>
                  <a:pt x="701344" y="569219"/>
                  <a:pt x="665923" y="569219"/>
                </a:cubicBezTo>
                <a:cubicBezTo>
                  <a:pt x="630501" y="569219"/>
                  <a:pt x="602164" y="541110"/>
                  <a:pt x="602164" y="505973"/>
                </a:cubicBezTo>
                <a:lnTo>
                  <a:pt x="602164" y="63247"/>
                </a:lnTo>
                <a:cubicBezTo>
                  <a:pt x="602164" y="28110"/>
                  <a:pt x="630501" y="0"/>
                  <a:pt x="665923" y="0"/>
                </a:cubicBezTo>
                <a:close/>
              </a:path>
            </a:pathLst>
          </a:custGeom>
          <a:solidFill>
            <a:srgbClr val="FFFFFF"/>
          </a:solidFill>
        </p:spPr>
        <p:txBody>
          <a:bodyPr wrap="square">
            <a:noAutofit/>
          </a:bodyPr>
          <a:lstStyle>
            <a:lvl1pPr marL="0" indent="0">
              <a:buNone/>
              <a:defRPr/>
            </a:lvl1pPr>
          </a:lstStyle>
          <a:p>
            <a:pPr lvl="0"/>
            <a:r>
              <a:rPr lang="en-GB" dirty="0"/>
              <a:t>   </a:t>
            </a:r>
          </a:p>
        </p:txBody>
      </p:sp>
    </p:spTree>
    <p:extLst>
      <p:ext uri="{BB962C8B-B14F-4D97-AF65-F5344CB8AC3E}">
        <p14:creationId xmlns:p14="http://schemas.microsoft.com/office/powerpoint/2010/main" val="3578779102"/>
      </p:ext>
    </p:extLst>
  </p:cSld>
  <p:clrMapOvr>
    <a:masterClrMapping/>
  </p:clrMapOvr>
  <p:extLst>
    <p:ext uri="{DCECCB84-F9BA-43D5-87BE-67443E8EF086}">
      <p15:sldGuideLst xmlns:p15="http://schemas.microsoft.com/office/powerpoint/2012/main">
        <p15:guide id="1" orient="horz" pos="2160">
          <p15:clr>
            <a:srgbClr val="000000"/>
          </p15:clr>
        </p15:guide>
        <p15:guide id="2" pos="3840">
          <p15:clr>
            <a:srgbClr val="000000"/>
          </p15:clr>
        </p15:guide>
        <p15:guide id="3" pos="3931">
          <p15:clr>
            <a:srgbClr val="000000"/>
          </p15:clr>
        </p15:guide>
        <p15:guide id="4" pos="4974">
          <p15:clr>
            <a:srgbClr val="000000"/>
          </p15:clr>
        </p15:guide>
        <p15:guide id="5" pos="5155">
          <p15:clr>
            <a:srgbClr val="000000"/>
          </p15:clr>
        </p15:guide>
        <p15:guide id="6" pos="6199">
          <p15:clr>
            <a:srgbClr val="000000"/>
          </p15:clr>
        </p15:guide>
        <p15:guide id="7" pos="6380">
          <p15:clr>
            <a:srgbClr val="000000"/>
          </p15:clr>
        </p15:guide>
        <p15:guide id="8" pos="7423">
          <p15:clr>
            <a:srgbClr val="000000"/>
          </p15:clr>
        </p15:guide>
        <p15:guide id="9" pos="3749">
          <p15:clr>
            <a:srgbClr val="000000"/>
          </p15:clr>
        </p15:guide>
        <p15:guide id="10" pos="2706">
          <p15:clr>
            <a:srgbClr val="000000"/>
          </p15:clr>
        </p15:guide>
        <p15:guide id="11" pos="2525">
          <p15:clr>
            <a:srgbClr val="000000"/>
          </p15:clr>
        </p15:guide>
        <p15:guide id="12" pos="1481">
          <p15:clr>
            <a:srgbClr val="000000"/>
          </p15:clr>
        </p15:guide>
        <p15:guide id="13" pos="1300">
          <p15:clr>
            <a:srgbClr val="000000"/>
          </p15:clr>
        </p15:guide>
        <p15:guide id="14" pos="257">
          <p15:clr>
            <a:srgbClr val="000000"/>
          </p15:clr>
        </p15:guide>
        <p15:guide id="16" orient="horz" pos="1638" userDrawn="1">
          <p15:clr>
            <a:srgbClr val="000000"/>
          </p15:clr>
        </p15:guide>
        <p15:guide id="17" orient="horz" pos="1071">
          <p15:clr>
            <a:srgbClr val="000000"/>
          </p15:clr>
        </p15:guide>
        <p15:guide id="18" orient="horz" pos="2704">
          <p15:clr>
            <a:srgbClr val="000000"/>
          </p15:clr>
        </p15:guide>
        <p15:guide id="19" orient="horz" pos="3249">
          <p15:clr>
            <a:srgbClr val="000000"/>
          </p15:clr>
        </p15:guide>
        <p15:guide id="20" orient="horz" pos="3793">
          <p15:clr>
            <a:srgbClr val="000000"/>
          </p15:clr>
        </p15:guide>
        <p15:guide id="21" orient="horz" pos="527">
          <p15:clr>
            <a:srgbClr val="00000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elfolie Video 3">
    <p:bg>
      <p:bgPr>
        <a:solidFill>
          <a:srgbClr val="05366C"/>
        </a:solidFill>
        <a:effectLst/>
      </p:bgPr>
    </p:bg>
    <p:spTree>
      <p:nvGrpSpPr>
        <p:cNvPr id="1" name=""/>
        <p:cNvGrpSpPr/>
        <p:nvPr/>
      </p:nvGrpSpPr>
      <p:grpSpPr>
        <a:xfrm>
          <a:off x="0" y="0"/>
          <a:ext cx="0" cy="0"/>
          <a:chOff x="0" y="0"/>
          <a:chExt cx="0" cy="0"/>
        </a:xfrm>
      </p:grpSpPr>
      <p:sp>
        <p:nvSpPr>
          <p:cNvPr id="69" name="Medienplatzhalter 19">
            <a:extLst>
              <a:ext uri="{FF2B5EF4-FFF2-40B4-BE49-F238E27FC236}">
                <a16:creationId xmlns:a16="http://schemas.microsoft.com/office/drawing/2014/main" id="{3387A7DB-904E-FE95-259E-2C82B5C70003}"/>
              </a:ext>
            </a:extLst>
          </p:cNvPr>
          <p:cNvSpPr>
            <a:spLocks noGrp="1"/>
          </p:cNvSpPr>
          <p:nvPr>
            <p:ph type="media" sz="quarter" idx="18"/>
          </p:nvPr>
        </p:nvSpPr>
        <p:spPr>
          <a:xfrm>
            <a:off x="0" y="0"/>
            <a:ext cx="2063750" cy="6858000"/>
          </a:xfrm>
        </p:spPr>
        <p:txBody>
          <a:bodyPr/>
          <a:lstStyle>
            <a:lvl1pPr marL="0" indent="0">
              <a:buNone/>
              <a:defRPr/>
            </a:lvl1pPr>
          </a:lstStyle>
          <a:p>
            <a:r>
              <a:rPr lang="en-US"/>
              <a:t>Click icon to add media</a:t>
            </a:r>
            <a:endParaRPr lang="en-GB" dirty="0"/>
          </a:p>
        </p:txBody>
      </p:sp>
      <p:sp>
        <p:nvSpPr>
          <p:cNvPr id="9" name="Untertitel 2">
            <a:extLst>
              <a:ext uri="{FF2B5EF4-FFF2-40B4-BE49-F238E27FC236}">
                <a16:creationId xmlns:a16="http://schemas.microsoft.com/office/drawing/2014/main" id="{731F577B-3B3E-3610-ECDC-4B880DEBBEB6}"/>
              </a:ext>
            </a:extLst>
          </p:cNvPr>
          <p:cNvSpPr>
            <a:spLocks noGrp="1"/>
          </p:cNvSpPr>
          <p:nvPr>
            <p:ph type="subTitle" idx="1"/>
          </p:nvPr>
        </p:nvSpPr>
        <p:spPr bwMode="auto">
          <a:xfrm>
            <a:off x="2351882" y="5868000"/>
            <a:ext cx="4500000" cy="274883"/>
          </a:xfrm>
        </p:spPr>
        <p:txBody>
          <a:bodyPr anchor="t" anchorCtr="0">
            <a:spAutoFit/>
          </a:bodyPr>
          <a:lstStyle>
            <a:lvl1pPr marL="0" indent="0" algn="l">
              <a:spcBef>
                <a:spcPts val="0"/>
              </a:spcBef>
              <a:spcAft>
                <a:spcPts val="0"/>
              </a:spcAft>
              <a:buNone/>
              <a:defRPr sz="1800" b="0" u="none">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el 1">
            <a:extLst>
              <a:ext uri="{FF2B5EF4-FFF2-40B4-BE49-F238E27FC236}">
                <a16:creationId xmlns:a16="http://schemas.microsoft.com/office/drawing/2014/main" id="{84984282-40F4-0467-6471-F8DE96498263}"/>
              </a:ext>
            </a:extLst>
          </p:cNvPr>
          <p:cNvSpPr>
            <a:spLocks noGrp="1"/>
          </p:cNvSpPr>
          <p:nvPr>
            <p:ph type="ctrTitle"/>
          </p:nvPr>
        </p:nvSpPr>
        <p:spPr bwMode="auto">
          <a:xfrm>
            <a:off x="407988" y="2924822"/>
            <a:ext cx="8407953" cy="1008357"/>
          </a:xfrm>
          <a:prstGeom prst="roundRect">
            <a:avLst>
              <a:gd name="adj" fmla="val 2849"/>
            </a:avLst>
          </a:prstGeom>
          <a:solidFill>
            <a:srgbClr val="9ADCF6"/>
          </a:solidFill>
        </p:spPr>
        <p:txBody>
          <a:bodyPr wrap="none" lIns="216000" tIns="144000" rIns="216000" bIns="144000" anchor="ctr" anchorCtr="0">
            <a:spAutoFit/>
          </a:bodyPr>
          <a:lstStyle>
            <a:lvl1pPr algn="l">
              <a:lnSpc>
                <a:spcPct val="92000"/>
              </a:lnSpc>
              <a:defRPr sz="5000">
                <a:solidFill>
                  <a:srgbClr val="05366C"/>
                </a:solidFill>
              </a:defRPr>
            </a:lvl1pPr>
          </a:lstStyle>
          <a:p>
            <a:r>
              <a:rPr lang="en-US"/>
              <a:t>Click to edit Master title style</a:t>
            </a:r>
            <a:endParaRPr lang="en-GB" dirty="0"/>
          </a:p>
        </p:txBody>
      </p:sp>
      <p:sp>
        <p:nvSpPr>
          <p:cNvPr id="5" name="Departementsname">
            <a:extLst>
              <a:ext uri="{FF2B5EF4-FFF2-40B4-BE49-F238E27FC236}">
                <a16:creationId xmlns:a16="http://schemas.microsoft.com/office/drawing/2014/main" id="{8EF67CC1-5F49-FE0F-3C51-AE5C402BB7C7}"/>
              </a:ext>
            </a:extLst>
          </p:cNvPr>
          <p:cNvSpPr>
            <a:spLocks noGrp="1"/>
          </p:cNvSpPr>
          <p:nvPr>
            <p:ph type="body" sz="quarter" idx="16" hasCustomPrompt="1"/>
          </p:nvPr>
        </p:nvSpPr>
        <p:spPr bwMode="gray">
          <a:xfrm>
            <a:off x="6240464" y="512613"/>
            <a:ext cx="5543550" cy="324000"/>
          </a:xfrm>
        </p:spPr>
        <p:txBody>
          <a:bodyPr wrap="square" anchor="t" anchorCtr="0">
            <a:noAutofit/>
          </a:bodyPr>
          <a:lstStyle>
            <a:lvl1pPr marL="0" indent="0" algn="r">
              <a:spcBef>
                <a:spcPts val="0"/>
              </a:spcBef>
              <a:buNone/>
              <a:defRPr sz="1500" b="1">
                <a:solidFill>
                  <a:srgbClr val="FFFFFF"/>
                </a:solidFill>
              </a:defRPr>
            </a:lvl1pPr>
            <a:lvl2pPr marL="180000" indent="0">
              <a:buNone/>
              <a:defRPr sz="1800">
                <a:solidFill>
                  <a:srgbClr val="9ADCF6"/>
                </a:solidFill>
              </a:defRPr>
            </a:lvl2pPr>
            <a:lvl3pPr marL="360000" indent="0">
              <a:buNone/>
              <a:defRPr sz="1800">
                <a:solidFill>
                  <a:srgbClr val="9ADCF6"/>
                </a:solidFill>
              </a:defRPr>
            </a:lvl3pPr>
            <a:lvl4pPr marL="540000" indent="0">
              <a:buNone/>
              <a:defRPr sz="1800">
                <a:solidFill>
                  <a:srgbClr val="9ADCF6"/>
                </a:solidFill>
              </a:defRPr>
            </a:lvl4pPr>
            <a:lvl5pPr marL="720000" indent="0">
              <a:buNone/>
              <a:defRPr sz="1800">
                <a:solidFill>
                  <a:srgbClr val="9ADCF6"/>
                </a:solidFill>
              </a:defRPr>
            </a:lvl5pPr>
          </a:lstStyle>
          <a:p>
            <a:pPr lvl="0"/>
            <a:r>
              <a:rPr lang="en-GB" dirty="0" err="1"/>
              <a:t>Departementsname</a:t>
            </a:r>
            <a:r>
              <a:rPr lang="en-GB" dirty="0"/>
              <a:t> </a:t>
            </a:r>
            <a:r>
              <a:rPr lang="en-GB" dirty="0" err="1"/>
              <a:t>hinzufügen</a:t>
            </a:r>
            <a:endParaRPr lang="en-GB" dirty="0"/>
          </a:p>
        </p:txBody>
      </p:sp>
      <p:sp>
        <p:nvSpPr>
          <p:cNvPr id="3" name="Textplatzhalter 2" descr="Logo ZHAW">
            <a:extLst>
              <a:ext uri="{FF2B5EF4-FFF2-40B4-BE49-F238E27FC236}">
                <a16:creationId xmlns:a16="http://schemas.microsoft.com/office/drawing/2014/main" id="{4EEDCAAB-3814-DE7A-808A-F380124B3C3D}"/>
              </a:ext>
            </a:extLst>
          </p:cNvPr>
          <p:cNvSpPr>
            <a:spLocks noGrp="1" noChangeAspect="1"/>
          </p:cNvSpPr>
          <p:nvPr>
            <p:ph type="body" sz="quarter" idx="17" hasCustomPrompt="1"/>
          </p:nvPr>
        </p:nvSpPr>
        <p:spPr bwMode="gray">
          <a:xfrm>
            <a:off x="379292" y="355143"/>
            <a:ext cx="991800" cy="1026000"/>
          </a:xfrm>
          <a:custGeom>
            <a:avLst/>
            <a:gdLst>
              <a:gd name="connsiteX0" fmla="*/ 276287 w 991800"/>
              <a:gd name="connsiteY0" fmla="*/ 822205 h 1026000"/>
              <a:gd name="connsiteX1" fmla="*/ 226697 w 991800"/>
              <a:gd name="connsiteY1" fmla="*/ 843288 h 1026000"/>
              <a:gd name="connsiteX2" fmla="*/ 184191 w 991800"/>
              <a:gd name="connsiteY2" fmla="*/ 850315 h 1026000"/>
              <a:gd name="connsiteX3" fmla="*/ 113349 w 991800"/>
              <a:gd name="connsiteY3" fmla="*/ 899507 h 1026000"/>
              <a:gd name="connsiteX4" fmla="*/ 177107 w 991800"/>
              <a:gd name="connsiteY4" fmla="*/ 948698 h 1026000"/>
              <a:gd name="connsiteX5" fmla="*/ 276287 w 991800"/>
              <a:gd name="connsiteY5" fmla="*/ 864370 h 1026000"/>
              <a:gd name="connsiteX6" fmla="*/ 467562 w 991800"/>
              <a:gd name="connsiteY6" fmla="*/ 604356 h 1026000"/>
              <a:gd name="connsiteX7" fmla="*/ 524237 w 991800"/>
              <a:gd name="connsiteY7" fmla="*/ 639493 h 1026000"/>
              <a:gd name="connsiteX8" fmla="*/ 531321 w 991800"/>
              <a:gd name="connsiteY8" fmla="*/ 653548 h 1026000"/>
              <a:gd name="connsiteX9" fmla="*/ 531321 w 991800"/>
              <a:gd name="connsiteY9" fmla="*/ 660575 h 1026000"/>
              <a:gd name="connsiteX10" fmla="*/ 580911 w 991800"/>
              <a:gd name="connsiteY10" fmla="*/ 871397 h 1026000"/>
              <a:gd name="connsiteX11" fmla="*/ 623417 w 991800"/>
              <a:gd name="connsiteY11" fmla="*/ 681657 h 1026000"/>
              <a:gd name="connsiteX12" fmla="*/ 630501 w 991800"/>
              <a:gd name="connsiteY12" fmla="*/ 660575 h 1026000"/>
              <a:gd name="connsiteX13" fmla="*/ 630501 w 991800"/>
              <a:gd name="connsiteY13" fmla="*/ 646520 h 1026000"/>
              <a:gd name="connsiteX14" fmla="*/ 701344 w 991800"/>
              <a:gd name="connsiteY14" fmla="*/ 604356 h 1026000"/>
              <a:gd name="connsiteX15" fmla="*/ 765102 w 991800"/>
              <a:gd name="connsiteY15" fmla="*/ 646520 h 1026000"/>
              <a:gd name="connsiteX16" fmla="*/ 772187 w 991800"/>
              <a:gd name="connsiteY16" fmla="*/ 653548 h 1026000"/>
              <a:gd name="connsiteX17" fmla="*/ 779271 w 991800"/>
              <a:gd name="connsiteY17" fmla="*/ 681657 h 1026000"/>
              <a:gd name="connsiteX18" fmla="*/ 821777 w 991800"/>
              <a:gd name="connsiteY18" fmla="*/ 871397 h 1026000"/>
              <a:gd name="connsiteX19" fmla="*/ 864282 w 991800"/>
              <a:gd name="connsiteY19" fmla="*/ 660575 h 1026000"/>
              <a:gd name="connsiteX20" fmla="*/ 871367 w 991800"/>
              <a:gd name="connsiteY20" fmla="*/ 646520 h 1026000"/>
              <a:gd name="connsiteX21" fmla="*/ 871367 w 991800"/>
              <a:gd name="connsiteY21" fmla="*/ 639493 h 1026000"/>
              <a:gd name="connsiteX22" fmla="*/ 928041 w 991800"/>
              <a:gd name="connsiteY22" fmla="*/ 604356 h 1026000"/>
              <a:gd name="connsiteX23" fmla="*/ 970547 w 991800"/>
              <a:gd name="connsiteY23" fmla="*/ 625438 h 1026000"/>
              <a:gd name="connsiteX24" fmla="*/ 991799 w 991800"/>
              <a:gd name="connsiteY24" fmla="*/ 660575 h 1026000"/>
              <a:gd name="connsiteX25" fmla="*/ 984715 w 991800"/>
              <a:gd name="connsiteY25" fmla="*/ 667603 h 1026000"/>
              <a:gd name="connsiteX26" fmla="*/ 977631 w 991800"/>
              <a:gd name="connsiteY26" fmla="*/ 702740 h 1026000"/>
              <a:gd name="connsiteX27" fmla="*/ 899704 w 991800"/>
              <a:gd name="connsiteY27" fmla="*/ 962753 h 1026000"/>
              <a:gd name="connsiteX28" fmla="*/ 892619 w 991800"/>
              <a:gd name="connsiteY28" fmla="*/ 976808 h 1026000"/>
              <a:gd name="connsiteX29" fmla="*/ 821777 w 991800"/>
              <a:gd name="connsiteY29" fmla="*/ 1026000 h 1026000"/>
              <a:gd name="connsiteX30" fmla="*/ 750934 w 991800"/>
              <a:gd name="connsiteY30" fmla="*/ 976808 h 1026000"/>
              <a:gd name="connsiteX31" fmla="*/ 743849 w 991800"/>
              <a:gd name="connsiteY31" fmla="*/ 962753 h 1026000"/>
              <a:gd name="connsiteX32" fmla="*/ 701344 w 991800"/>
              <a:gd name="connsiteY32" fmla="*/ 773014 h 1026000"/>
              <a:gd name="connsiteX33" fmla="*/ 651754 w 991800"/>
              <a:gd name="connsiteY33" fmla="*/ 962753 h 1026000"/>
              <a:gd name="connsiteX34" fmla="*/ 644669 w 991800"/>
              <a:gd name="connsiteY34" fmla="*/ 976808 h 1026000"/>
              <a:gd name="connsiteX35" fmla="*/ 573827 w 991800"/>
              <a:gd name="connsiteY35" fmla="*/ 1026000 h 1026000"/>
              <a:gd name="connsiteX36" fmla="*/ 502984 w 991800"/>
              <a:gd name="connsiteY36" fmla="*/ 976808 h 1026000"/>
              <a:gd name="connsiteX37" fmla="*/ 502984 w 991800"/>
              <a:gd name="connsiteY37" fmla="*/ 969781 h 1026000"/>
              <a:gd name="connsiteX38" fmla="*/ 495899 w 991800"/>
              <a:gd name="connsiteY38" fmla="*/ 962753 h 1026000"/>
              <a:gd name="connsiteX39" fmla="*/ 417972 w 991800"/>
              <a:gd name="connsiteY39" fmla="*/ 702740 h 1026000"/>
              <a:gd name="connsiteX40" fmla="*/ 410888 w 991800"/>
              <a:gd name="connsiteY40" fmla="*/ 667603 h 1026000"/>
              <a:gd name="connsiteX41" fmla="*/ 410888 w 991800"/>
              <a:gd name="connsiteY41" fmla="*/ 660575 h 1026000"/>
              <a:gd name="connsiteX42" fmla="*/ 425057 w 991800"/>
              <a:gd name="connsiteY42" fmla="*/ 625438 h 1026000"/>
              <a:gd name="connsiteX43" fmla="*/ 467562 w 991800"/>
              <a:gd name="connsiteY43" fmla="*/ 604356 h 1026000"/>
              <a:gd name="connsiteX44" fmla="*/ 205444 w 991800"/>
              <a:gd name="connsiteY44" fmla="*/ 604356 h 1026000"/>
              <a:gd name="connsiteX45" fmla="*/ 389636 w 991800"/>
              <a:gd name="connsiteY45" fmla="*/ 723822 h 1026000"/>
              <a:gd name="connsiteX46" fmla="*/ 389636 w 991800"/>
              <a:gd name="connsiteY46" fmla="*/ 906534 h 1026000"/>
              <a:gd name="connsiteX47" fmla="*/ 396720 w 991800"/>
              <a:gd name="connsiteY47" fmla="*/ 955726 h 1026000"/>
              <a:gd name="connsiteX48" fmla="*/ 403804 w 991800"/>
              <a:gd name="connsiteY48" fmla="*/ 976808 h 1026000"/>
              <a:gd name="connsiteX49" fmla="*/ 347130 w 991800"/>
              <a:gd name="connsiteY49" fmla="*/ 1026000 h 1026000"/>
              <a:gd name="connsiteX50" fmla="*/ 276287 w 991800"/>
              <a:gd name="connsiteY50" fmla="*/ 969781 h 1026000"/>
              <a:gd name="connsiteX51" fmla="*/ 127517 w 991800"/>
              <a:gd name="connsiteY51" fmla="*/ 1026000 h 1026000"/>
              <a:gd name="connsiteX52" fmla="*/ 0 w 991800"/>
              <a:gd name="connsiteY52" fmla="*/ 906534 h 1026000"/>
              <a:gd name="connsiteX53" fmla="*/ 155854 w 991800"/>
              <a:gd name="connsiteY53" fmla="*/ 773014 h 1026000"/>
              <a:gd name="connsiteX54" fmla="*/ 226697 w 991800"/>
              <a:gd name="connsiteY54" fmla="*/ 765986 h 1026000"/>
              <a:gd name="connsiteX55" fmla="*/ 269203 w 991800"/>
              <a:gd name="connsiteY55" fmla="*/ 730849 h 1026000"/>
              <a:gd name="connsiteX56" fmla="*/ 205444 w 991800"/>
              <a:gd name="connsiteY56" fmla="*/ 695712 h 1026000"/>
              <a:gd name="connsiteX57" fmla="*/ 127517 w 991800"/>
              <a:gd name="connsiteY57" fmla="*/ 730849 h 1026000"/>
              <a:gd name="connsiteX58" fmla="*/ 106264 w 991800"/>
              <a:gd name="connsiteY58" fmla="*/ 744904 h 1026000"/>
              <a:gd name="connsiteX59" fmla="*/ 77927 w 991800"/>
              <a:gd name="connsiteY59" fmla="*/ 758959 h 1026000"/>
              <a:gd name="connsiteX60" fmla="*/ 28337 w 991800"/>
              <a:gd name="connsiteY60" fmla="*/ 702740 h 1026000"/>
              <a:gd name="connsiteX61" fmla="*/ 205444 w 991800"/>
              <a:gd name="connsiteY61" fmla="*/ 604356 h 1026000"/>
              <a:gd name="connsiteX62" fmla="*/ 255034 w 991800"/>
              <a:gd name="connsiteY62" fmla="*/ 161630 h 1026000"/>
              <a:gd name="connsiteX63" fmla="*/ 517152 w 991800"/>
              <a:gd name="connsiteY63" fmla="*/ 161630 h 1026000"/>
              <a:gd name="connsiteX64" fmla="*/ 538405 w 991800"/>
              <a:gd name="connsiteY64" fmla="*/ 168657 h 1026000"/>
              <a:gd name="connsiteX65" fmla="*/ 566742 w 991800"/>
              <a:gd name="connsiteY65" fmla="*/ 189740 h 1026000"/>
              <a:gd name="connsiteX66" fmla="*/ 573827 w 991800"/>
              <a:gd name="connsiteY66" fmla="*/ 217849 h 1026000"/>
              <a:gd name="connsiteX67" fmla="*/ 552574 w 991800"/>
              <a:gd name="connsiteY67" fmla="*/ 260014 h 1026000"/>
              <a:gd name="connsiteX68" fmla="*/ 361298 w 991800"/>
              <a:gd name="connsiteY68" fmla="*/ 470835 h 1026000"/>
              <a:gd name="connsiteX69" fmla="*/ 524237 w 991800"/>
              <a:gd name="connsiteY69" fmla="*/ 470835 h 1026000"/>
              <a:gd name="connsiteX70" fmla="*/ 538405 w 991800"/>
              <a:gd name="connsiteY70" fmla="*/ 470835 h 1026000"/>
              <a:gd name="connsiteX71" fmla="*/ 573827 w 991800"/>
              <a:gd name="connsiteY71" fmla="*/ 520027 h 1026000"/>
              <a:gd name="connsiteX72" fmla="*/ 538405 w 991800"/>
              <a:gd name="connsiteY72" fmla="*/ 569219 h 1026000"/>
              <a:gd name="connsiteX73" fmla="*/ 524237 w 991800"/>
              <a:gd name="connsiteY73" fmla="*/ 569219 h 1026000"/>
              <a:gd name="connsiteX74" fmla="*/ 240865 w 991800"/>
              <a:gd name="connsiteY74" fmla="*/ 569219 h 1026000"/>
              <a:gd name="connsiteX75" fmla="*/ 184191 w 991800"/>
              <a:gd name="connsiteY75" fmla="*/ 527055 h 1026000"/>
              <a:gd name="connsiteX76" fmla="*/ 184191 w 991800"/>
              <a:gd name="connsiteY76" fmla="*/ 520027 h 1026000"/>
              <a:gd name="connsiteX77" fmla="*/ 198360 w 991800"/>
              <a:gd name="connsiteY77" fmla="*/ 477863 h 1026000"/>
              <a:gd name="connsiteX78" fmla="*/ 396720 w 991800"/>
              <a:gd name="connsiteY78" fmla="*/ 267041 h 1026000"/>
              <a:gd name="connsiteX79" fmla="*/ 255034 w 991800"/>
              <a:gd name="connsiteY79" fmla="*/ 267041 h 1026000"/>
              <a:gd name="connsiteX80" fmla="*/ 240865 w 991800"/>
              <a:gd name="connsiteY80" fmla="*/ 260014 h 1026000"/>
              <a:gd name="connsiteX81" fmla="*/ 205444 w 991800"/>
              <a:gd name="connsiteY81" fmla="*/ 217849 h 1026000"/>
              <a:gd name="connsiteX82" fmla="*/ 240865 w 991800"/>
              <a:gd name="connsiteY82" fmla="*/ 168657 h 1026000"/>
              <a:gd name="connsiteX83" fmla="*/ 255034 w 991800"/>
              <a:gd name="connsiteY83" fmla="*/ 161630 h 1026000"/>
              <a:gd name="connsiteX84" fmla="*/ 665923 w 991800"/>
              <a:gd name="connsiteY84" fmla="*/ 0 h 1026000"/>
              <a:gd name="connsiteX85" fmla="*/ 729681 w 991800"/>
              <a:gd name="connsiteY85" fmla="*/ 63247 h 1026000"/>
              <a:gd name="connsiteX86" fmla="*/ 729681 w 991800"/>
              <a:gd name="connsiteY86" fmla="*/ 189740 h 1026000"/>
              <a:gd name="connsiteX87" fmla="*/ 843030 w 991800"/>
              <a:gd name="connsiteY87" fmla="*/ 147575 h 1026000"/>
              <a:gd name="connsiteX88" fmla="*/ 991800 w 991800"/>
              <a:gd name="connsiteY88" fmla="*/ 295151 h 1026000"/>
              <a:gd name="connsiteX89" fmla="*/ 991800 w 991800"/>
              <a:gd name="connsiteY89" fmla="*/ 505973 h 1026000"/>
              <a:gd name="connsiteX90" fmla="*/ 928041 w 991800"/>
              <a:gd name="connsiteY90" fmla="*/ 569219 h 1026000"/>
              <a:gd name="connsiteX91" fmla="*/ 864283 w 991800"/>
              <a:gd name="connsiteY91" fmla="*/ 513000 h 1026000"/>
              <a:gd name="connsiteX92" fmla="*/ 864283 w 991800"/>
              <a:gd name="connsiteY92" fmla="*/ 505973 h 1026000"/>
              <a:gd name="connsiteX93" fmla="*/ 864283 w 991800"/>
              <a:gd name="connsiteY93" fmla="*/ 316233 h 1026000"/>
              <a:gd name="connsiteX94" fmla="*/ 800524 w 991800"/>
              <a:gd name="connsiteY94" fmla="*/ 252986 h 1026000"/>
              <a:gd name="connsiteX95" fmla="*/ 729681 w 991800"/>
              <a:gd name="connsiteY95" fmla="*/ 330288 h 1026000"/>
              <a:gd name="connsiteX96" fmla="*/ 729681 w 991800"/>
              <a:gd name="connsiteY96" fmla="*/ 505973 h 1026000"/>
              <a:gd name="connsiteX97" fmla="*/ 729681 w 991800"/>
              <a:gd name="connsiteY97" fmla="*/ 513000 h 1026000"/>
              <a:gd name="connsiteX98" fmla="*/ 665923 w 991800"/>
              <a:gd name="connsiteY98" fmla="*/ 569219 h 1026000"/>
              <a:gd name="connsiteX99" fmla="*/ 602164 w 991800"/>
              <a:gd name="connsiteY99" fmla="*/ 505973 h 1026000"/>
              <a:gd name="connsiteX100" fmla="*/ 602164 w 991800"/>
              <a:gd name="connsiteY100" fmla="*/ 63247 h 1026000"/>
              <a:gd name="connsiteX101" fmla="*/ 665923 w 991800"/>
              <a:gd name="connsiteY101" fmla="*/ 0 h 102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91800" h="1026000">
                <a:moveTo>
                  <a:pt x="276287" y="822205"/>
                </a:moveTo>
                <a:cubicBezTo>
                  <a:pt x="262119" y="836260"/>
                  <a:pt x="240866" y="843288"/>
                  <a:pt x="226697" y="843288"/>
                </a:cubicBezTo>
                <a:lnTo>
                  <a:pt x="184191" y="850315"/>
                </a:lnTo>
                <a:cubicBezTo>
                  <a:pt x="141686" y="857342"/>
                  <a:pt x="113349" y="871397"/>
                  <a:pt x="113349" y="899507"/>
                </a:cubicBezTo>
                <a:cubicBezTo>
                  <a:pt x="113349" y="927616"/>
                  <a:pt x="141686" y="948698"/>
                  <a:pt x="177107" y="948698"/>
                </a:cubicBezTo>
                <a:cubicBezTo>
                  <a:pt x="233781" y="948698"/>
                  <a:pt x="276287" y="906534"/>
                  <a:pt x="276287" y="864370"/>
                </a:cubicBezTo>
                <a:close/>
                <a:moveTo>
                  <a:pt x="467562" y="604356"/>
                </a:moveTo>
                <a:cubicBezTo>
                  <a:pt x="495899" y="604356"/>
                  <a:pt x="517152" y="618411"/>
                  <a:pt x="524237" y="639493"/>
                </a:cubicBezTo>
                <a:cubicBezTo>
                  <a:pt x="524237" y="639493"/>
                  <a:pt x="531321" y="646520"/>
                  <a:pt x="531321" y="653548"/>
                </a:cubicBezTo>
                <a:lnTo>
                  <a:pt x="531321" y="660575"/>
                </a:lnTo>
                <a:cubicBezTo>
                  <a:pt x="531321" y="660575"/>
                  <a:pt x="580911" y="864370"/>
                  <a:pt x="580911" y="871397"/>
                </a:cubicBezTo>
                <a:cubicBezTo>
                  <a:pt x="587995" y="843288"/>
                  <a:pt x="623417" y="681657"/>
                  <a:pt x="623417" y="681657"/>
                </a:cubicBezTo>
                <a:cubicBezTo>
                  <a:pt x="623417" y="674630"/>
                  <a:pt x="623417" y="667603"/>
                  <a:pt x="630501" y="660575"/>
                </a:cubicBezTo>
                <a:cubicBezTo>
                  <a:pt x="630501" y="653548"/>
                  <a:pt x="630501" y="646520"/>
                  <a:pt x="630501" y="646520"/>
                </a:cubicBezTo>
                <a:cubicBezTo>
                  <a:pt x="644669" y="618411"/>
                  <a:pt x="673007" y="604356"/>
                  <a:pt x="701344" y="604356"/>
                </a:cubicBezTo>
                <a:cubicBezTo>
                  <a:pt x="729681" y="604356"/>
                  <a:pt x="758018" y="618411"/>
                  <a:pt x="765102" y="646520"/>
                </a:cubicBezTo>
                <a:lnTo>
                  <a:pt x="772187" y="653548"/>
                </a:lnTo>
                <a:cubicBezTo>
                  <a:pt x="772187" y="667603"/>
                  <a:pt x="779271" y="674630"/>
                  <a:pt x="779271" y="681657"/>
                </a:cubicBezTo>
                <a:cubicBezTo>
                  <a:pt x="779271" y="681657"/>
                  <a:pt x="814692" y="864370"/>
                  <a:pt x="821777" y="871397"/>
                </a:cubicBezTo>
                <a:cubicBezTo>
                  <a:pt x="828861" y="843288"/>
                  <a:pt x="864282" y="660575"/>
                  <a:pt x="864282" y="660575"/>
                </a:cubicBezTo>
                <a:lnTo>
                  <a:pt x="871367" y="646520"/>
                </a:lnTo>
                <a:cubicBezTo>
                  <a:pt x="871367" y="646520"/>
                  <a:pt x="871367" y="639493"/>
                  <a:pt x="871367" y="639493"/>
                </a:cubicBezTo>
                <a:cubicBezTo>
                  <a:pt x="878451" y="618411"/>
                  <a:pt x="899704" y="604356"/>
                  <a:pt x="928041" y="604356"/>
                </a:cubicBezTo>
                <a:cubicBezTo>
                  <a:pt x="949294" y="604356"/>
                  <a:pt x="963462" y="611383"/>
                  <a:pt x="970547" y="625438"/>
                </a:cubicBezTo>
                <a:cubicBezTo>
                  <a:pt x="984715" y="632466"/>
                  <a:pt x="984715" y="646520"/>
                  <a:pt x="991799" y="660575"/>
                </a:cubicBezTo>
                <a:cubicBezTo>
                  <a:pt x="991799" y="660575"/>
                  <a:pt x="991799" y="667603"/>
                  <a:pt x="984715" y="667603"/>
                </a:cubicBezTo>
                <a:cubicBezTo>
                  <a:pt x="984715" y="681657"/>
                  <a:pt x="984715" y="695712"/>
                  <a:pt x="977631" y="702740"/>
                </a:cubicBezTo>
                <a:lnTo>
                  <a:pt x="899704" y="962753"/>
                </a:lnTo>
                <a:cubicBezTo>
                  <a:pt x="899704" y="969781"/>
                  <a:pt x="892619" y="976808"/>
                  <a:pt x="892619" y="976808"/>
                </a:cubicBezTo>
                <a:cubicBezTo>
                  <a:pt x="878451" y="1004918"/>
                  <a:pt x="857198" y="1026000"/>
                  <a:pt x="821777" y="1026000"/>
                </a:cubicBezTo>
                <a:cubicBezTo>
                  <a:pt x="793439" y="1026000"/>
                  <a:pt x="765102" y="1004918"/>
                  <a:pt x="750934" y="976808"/>
                </a:cubicBezTo>
                <a:lnTo>
                  <a:pt x="743849" y="962753"/>
                </a:lnTo>
                <a:cubicBezTo>
                  <a:pt x="743849" y="962753"/>
                  <a:pt x="701344" y="780041"/>
                  <a:pt x="701344" y="773014"/>
                </a:cubicBezTo>
                <a:cubicBezTo>
                  <a:pt x="694259" y="780041"/>
                  <a:pt x="651754" y="962753"/>
                  <a:pt x="651754" y="962753"/>
                </a:cubicBezTo>
                <a:cubicBezTo>
                  <a:pt x="651754" y="962753"/>
                  <a:pt x="644669" y="976808"/>
                  <a:pt x="644669" y="976808"/>
                </a:cubicBezTo>
                <a:cubicBezTo>
                  <a:pt x="637585" y="1004918"/>
                  <a:pt x="609248" y="1026000"/>
                  <a:pt x="573827" y="1026000"/>
                </a:cubicBezTo>
                <a:cubicBezTo>
                  <a:pt x="545489" y="1026000"/>
                  <a:pt x="517152" y="1004918"/>
                  <a:pt x="502984" y="976808"/>
                </a:cubicBezTo>
                <a:lnTo>
                  <a:pt x="502984" y="969781"/>
                </a:lnTo>
                <a:lnTo>
                  <a:pt x="495899" y="962753"/>
                </a:lnTo>
                <a:lnTo>
                  <a:pt x="417972" y="702740"/>
                </a:lnTo>
                <a:cubicBezTo>
                  <a:pt x="417972" y="695712"/>
                  <a:pt x="410888" y="681657"/>
                  <a:pt x="410888" y="667603"/>
                </a:cubicBezTo>
                <a:cubicBezTo>
                  <a:pt x="410888" y="667603"/>
                  <a:pt x="410888" y="660575"/>
                  <a:pt x="410888" y="660575"/>
                </a:cubicBezTo>
                <a:cubicBezTo>
                  <a:pt x="410888" y="646520"/>
                  <a:pt x="417972" y="632466"/>
                  <a:pt x="425057" y="625438"/>
                </a:cubicBezTo>
                <a:cubicBezTo>
                  <a:pt x="439225" y="611383"/>
                  <a:pt x="453394" y="604356"/>
                  <a:pt x="467562" y="604356"/>
                </a:cubicBezTo>
                <a:close/>
                <a:moveTo>
                  <a:pt x="205444" y="604356"/>
                </a:moveTo>
                <a:cubicBezTo>
                  <a:pt x="325877" y="604356"/>
                  <a:pt x="389636" y="646520"/>
                  <a:pt x="389636" y="723822"/>
                </a:cubicBezTo>
                <a:lnTo>
                  <a:pt x="389636" y="906534"/>
                </a:lnTo>
                <a:cubicBezTo>
                  <a:pt x="389636" y="927616"/>
                  <a:pt x="396720" y="941671"/>
                  <a:pt x="396720" y="955726"/>
                </a:cubicBezTo>
                <a:cubicBezTo>
                  <a:pt x="396720" y="962753"/>
                  <a:pt x="403804" y="969781"/>
                  <a:pt x="403804" y="976808"/>
                </a:cubicBezTo>
                <a:cubicBezTo>
                  <a:pt x="403804" y="1004918"/>
                  <a:pt x="375467" y="1026000"/>
                  <a:pt x="347130" y="1026000"/>
                </a:cubicBezTo>
                <a:cubicBezTo>
                  <a:pt x="304624" y="1026000"/>
                  <a:pt x="283371" y="1004918"/>
                  <a:pt x="276287" y="969781"/>
                </a:cubicBezTo>
                <a:cubicBezTo>
                  <a:pt x="233781" y="1004918"/>
                  <a:pt x="191276" y="1026000"/>
                  <a:pt x="127517" y="1026000"/>
                </a:cubicBezTo>
                <a:cubicBezTo>
                  <a:pt x="63759" y="1026000"/>
                  <a:pt x="0" y="983835"/>
                  <a:pt x="0" y="906534"/>
                </a:cubicBezTo>
                <a:cubicBezTo>
                  <a:pt x="0" y="808151"/>
                  <a:pt x="77927" y="787068"/>
                  <a:pt x="155854" y="773014"/>
                </a:cubicBezTo>
                <a:lnTo>
                  <a:pt x="226697" y="765986"/>
                </a:lnTo>
                <a:cubicBezTo>
                  <a:pt x="255034" y="765986"/>
                  <a:pt x="269203" y="758959"/>
                  <a:pt x="269203" y="730849"/>
                </a:cubicBezTo>
                <a:cubicBezTo>
                  <a:pt x="269203" y="702740"/>
                  <a:pt x="233781" y="695712"/>
                  <a:pt x="205444" y="695712"/>
                </a:cubicBezTo>
                <a:cubicBezTo>
                  <a:pt x="162939" y="695712"/>
                  <a:pt x="141686" y="716794"/>
                  <a:pt x="127517" y="730849"/>
                </a:cubicBezTo>
                <a:cubicBezTo>
                  <a:pt x="120433" y="737877"/>
                  <a:pt x="113349" y="737877"/>
                  <a:pt x="106264" y="744904"/>
                </a:cubicBezTo>
                <a:cubicBezTo>
                  <a:pt x="99180" y="751931"/>
                  <a:pt x="85011" y="758959"/>
                  <a:pt x="77927" y="758959"/>
                </a:cubicBezTo>
                <a:cubicBezTo>
                  <a:pt x="49590" y="758959"/>
                  <a:pt x="28337" y="730849"/>
                  <a:pt x="28337" y="702740"/>
                </a:cubicBezTo>
                <a:cubicBezTo>
                  <a:pt x="28337" y="653548"/>
                  <a:pt x="92096" y="604356"/>
                  <a:pt x="205444" y="604356"/>
                </a:cubicBezTo>
                <a:close/>
                <a:moveTo>
                  <a:pt x="255034" y="161630"/>
                </a:moveTo>
                <a:lnTo>
                  <a:pt x="517152" y="161630"/>
                </a:lnTo>
                <a:cubicBezTo>
                  <a:pt x="524237" y="161630"/>
                  <a:pt x="531321" y="161630"/>
                  <a:pt x="538405" y="168657"/>
                </a:cubicBezTo>
                <a:cubicBezTo>
                  <a:pt x="552574" y="168657"/>
                  <a:pt x="559658" y="175685"/>
                  <a:pt x="566742" y="189740"/>
                </a:cubicBezTo>
                <a:cubicBezTo>
                  <a:pt x="566742" y="196767"/>
                  <a:pt x="573827" y="203794"/>
                  <a:pt x="573827" y="217849"/>
                </a:cubicBezTo>
                <a:cubicBezTo>
                  <a:pt x="573827" y="231904"/>
                  <a:pt x="566742" y="245959"/>
                  <a:pt x="552574" y="260014"/>
                </a:cubicBezTo>
                <a:cubicBezTo>
                  <a:pt x="552574" y="260014"/>
                  <a:pt x="368382" y="463808"/>
                  <a:pt x="361298" y="470835"/>
                </a:cubicBezTo>
                <a:lnTo>
                  <a:pt x="524237" y="470835"/>
                </a:lnTo>
                <a:cubicBezTo>
                  <a:pt x="531321" y="470835"/>
                  <a:pt x="538405" y="470835"/>
                  <a:pt x="538405" y="470835"/>
                </a:cubicBezTo>
                <a:cubicBezTo>
                  <a:pt x="559658" y="477863"/>
                  <a:pt x="573827" y="498945"/>
                  <a:pt x="573827" y="520027"/>
                </a:cubicBezTo>
                <a:cubicBezTo>
                  <a:pt x="573827" y="541109"/>
                  <a:pt x="559658" y="562192"/>
                  <a:pt x="538405" y="569219"/>
                </a:cubicBezTo>
                <a:cubicBezTo>
                  <a:pt x="538405" y="569219"/>
                  <a:pt x="531321" y="569219"/>
                  <a:pt x="524237" y="569219"/>
                </a:cubicBezTo>
                <a:lnTo>
                  <a:pt x="240865" y="569219"/>
                </a:lnTo>
                <a:cubicBezTo>
                  <a:pt x="205444" y="569219"/>
                  <a:pt x="184191" y="548137"/>
                  <a:pt x="184191" y="527055"/>
                </a:cubicBezTo>
                <a:lnTo>
                  <a:pt x="184191" y="520027"/>
                </a:lnTo>
                <a:cubicBezTo>
                  <a:pt x="184191" y="505972"/>
                  <a:pt x="191275" y="484890"/>
                  <a:pt x="198360" y="477863"/>
                </a:cubicBezTo>
                <a:cubicBezTo>
                  <a:pt x="198360" y="477863"/>
                  <a:pt x="389635" y="274068"/>
                  <a:pt x="396720" y="267041"/>
                </a:cubicBezTo>
                <a:lnTo>
                  <a:pt x="255034" y="267041"/>
                </a:lnTo>
                <a:cubicBezTo>
                  <a:pt x="247950" y="267041"/>
                  <a:pt x="240865" y="267041"/>
                  <a:pt x="240865" y="260014"/>
                </a:cubicBezTo>
                <a:cubicBezTo>
                  <a:pt x="219612" y="252986"/>
                  <a:pt x="205444" y="238931"/>
                  <a:pt x="205444" y="217849"/>
                </a:cubicBezTo>
                <a:cubicBezTo>
                  <a:pt x="205444" y="189740"/>
                  <a:pt x="219612" y="175685"/>
                  <a:pt x="240865" y="168657"/>
                </a:cubicBezTo>
                <a:cubicBezTo>
                  <a:pt x="240865" y="161630"/>
                  <a:pt x="247950" y="161630"/>
                  <a:pt x="255034" y="161630"/>
                </a:cubicBezTo>
                <a:close/>
                <a:moveTo>
                  <a:pt x="665923" y="0"/>
                </a:moveTo>
                <a:cubicBezTo>
                  <a:pt x="701344" y="0"/>
                  <a:pt x="722597" y="28110"/>
                  <a:pt x="729681" y="63247"/>
                </a:cubicBezTo>
                <a:lnTo>
                  <a:pt x="729681" y="189740"/>
                </a:lnTo>
                <a:cubicBezTo>
                  <a:pt x="758018" y="161630"/>
                  <a:pt x="793440" y="147575"/>
                  <a:pt x="843030" y="147575"/>
                </a:cubicBezTo>
                <a:cubicBezTo>
                  <a:pt x="935125" y="147575"/>
                  <a:pt x="991800" y="203795"/>
                  <a:pt x="991800" y="295151"/>
                </a:cubicBezTo>
                <a:lnTo>
                  <a:pt x="991800" y="505973"/>
                </a:lnTo>
                <a:cubicBezTo>
                  <a:pt x="991800" y="541110"/>
                  <a:pt x="963463" y="569219"/>
                  <a:pt x="928041" y="569219"/>
                </a:cubicBezTo>
                <a:cubicBezTo>
                  <a:pt x="892620" y="569219"/>
                  <a:pt x="864283" y="541110"/>
                  <a:pt x="864283" y="513000"/>
                </a:cubicBezTo>
                <a:lnTo>
                  <a:pt x="864283" y="505973"/>
                </a:lnTo>
                <a:lnTo>
                  <a:pt x="864283" y="316233"/>
                </a:lnTo>
                <a:cubicBezTo>
                  <a:pt x="864283" y="295151"/>
                  <a:pt x="857198" y="252986"/>
                  <a:pt x="800524" y="252986"/>
                </a:cubicBezTo>
                <a:cubicBezTo>
                  <a:pt x="765103" y="252986"/>
                  <a:pt x="729681" y="281096"/>
                  <a:pt x="729681" y="330288"/>
                </a:cubicBezTo>
                <a:lnTo>
                  <a:pt x="729681" y="505973"/>
                </a:lnTo>
                <a:lnTo>
                  <a:pt x="729681" y="513000"/>
                </a:lnTo>
                <a:cubicBezTo>
                  <a:pt x="729681" y="541110"/>
                  <a:pt x="701344" y="569219"/>
                  <a:pt x="665923" y="569219"/>
                </a:cubicBezTo>
                <a:cubicBezTo>
                  <a:pt x="630501" y="569219"/>
                  <a:pt x="602164" y="541110"/>
                  <a:pt x="602164" y="505973"/>
                </a:cubicBezTo>
                <a:lnTo>
                  <a:pt x="602164" y="63247"/>
                </a:lnTo>
                <a:cubicBezTo>
                  <a:pt x="602164" y="28110"/>
                  <a:pt x="630501" y="0"/>
                  <a:pt x="665923" y="0"/>
                </a:cubicBezTo>
                <a:close/>
              </a:path>
            </a:pathLst>
          </a:custGeom>
          <a:solidFill>
            <a:srgbClr val="FFFFFF"/>
          </a:solidFill>
        </p:spPr>
        <p:txBody>
          <a:bodyPr wrap="square">
            <a:noAutofit/>
          </a:bodyPr>
          <a:lstStyle>
            <a:lvl1pPr marL="0" indent="0">
              <a:buNone/>
              <a:defRPr/>
            </a:lvl1pPr>
          </a:lstStyle>
          <a:p>
            <a:pPr lvl="0"/>
            <a:r>
              <a:rPr lang="en-GB" dirty="0"/>
              <a:t>   </a:t>
            </a:r>
          </a:p>
        </p:txBody>
      </p:sp>
    </p:spTree>
    <p:extLst>
      <p:ext uri="{BB962C8B-B14F-4D97-AF65-F5344CB8AC3E}">
        <p14:creationId xmlns:p14="http://schemas.microsoft.com/office/powerpoint/2010/main" val="1336655663"/>
      </p:ext>
    </p:extLst>
  </p:cSld>
  <p:clrMapOvr>
    <a:masterClrMapping/>
  </p:clrMapOvr>
  <p:extLst>
    <p:ext uri="{DCECCB84-F9BA-43D5-87BE-67443E8EF086}">
      <p15:sldGuideLst xmlns:p15="http://schemas.microsoft.com/office/powerpoint/2012/main">
        <p15:guide id="1" orient="horz" pos="2160">
          <p15:clr>
            <a:srgbClr val="000000"/>
          </p15:clr>
        </p15:guide>
        <p15:guide id="2" pos="3840">
          <p15:clr>
            <a:srgbClr val="000000"/>
          </p15:clr>
        </p15:guide>
        <p15:guide id="3" pos="3931">
          <p15:clr>
            <a:srgbClr val="000000"/>
          </p15:clr>
        </p15:guide>
        <p15:guide id="4" pos="4974">
          <p15:clr>
            <a:srgbClr val="000000"/>
          </p15:clr>
        </p15:guide>
        <p15:guide id="5" pos="5155">
          <p15:clr>
            <a:srgbClr val="000000"/>
          </p15:clr>
        </p15:guide>
        <p15:guide id="6" pos="6199">
          <p15:clr>
            <a:srgbClr val="000000"/>
          </p15:clr>
        </p15:guide>
        <p15:guide id="7" pos="6380">
          <p15:clr>
            <a:srgbClr val="000000"/>
          </p15:clr>
        </p15:guide>
        <p15:guide id="8" pos="7423">
          <p15:clr>
            <a:srgbClr val="000000"/>
          </p15:clr>
        </p15:guide>
        <p15:guide id="9" pos="3749">
          <p15:clr>
            <a:srgbClr val="000000"/>
          </p15:clr>
        </p15:guide>
        <p15:guide id="10" pos="2706">
          <p15:clr>
            <a:srgbClr val="000000"/>
          </p15:clr>
        </p15:guide>
        <p15:guide id="11" pos="2525">
          <p15:clr>
            <a:srgbClr val="000000"/>
          </p15:clr>
        </p15:guide>
        <p15:guide id="12" pos="1481">
          <p15:clr>
            <a:srgbClr val="000000"/>
          </p15:clr>
        </p15:guide>
        <p15:guide id="13" pos="1300">
          <p15:clr>
            <a:srgbClr val="000000"/>
          </p15:clr>
        </p15:guide>
        <p15:guide id="14" pos="257">
          <p15:clr>
            <a:srgbClr val="000000"/>
          </p15:clr>
        </p15:guide>
        <p15:guide id="16" orient="horz" pos="1616">
          <p15:clr>
            <a:srgbClr val="000000"/>
          </p15:clr>
        </p15:guide>
        <p15:guide id="17" orient="horz" pos="1071">
          <p15:clr>
            <a:srgbClr val="000000"/>
          </p15:clr>
        </p15:guide>
        <p15:guide id="18" orient="horz" pos="2704">
          <p15:clr>
            <a:srgbClr val="000000"/>
          </p15:clr>
        </p15:guide>
        <p15:guide id="19" orient="horz" pos="3249">
          <p15:clr>
            <a:srgbClr val="000000"/>
          </p15:clr>
        </p15:guide>
        <p15:guide id="20" orient="horz" pos="3793">
          <p15:clr>
            <a:srgbClr val="000000"/>
          </p15:clr>
        </p15:guide>
        <p15:guide id="21" orient="horz" pos="527">
          <p15:clr>
            <a:srgbClr val="00000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folie hell">
    <p:bg>
      <p:bgPr>
        <a:solidFill>
          <a:srgbClr val="9ADCF6"/>
        </a:solidFill>
        <a:effectLst/>
      </p:bgPr>
    </p:bg>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4736B6B9-D02C-2E3D-F61F-E3B70BC6B677}"/>
              </a:ext>
            </a:extLst>
          </p:cNvPr>
          <p:cNvSpPr>
            <a:spLocks noGrp="1"/>
          </p:cNvSpPr>
          <p:nvPr>
            <p:ph type="sldNum" sz="quarter" idx="12"/>
          </p:nvPr>
        </p:nvSpPr>
        <p:spPr/>
        <p:txBody>
          <a:bodyPr/>
          <a:lstStyle/>
          <a:p>
            <a:fld id="{A5BA4405-8D4E-49B7-BDA6-6F19819F4CEB}" type="slidenum">
              <a:rPr lang="en-GB" smtClean="0"/>
              <a:t>‹#›</a:t>
            </a:fld>
            <a:endParaRPr lang="en-GB" dirty="0"/>
          </a:p>
        </p:txBody>
      </p:sp>
      <p:sp>
        <p:nvSpPr>
          <p:cNvPr id="5" name="Fußzeilenplatzhalter 4">
            <a:extLst>
              <a:ext uri="{FF2B5EF4-FFF2-40B4-BE49-F238E27FC236}">
                <a16:creationId xmlns:a16="http://schemas.microsoft.com/office/drawing/2014/main" id="{3F80E6FF-0586-DB1B-C6C9-C5EBCC1A85F6}"/>
              </a:ext>
            </a:extLst>
          </p:cNvPr>
          <p:cNvSpPr>
            <a:spLocks noGrp="1"/>
          </p:cNvSpPr>
          <p:nvPr>
            <p:ph type="ftr" sz="quarter" idx="11"/>
          </p:nvPr>
        </p:nvSpPr>
        <p:spPr/>
        <p:txBody>
          <a:bodyPr/>
          <a:lstStyle/>
          <a:p>
            <a:r>
              <a:rPr lang="en-GB" dirty="0"/>
              <a:t>ZHAW School of Engineering | Institute | Document name</a:t>
            </a:r>
          </a:p>
        </p:txBody>
      </p:sp>
      <p:sp>
        <p:nvSpPr>
          <p:cNvPr id="2" name="Titel 1">
            <a:extLst>
              <a:ext uri="{FF2B5EF4-FFF2-40B4-BE49-F238E27FC236}">
                <a16:creationId xmlns:a16="http://schemas.microsoft.com/office/drawing/2014/main" id="{D900B099-3CB0-B45D-C045-DBA269E23B99}"/>
              </a:ext>
            </a:extLst>
          </p:cNvPr>
          <p:cNvSpPr>
            <a:spLocks noGrp="1"/>
          </p:cNvSpPr>
          <p:nvPr>
            <p:ph type="title"/>
          </p:nvPr>
        </p:nvSpPr>
        <p:spPr/>
        <p:txBody>
          <a:bodyPr/>
          <a:lstStyle/>
          <a:p>
            <a:r>
              <a:rPr lang="en-US"/>
              <a:t>Click to edit Master title style</a:t>
            </a:r>
            <a:endParaRPr lang="en-GB" dirty="0"/>
          </a:p>
        </p:txBody>
      </p:sp>
      <p:sp>
        <p:nvSpPr>
          <p:cNvPr id="4" name="Textplatzhalter 3">
            <a:extLst>
              <a:ext uri="{FF2B5EF4-FFF2-40B4-BE49-F238E27FC236}">
                <a16:creationId xmlns:a16="http://schemas.microsoft.com/office/drawing/2014/main" id="{DBB2BED8-FB8C-986F-D3EA-0A53E2229421}"/>
              </a:ext>
            </a:extLst>
          </p:cNvPr>
          <p:cNvSpPr>
            <a:spLocks noGrp="1"/>
          </p:cNvSpPr>
          <p:nvPr>
            <p:ph type="body" sz="quarter" idx="13"/>
          </p:nvPr>
        </p:nvSpPr>
        <p:spPr>
          <a:xfrm>
            <a:off x="407988" y="1557338"/>
            <a:ext cx="11376025" cy="4356100"/>
          </a:xfrm>
        </p:spPr>
        <p:txBody>
          <a:bodyPr/>
          <a:lstStyle>
            <a:lvl1pPr marL="540000" indent="-540000">
              <a:lnSpc>
                <a:spcPct val="100000"/>
              </a:lnSpc>
              <a:spcBef>
                <a:spcPts val="1200"/>
              </a:spcBef>
              <a:spcAft>
                <a:spcPts val="1200"/>
              </a:spcAft>
              <a:buFont typeface="+mj-lt"/>
              <a:buAutoNum type="arabicPeriod"/>
              <a:defRPr sz="3500"/>
            </a:lvl1pPr>
            <a:lvl2pPr marL="1080000" indent="-540000">
              <a:lnSpc>
                <a:spcPct val="100000"/>
              </a:lnSpc>
              <a:spcBef>
                <a:spcPts val="600"/>
              </a:spcBef>
              <a:spcAft>
                <a:spcPts val="1200"/>
              </a:spcAft>
              <a:buFont typeface="+mj-lt"/>
              <a:buAutoNum type="arabicPeriod"/>
              <a:defRPr sz="3500"/>
            </a:lvl2pPr>
            <a:lvl3pPr marL="1620000" indent="-540000">
              <a:lnSpc>
                <a:spcPct val="100000"/>
              </a:lnSpc>
              <a:spcBef>
                <a:spcPts val="600"/>
              </a:spcBef>
              <a:spcAft>
                <a:spcPts val="1200"/>
              </a:spcAft>
              <a:buFont typeface="+mj-lt"/>
              <a:buAutoNum type="arabicPeriod"/>
              <a:defRPr sz="3500"/>
            </a:lvl3pPr>
            <a:lvl4pPr marL="2160000" indent="-540000">
              <a:lnSpc>
                <a:spcPct val="100000"/>
              </a:lnSpc>
              <a:spcBef>
                <a:spcPts val="600"/>
              </a:spcBef>
              <a:spcAft>
                <a:spcPts val="1200"/>
              </a:spcAft>
              <a:buFont typeface="+mj-lt"/>
              <a:buAutoNum type="arabicPeriod"/>
              <a:defRPr sz="3500"/>
            </a:lvl4pPr>
            <a:lvl5pPr marL="2700000" indent="-540000">
              <a:lnSpc>
                <a:spcPct val="100000"/>
              </a:lnSpc>
              <a:spcBef>
                <a:spcPts val="600"/>
              </a:spcBef>
              <a:spcAft>
                <a:spcPts val="1200"/>
              </a:spcAft>
              <a:buFont typeface="+mj-lt"/>
              <a:buAutoNum type="arabicPeriod"/>
              <a:defRPr sz="3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982450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folie dunkel">
    <p:bg>
      <p:bgPr>
        <a:solidFill>
          <a:srgbClr val="05366C"/>
        </a:solidFill>
        <a:effectLst/>
      </p:bgPr>
    </p:bg>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4736B6B9-D02C-2E3D-F61F-E3B70BC6B677}"/>
              </a:ext>
            </a:extLst>
          </p:cNvPr>
          <p:cNvSpPr>
            <a:spLocks noGrp="1"/>
          </p:cNvSpPr>
          <p:nvPr>
            <p:ph type="sldNum" sz="quarter" idx="12"/>
          </p:nvPr>
        </p:nvSpPr>
        <p:spPr/>
        <p:txBody>
          <a:bodyPr/>
          <a:lstStyle>
            <a:lvl1pPr>
              <a:defRPr>
                <a:solidFill>
                  <a:srgbClr val="FFFFFF"/>
                </a:solidFill>
              </a:defRPr>
            </a:lvl1pPr>
          </a:lstStyle>
          <a:p>
            <a:fld id="{A5BA4405-8D4E-49B7-BDA6-6F19819F4CEB}" type="slidenum">
              <a:rPr lang="en-GB" smtClean="0"/>
              <a:pPr/>
              <a:t>‹#›</a:t>
            </a:fld>
            <a:endParaRPr lang="en-GB" dirty="0"/>
          </a:p>
        </p:txBody>
      </p:sp>
      <p:sp>
        <p:nvSpPr>
          <p:cNvPr id="5" name="Fußzeilenplatzhalter 4">
            <a:extLst>
              <a:ext uri="{FF2B5EF4-FFF2-40B4-BE49-F238E27FC236}">
                <a16:creationId xmlns:a16="http://schemas.microsoft.com/office/drawing/2014/main" id="{3F80E6FF-0586-DB1B-C6C9-C5EBCC1A85F6}"/>
              </a:ext>
            </a:extLst>
          </p:cNvPr>
          <p:cNvSpPr>
            <a:spLocks noGrp="1"/>
          </p:cNvSpPr>
          <p:nvPr>
            <p:ph type="ftr" sz="quarter" idx="11"/>
          </p:nvPr>
        </p:nvSpPr>
        <p:spPr/>
        <p:txBody>
          <a:bodyPr/>
          <a:lstStyle>
            <a:lvl1pPr>
              <a:defRPr>
                <a:solidFill>
                  <a:srgbClr val="FFFFFF"/>
                </a:solidFill>
              </a:defRPr>
            </a:lvl1pPr>
          </a:lstStyle>
          <a:p>
            <a:r>
              <a:rPr lang="en-GB" dirty="0"/>
              <a:t>ZHAW School of Engineering | Institute | Document name</a:t>
            </a:r>
          </a:p>
        </p:txBody>
      </p:sp>
      <p:sp>
        <p:nvSpPr>
          <p:cNvPr id="2" name="Titel 1">
            <a:extLst>
              <a:ext uri="{FF2B5EF4-FFF2-40B4-BE49-F238E27FC236}">
                <a16:creationId xmlns:a16="http://schemas.microsoft.com/office/drawing/2014/main" id="{D900B099-3CB0-B45D-C045-DBA269E23B99}"/>
              </a:ext>
            </a:extLst>
          </p:cNvPr>
          <p:cNvSpPr>
            <a:spLocks noGrp="1"/>
          </p:cNvSpPr>
          <p:nvPr>
            <p:ph type="title"/>
          </p:nvPr>
        </p:nvSpPr>
        <p:spPr/>
        <p:txBody>
          <a:bodyPr/>
          <a:lstStyle>
            <a:lvl1pPr>
              <a:defRPr>
                <a:solidFill>
                  <a:srgbClr val="FFFFFF"/>
                </a:solidFill>
              </a:defRPr>
            </a:lvl1pPr>
          </a:lstStyle>
          <a:p>
            <a:r>
              <a:rPr lang="en-US"/>
              <a:t>Click to edit Master title style</a:t>
            </a:r>
            <a:endParaRPr lang="en-GB" dirty="0"/>
          </a:p>
        </p:txBody>
      </p:sp>
      <p:sp>
        <p:nvSpPr>
          <p:cNvPr id="4" name="Textplatzhalter 3">
            <a:extLst>
              <a:ext uri="{FF2B5EF4-FFF2-40B4-BE49-F238E27FC236}">
                <a16:creationId xmlns:a16="http://schemas.microsoft.com/office/drawing/2014/main" id="{DBB2BED8-FB8C-986F-D3EA-0A53E2229421}"/>
              </a:ext>
            </a:extLst>
          </p:cNvPr>
          <p:cNvSpPr>
            <a:spLocks noGrp="1"/>
          </p:cNvSpPr>
          <p:nvPr>
            <p:ph type="body" sz="quarter" idx="13"/>
          </p:nvPr>
        </p:nvSpPr>
        <p:spPr>
          <a:xfrm>
            <a:off x="407988" y="1557338"/>
            <a:ext cx="11376025" cy="4356100"/>
          </a:xfrm>
        </p:spPr>
        <p:txBody>
          <a:bodyPr/>
          <a:lstStyle>
            <a:lvl1pPr marL="540000" indent="-540000">
              <a:lnSpc>
                <a:spcPct val="100000"/>
              </a:lnSpc>
              <a:spcBef>
                <a:spcPts val="1200"/>
              </a:spcBef>
              <a:spcAft>
                <a:spcPts val="1200"/>
              </a:spcAft>
              <a:buFont typeface="+mj-lt"/>
              <a:buAutoNum type="arabicPeriod"/>
              <a:defRPr sz="3500">
                <a:solidFill>
                  <a:srgbClr val="FFFFFF"/>
                </a:solidFill>
              </a:defRPr>
            </a:lvl1pPr>
            <a:lvl2pPr marL="1080000" indent="-540000">
              <a:lnSpc>
                <a:spcPct val="100000"/>
              </a:lnSpc>
              <a:spcBef>
                <a:spcPts val="600"/>
              </a:spcBef>
              <a:spcAft>
                <a:spcPts val="1200"/>
              </a:spcAft>
              <a:buFont typeface="+mj-lt"/>
              <a:buAutoNum type="arabicPeriod"/>
              <a:defRPr sz="3500">
                <a:solidFill>
                  <a:srgbClr val="FFFFFF"/>
                </a:solidFill>
              </a:defRPr>
            </a:lvl2pPr>
            <a:lvl3pPr marL="1620000" indent="-540000">
              <a:lnSpc>
                <a:spcPct val="100000"/>
              </a:lnSpc>
              <a:spcBef>
                <a:spcPts val="600"/>
              </a:spcBef>
              <a:spcAft>
                <a:spcPts val="1200"/>
              </a:spcAft>
              <a:buFont typeface="+mj-lt"/>
              <a:buAutoNum type="arabicPeriod"/>
              <a:defRPr sz="3500">
                <a:solidFill>
                  <a:srgbClr val="FFFFFF"/>
                </a:solidFill>
              </a:defRPr>
            </a:lvl3pPr>
            <a:lvl4pPr marL="2160000" indent="-540000">
              <a:lnSpc>
                <a:spcPct val="100000"/>
              </a:lnSpc>
              <a:spcBef>
                <a:spcPts val="600"/>
              </a:spcBef>
              <a:spcAft>
                <a:spcPts val="1200"/>
              </a:spcAft>
              <a:buFont typeface="+mj-lt"/>
              <a:buAutoNum type="arabicPeriod"/>
              <a:defRPr sz="3500">
                <a:solidFill>
                  <a:srgbClr val="FFFFFF"/>
                </a:solidFill>
              </a:defRPr>
            </a:lvl4pPr>
            <a:lvl5pPr marL="2700000" indent="-540000">
              <a:lnSpc>
                <a:spcPct val="100000"/>
              </a:lnSpc>
              <a:spcBef>
                <a:spcPts val="600"/>
              </a:spcBef>
              <a:spcAft>
                <a:spcPts val="1200"/>
              </a:spcAft>
              <a:buFont typeface="+mj-lt"/>
              <a:buAutoNum type="arabicPeriod"/>
              <a:defRPr sz="3500">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393941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folie">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4736B6B9-D02C-2E3D-F61F-E3B70BC6B677}"/>
              </a:ext>
            </a:extLst>
          </p:cNvPr>
          <p:cNvSpPr>
            <a:spLocks noGrp="1"/>
          </p:cNvSpPr>
          <p:nvPr>
            <p:ph type="sldNum" sz="quarter" idx="12"/>
          </p:nvPr>
        </p:nvSpPr>
        <p:spPr/>
        <p:txBody>
          <a:bodyPr/>
          <a:lstStyle/>
          <a:p>
            <a:fld id="{A5BA4405-8D4E-49B7-BDA6-6F19819F4CEB}" type="slidenum">
              <a:rPr lang="en-GB" smtClean="0"/>
              <a:t>‹#›</a:t>
            </a:fld>
            <a:endParaRPr lang="en-GB" dirty="0"/>
          </a:p>
        </p:txBody>
      </p:sp>
      <p:sp>
        <p:nvSpPr>
          <p:cNvPr id="5" name="Fußzeilenplatzhalter 4">
            <a:extLst>
              <a:ext uri="{FF2B5EF4-FFF2-40B4-BE49-F238E27FC236}">
                <a16:creationId xmlns:a16="http://schemas.microsoft.com/office/drawing/2014/main" id="{3F80E6FF-0586-DB1B-C6C9-C5EBCC1A85F6}"/>
              </a:ext>
            </a:extLst>
          </p:cNvPr>
          <p:cNvSpPr>
            <a:spLocks noGrp="1"/>
          </p:cNvSpPr>
          <p:nvPr>
            <p:ph type="ftr" sz="quarter" idx="11"/>
          </p:nvPr>
        </p:nvSpPr>
        <p:spPr/>
        <p:txBody>
          <a:bodyPr/>
          <a:lstStyle/>
          <a:p>
            <a:r>
              <a:rPr lang="en-GB" dirty="0"/>
              <a:t>ZHAW School of Engineering | Institute | Document name</a:t>
            </a:r>
          </a:p>
        </p:txBody>
      </p:sp>
      <p:sp>
        <p:nvSpPr>
          <p:cNvPr id="2" name="Titel 1">
            <a:extLst>
              <a:ext uri="{FF2B5EF4-FFF2-40B4-BE49-F238E27FC236}">
                <a16:creationId xmlns:a16="http://schemas.microsoft.com/office/drawing/2014/main" id="{D900B099-3CB0-B45D-C045-DBA269E23B99}"/>
              </a:ext>
            </a:extLst>
          </p:cNvPr>
          <p:cNvSpPr>
            <a:spLocks noGrp="1"/>
          </p:cNvSpPr>
          <p:nvPr>
            <p:ph type="title"/>
          </p:nvPr>
        </p:nvSpPr>
        <p:spPr/>
        <p:txBody>
          <a:bodyPr/>
          <a:lstStyle/>
          <a:p>
            <a:r>
              <a:rPr lang="en-US"/>
              <a:t>Click to edit Master title style</a:t>
            </a:r>
            <a:endParaRPr lang="en-GB" dirty="0"/>
          </a:p>
        </p:txBody>
      </p:sp>
      <p:sp>
        <p:nvSpPr>
          <p:cNvPr id="4" name="Textplatzhalter 3">
            <a:extLst>
              <a:ext uri="{FF2B5EF4-FFF2-40B4-BE49-F238E27FC236}">
                <a16:creationId xmlns:a16="http://schemas.microsoft.com/office/drawing/2014/main" id="{DBB2BED8-FB8C-986F-D3EA-0A53E2229421}"/>
              </a:ext>
            </a:extLst>
          </p:cNvPr>
          <p:cNvSpPr>
            <a:spLocks noGrp="1"/>
          </p:cNvSpPr>
          <p:nvPr>
            <p:ph type="body" sz="quarter" idx="13"/>
          </p:nvPr>
        </p:nvSpPr>
        <p:spPr>
          <a:xfrm>
            <a:off x="407988" y="1557338"/>
            <a:ext cx="11376025" cy="4356100"/>
          </a:xfrm>
        </p:spPr>
        <p:txBody>
          <a:bodyPr/>
          <a:lstStyle>
            <a:lvl1pPr marL="540000" indent="-540000">
              <a:lnSpc>
                <a:spcPct val="100000"/>
              </a:lnSpc>
              <a:spcBef>
                <a:spcPts val="1200"/>
              </a:spcBef>
              <a:spcAft>
                <a:spcPts val="1200"/>
              </a:spcAft>
              <a:buFont typeface="+mj-lt"/>
              <a:buAutoNum type="arabicPeriod"/>
              <a:defRPr sz="3500"/>
            </a:lvl1pPr>
            <a:lvl2pPr marL="1080000" indent="-540000">
              <a:lnSpc>
                <a:spcPct val="100000"/>
              </a:lnSpc>
              <a:spcBef>
                <a:spcPts val="600"/>
              </a:spcBef>
              <a:spcAft>
                <a:spcPts val="1200"/>
              </a:spcAft>
              <a:buFont typeface="+mj-lt"/>
              <a:buAutoNum type="arabicPeriod"/>
              <a:defRPr sz="3500"/>
            </a:lvl2pPr>
            <a:lvl3pPr marL="1620000" indent="-540000">
              <a:lnSpc>
                <a:spcPct val="100000"/>
              </a:lnSpc>
              <a:spcBef>
                <a:spcPts val="600"/>
              </a:spcBef>
              <a:spcAft>
                <a:spcPts val="1200"/>
              </a:spcAft>
              <a:buFont typeface="+mj-lt"/>
              <a:buAutoNum type="arabicPeriod"/>
              <a:defRPr sz="3500"/>
            </a:lvl3pPr>
            <a:lvl4pPr marL="2160000" indent="-540000">
              <a:lnSpc>
                <a:spcPct val="100000"/>
              </a:lnSpc>
              <a:spcBef>
                <a:spcPts val="600"/>
              </a:spcBef>
              <a:spcAft>
                <a:spcPts val="1200"/>
              </a:spcAft>
              <a:buFont typeface="+mj-lt"/>
              <a:buAutoNum type="arabicPeriod"/>
              <a:defRPr sz="3500"/>
            </a:lvl4pPr>
            <a:lvl5pPr marL="2700000" indent="-540000">
              <a:lnSpc>
                <a:spcPct val="100000"/>
              </a:lnSpc>
              <a:spcBef>
                <a:spcPts val="600"/>
              </a:spcBef>
              <a:spcAft>
                <a:spcPts val="1200"/>
              </a:spcAft>
              <a:buFont typeface="+mj-lt"/>
              <a:buAutoNum type="arabicPeriod"/>
              <a:defRPr sz="3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976729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Kapiteltitelfolie hell">
    <p:bg>
      <p:bgPr>
        <a:solidFill>
          <a:srgbClr val="9ADCF6"/>
        </a:solidFill>
        <a:effectLst/>
      </p:bgPr>
    </p:bg>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4736B6B9-D02C-2E3D-F61F-E3B70BC6B677}"/>
              </a:ext>
            </a:extLst>
          </p:cNvPr>
          <p:cNvSpPr>
            <a:spLocks noGrp="1"/>
          </p:cNvSpPr>
          <p:nvPr>
            <p:ph type="sldNum" sz="quarter" idx="12"/>
          </p:nvPr>
        </p:nvSpPr>
        <p:spPr/>
        <p:txBody>
          <a:bodyPr/>
          <a:lstStyle/>
          <a:p>
            <a:fld id="{A5BA4405-8D4E-49B7-BDA6-6F19819F4CEB}" type="slidenum">
              <a:rPr lang="en-GB" smtClean="0"/>
              <a:t>‹#›</a:t>
            </a:fld>
            <a:endParaRPr lang="en-GB" dirty="0"/>
          </a:p>
        </p:txBody>
      </p:sp>
      <p:sp>
        <p:nvSpPr>
          <p:cNvPr id="5" name="Fußzeilenplatzhalter 4">
            <a:extLst>
              <a:ext uri="{FF2B5EF4-FFF2-40B4-BE49-F238E27FC236}">
                <a16:creationId xmlns:a16="http://schemas.microsoft.com/office/drawing/2014/main" id="{3F80E6FF-0586-DB1B-C6C9-C5EBCC1A85F6}"/>
              </a:ext>
            </a:extLst>
          </p:cNvPr>
          <p:cNvSpPr>
            <a:spLocks noGrp="1"/>
          </p:cNvSpPr>
          <p:nvPr>
            <p:ph type="ftr" sz="quarter" idx="11"/>
          </p:nvPr>
        </p:nvSpPr>
        <p:spPr/>
        <p:txBody>
          <a:bodyPr/>
          <a:lstStyle/>
          <a:p>
            <a:r>
              <a:rPr lang="en-GB" dirty="0"/>
              <a:t>ZHAW School of Engineering | Institute | Document name</a:t>
            </a:r>
          </a:p>
        </p:txBody>
      </p:sp>
      <p:sp>
        <p:nvSpPr>
          <p:cNvPr id="2" name="Titel 1">
            <a:extLst>
              <a:ext uri="{FF2B5EF4-FFF2-40B4-BE49-F238E27FC236}">
                <a16:creationId xmlns:a16="http://schemas.microsoft.com/office/drawing/2014/main" id="{D900B099-3CB0-B45D-C045-DBA269E23B99}"/>
              </a:ext>
            </a:extLst>
          </p:cNvPr>
          <p:cNvSpPr>
            <a:spLocks noGrp="1"/>
          </p:cNvSpPr>
          <p:nvPr>
            <p:ph type="title"/>
          </p:nvPr>
        </p:nvSpPr>
        <p:spPr/>
        <p:txBody>
          <a:bodyPr/>
          <a:lstStyle/>
          <a:p>
            <a:r>
              <a:rPr lang="en-US"/>
              <a:t>Click to edit Master title style</a:t>
            </a:r>
            <a:endParaRPr lang="en-GB" dirty="0"/>
          </a:p>
        </p:txBody>
      </p:sp>
      <p:sp>
        <p:nvSpPr>
          <p:cNvPr id="3" name="Textplatzhalter 3">
            <a:extLst>
              <a:ext uri="{FF2B5EF4-FFF2-40B4-BE49-F238E27FC236}">
                <a16:creationId xmlns:a16="http://schemas.microsoft.com/office/drawing/2014/main" id="{1D9339A0-272B-117F-D887-A6D84932D9C9}"/>
              </a:ext>
            </a:extLst>
          </p:cNvPr>
          <p:cNvSpPr>
            <a:spLocks noGrp="1"/>
          </p:cNvSpPr>
          <p:nvPr>
            <p:ph type="body" sz="quarter" idx="13"/>
          </p:nvPr>
        </p:nvSpPr>
        <p:spPr>
          <a:xfrm>
            <a:off x="407975" y="2772001"/>
            <a:ext cx="9432000" cy="3141438"/>
          </a:xfrm>
        </p:spPr>
        <p:txBody>
          <a:bodyPr/>
          <a:lstStyle>
            <a:lvl1pPr marL="0" indent="0">
              <a:lnSpc>
                <a:spcPct val="100000"/>
              </a:lnSpc>
              <a:spcBef>
                <a:spcPts val="0"/>
              </a:spcBef>
              <a:spcAft>
                <a:spcPts val="0"/>
              </a:spcAft>
              <a:buFont typeface="+mj-lt"/>
              <a:buNone/>
              <a:defRPr sz="3500"/>
            </a:lvl1pPr>
            <a:lvl2pPr marL="540000" indent="0">
              <a:lnSpc>
                <a:spcPct val="100000"/>
              </a:lnSpc>
              <a:spcBef>
                <a:spcPts val="0"/>
              </a:spcBef>
              <a:spcAft>
                <a:spcPts val="0"/>
              </a:spcAft>
              <a:buFont typeface="+mj-lt"/>
              <a:buNone/>
              <a:defRPr sz="3500"/>
            </a:lvl2pPr>
            <a:lvl3pPr marL="1080000" indent="0">
              <a:lnSpc>
                <a:spcPct val="100000"/>
              </a:lnSpc>
              <a:spcBef>
                <a:spcPts val="0"/>
              </a:spcBef>
              <a:spcAft>
                <a:spcPts val="0"/>
              </a:spcAft>
              <a:buFont typeface="+mj-lt"/>
              <a:buNone/>
              <a:defRPr sz="3500"/>
            </a:lvl3pPr>
            <a:lvl4pPr marL="1620000" indent="0">
              <a:lnSpc>
                <a:spcPct val="100000"/>
              </a:lnSpc>
              <a:spcBef>
                <a:spcPts val="0"/>
              </a:spcBef>
              <a:spcAft>
                <a:spcPts val="0"/>
              </a:spcAft>
              <a:buFont typeface="+mj-lt"/>
              <a:buNone/>
              <a:defRPr sz="3500"/>
            </a:lvl4pPr>
            <a:lvl5pPr marL="2160000" indent="0">
              <a:lnSpc>
                <a:spcPct val="100000"/>
              </a:lnSpc>
              <a:spcBef>
                <a:spcPts val="0"/>
              </a:spcBef>
              <a:spcAft>
                <a:spcPts val="0"/>
              </a:spcAft>
              <a:buFont typeface="+mj-lt"/>
              <a:buNone/>
              <a:defRPr sz="3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01505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apiteltitelfolie dunkel">
    <p:bg>
      <p:bgPr>
        <a:solidFill>
          <a:srgbClr val="05366C"/>
        </a:solidFill>
        <a:effectLst/>
      </p:bgPr>
    </p:bg>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4736B6B9-D02C-2E3D-F61F-E3B70BC6B677}"/>
              </a:ext>
            </a:extLst>
          </p:cNvPr>
          <p:cNvSpPr>
            <a:spLocks noGrp="1"/>
          </p:cNvSpPr>
          <p:nvPr>
            <p:ph type="sldNum" sz="quarter" idx="12"/>
          </p:nvPr>
        </p:nvSpPr>
        <p:spPr/>
        <p:txBody>
          <a:bodyPr/>
          <a:lstStyle>
            <a:lvl1pPr>
              <a:defRPr>
                <a:solidFill>
                  <a:srgbClr val="FFFFFF"/>
                </a:solidFill>
              </a:defRPr>
            </a:lvl1pPr>
          </a:lstStyle>
          <a:p>
            <a:fld id="{A5BA4405-8D4E-49B7-BDA6-6F19819F4CEB}" type="slidenum">
              <a:rPr lang="en-GB" smtClean="0"/>
              <a:pPr/>
              <a:t>‹#›</a:t>
            </a:fld>
            <a:endParaRPr lang="en-GB" dirty="0"/>
          </a:p>
        </p:txBody>
      </p:sp>
      <p:sp>
        <p:nvSpPr>
          <p:cNvPr id="5" name="Fußzeilenplatzhalter 4">
            <a:extLst>
              <a:ext uri="{FF2B5EF4-FFF2-40B4-BE49-F238E27FC236}">
                <a16:creationId xmlns:a16="http://schemas.microsoft.com/office/drawing/2014/main" id="{3F80E6FF-0586-DB1B-C6C9-C5EBCC1A85F6}"/>
              </a:ext>
            </a:extLst>
          </p:cNvPr>
          <p:cNvSpPr>
            <a:spLocks noGrp="1"/>
          </p:cNvSpPr>
          <p:nvPr>
            <p:ph type="ftr" sz="quarter" idx="11"/>
          </p:nvPr>
        </p:nvSpPr>
        <p:spPr/>
        <p:txBody>
          <a:bodyPr/>
          <a:lstStyle>
            <a:lvl1pPr>
              <a:defRPr>
                <a:solidFill>
                  <a:srgbClr val="FFFFFF"/>
                </a:solidFill>
              </a:defRPr>
            </a:lvl1pPr>
          </a:lstStyle>
          <a:p>
            <a:r>
              <a:rPr lang="en-GB" dirty="0"/>
              <a:t>ZHAW School of Engineering | Institute | Document name</a:t>
            </a:r>
          </a:p>
        </p:txBody>
      </p:sp>
      <p:sp>
        <p:nvSpPr>
          <p:cNvPr id="2" name="Titel 1">
            <a:extLst>
              <a:ext uri="{FF2B5EF4-FFF2-40B4-BE49-F238E27FC236}">
                <a16:creationId xmlns:a16="http://schemas.microsoft.com/office/drawing/2014/main" id="{D900B099-3CB0-B45D-C045-DBA269E23B99}"/>
              </a:ext>
            </a:extLst>
          </p:cNvPr>
          <p:cNvSpPr>
            <a:spLocks noGrp="1"/>
          </p:cNvSpPr>
          <p:nvPr>
            <p:ph type="title"/>
          </p:nvPr>
        </p:nvSpPr>
        <p:spPr/>
        <p:txBody>
          <a:bodyPr/>
          <a:lstStyle>
            <a:lvl1pPr>
              <a:defRPr>
                <a:solidFill>
                  <a:srgbClr val="FFFFFF"/>
                </a:solidFill>
              </a:defRPr>
            </a:lvl1pPr>
          </a:lstStyle>
          <a:p>
            <a:r>
              <a:rPr lang="en-US"/>
              <a:t>Click to edit Master title style</a:t>
            </a:r>
            <a:endParaRPr lang="en-GB" dirty="0"/>
          </a:p>
        </p:txBody>
      </p:sp>
      <p:sp>
        <p:nvSpPr>
          <p:cNvPr id="3" name="Textplatzhalter 3">
            <a:extLst>
              <a:ext uri="{FF2B5EF4-FFF2-40B4-BE49-F238E27FC236}">
                <a16:creationId xmlns:a16="http://schemas.microsoft.com/office/drawing/2014/main" id="{2D851C87-5A46-2A3A-0723-295BFEC87740}"/>
              </a:ext>
            </a:extLst>
          </p:cNvPr>
          <p:cNvSpPr>
            <a:spLocks noGrp="1"/>
          </p:cNvSpPr>
          <p:nvPr>
            <p:ph type="body" sz="quarter" idx="13"/>
          </p:nvPr>
        </p:nvSpPr>
        <p:spPr>
          <a:xfrm>
            <a:off x="407976" y="2772001"/>
            <a:ext cx="9432926" cy="3141438"/>
          </a:xfrm>
        </p:spPr>
        <p:txBody>
          <a:bodyPr/>
          <a:lstStyle>
            <a:lvl1pPr marL="0" indent="0">
              <a:lnSpc>
                <a:spcPct val="100000"/>
              </a:lnSpc>
              <a:spcBef>
                <a:spcPts val="0"/>
              </a:spcBef>
              <a:spcAft>
                <a:spcPts val="0"/>
              </a:spcAft>
              <a:buFont typeface="+mj-lt"/>
              <a:buNone/>
              <a:defRPr sz="3500">
                <a:solidFill>
                  <a:srgbClr val="FFFFFF"/>
                </a:solidFill>
              </a:defRPr>
            </a:lvl1pPr>
            <a:lvl2pPr marL="540000" indent="0">
              <a:lnSpc>
                <a:spcPct val="100000"/>
              </a:lnSpc>
              <a:spcBef>
                <a:spcPts val="0"/>
              </a:spcBef>
              <a:spcAft>
                <a:spcPts val="0"/>
              </a:spcAft>
              <a:buFont typeface="+mj-lt"/>
              <a:buNone/>
              <a:defRPr sz="3500">
                <a:solidFill>
                  <a:srgbClr val="FFFFFF"/>
                </a:solidFill>
              </a:defRPr>
            </a:lvl2pPr>
            <a:lvl3pPr marL="1080000" indent="0">
              <a:lnSpc>
                <a:spcPct val="100000"/>
              </a:lnSpc>
              <a:spcBef>
                <a:spcPts val="0"/>
              </a:spcBef>
              <a:spcAft>
                <a:spcPts val="0"/>
              </a:spcAft>
              <a:buFont typeface="+mj-lt"/>
              <a:buNone/>
              <a:defRPr sz="3500">
                <a:solidFill>
                  <a:srgbClr val="FFFFFF"/>
                </a:solidFill>
              </a:defRPr>
            </a:lvl3pPr>
            <a:lvl4pPr marL="1620000" indent="0">
              <a:lnSpc>
                <a:spcPct val="100000"/>
              </a:lnSpc>
              <a:spcBef>
                <a:spcPts val="0"/>
              </a:spcBef>
              <a:spcAft>
                <a:spcPts val="0"/>
              </a:spcAft>
              <a:buFont typeface="+mj-lt"/>
              <a:buNone/>
              <a:defRPr sz="3500">
                <a:solidFill>
                  <a:srgbClr val="FFFFFF"/>
                </a:solidFill>
              </a:defRPr>
            </a:lvl4pPr>
            <a:lvl5pPr marL="2160000" indent="0">
              <a:lnSpc>
                <a:spcPct val="100000"/>
              </a:lnSpc>
              <a:spcBef>
                <a:spcPts val="0"/>
              </a:spcBef>
              <a:spcAft>
                <a:spcPts val="0"/>
              </a:spcAft>
              <a:buFont typeface="+mj-lt"/>
              <a:buNone/>
              <a:defRPr sz="3500">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6481237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apitelfolie mit Bild hell">
    <p:spTree>
      <p:nvGrpSpPr>
        <p:cNvPr id="1" name=""/>
        <p:cNvGrpSpPr/>
        <p:nvPr/>
      </p:nvGrpSpPr>
      <p:grpSpPr>
        <a:xfrm>
          <a:off x="0" y="0"/>
          <a:ext cx="0" cy="0"/>
          <a:chOff x="0" y="0"/>
          <a:chExt cx="0" cy="0"/>
        </a:xfrm>
      </p:grpSpPr>
      <p:sp>
        <p:nvSpPr>
          <p:cNvPr id="4" name="Bildplatzhalter">
            <a:extLst>
              <a:ext uri="{FF2B5EF4-FFF2-40B4-BE49-F238E27FC236}">
                <a16:creationId xmlns:a16="http://schemas.microsoft.com/office/drawing/2014/main" id="{2883F99D-5CCE-8A17-DE03-36C380986B30}"/>
              </a:ext>
            </a:extLst>
          </p:cNvPr>
          <p:cNvSpPr>
            <a:spLocks noGrp="1"/>
          </p:cNvSpPr>
          <p:nvPr>
            <p:ph type="pic" sz="quarter" idx="13"/>
          </p:nvPr>
        </p:nvSpPr>
        <p:spPr>
          <a:xfrm>
            <a:off x="0" y="0"/>
            <a:ext cx="12192000" cy="6858000"/>
          </a:xfrm>
          <a:solidFill>
            <a:schemeClr val="tx1">
              <a:lumMod val="10000"/>
              <a:lumOff val="90000"/>
            </a:schemeClr>
          </a:solidFill>
        </p:spPr>
        <p:txBody>
          <a:bodyPr/>
          <a:lstStyle>
            <a:lvl1pPr marL="0" indent="0">
              <a:buNone/>
              <a:defRPr/>
            </a:lvl1pPr>
          </a:lstStyle>
          <a:p>
            <a:r>
              <a:rPr lang="en-US"/>
              <a:t>Click icon to add picture</a:t>
            </a:r>
            <a:endParaRPr lang="en-GB" dirty="0"/>
          </a:p>
        </p:txBody>
      </p:sp>
      <p:sp>
        <p:nvSpPr>
          <p:cNvPr id="6" name="Foliennummernplatzhalter 5">
            <a:extLst>
              <a:ext uri="{FF2B5EF4-FFF2-40B4-BE49-F238E27FC236}">
                <a16:creationId xmlns:a16="http://schemas.microsoft.com/office/drawing/2014/main" id="{4736B6B9-D02C-2E3D-F61F-E3B70BC6B677}"/>
              </a:ext>
            </a:extLst>
          </p:cNvPr>
          <p:cNvSpPr>
            <a:spLocks noGrp="1"/>
          </p:cNvSpPr>
          <p:nvPr>
            <p:ph type="sldNum" sz="quarter" idx="12"/>
          </p:nvPr>
        </p:nvSpPr>
        <p:spPr bwMode="gray"/>
        <p:txBody>
          <a:bodyPr/>
          <a:lstStyle>
            <a:lvl1pPr>
              <a:defRPr>
                <a:solidFill>
                  <a:srgbClr val="FFFFFF"/>
                </a:solidFill>
              </a:defRPr>
            </a:lvl1pPr>
          </a:lstStyle>
          <a:p>
            <a:fld id="{A5BA4405-8D4E-49B7-BDA6-6F19819F4CEB}" type="slidenum">
              <a:rPr lang="en-GB" smtClean="0"/>
              <a:pPr/>
              <a:t>‹#›</a:t>
            </a:fld>
            <a:endParaRPr lang="en-GB" dirty="0"/>
          </a:p>
        </p:txBody>
      </p:sp>
      <p:sp>
        <p:nvSpPr>
          <p:cNvPr id="5" name="Fußzeilenplatzhalter 4">
            <a:extLst>
              <a:ext uri="{FF2B5EF4-FFF2-40B4-BE49-F238E27FC236}">
                <a16:creationId xmlns:a16="http://schemas.microsoft.com/office/drawing/2014/main" id="{3F80E6FF-0586-DB1B-C6C9-C5EBCC1A85F6}"/>
              </a:ext>
            </a:extLst>
          </p:cNvPr>
          <p:cNvSpPr>
            <a:spLocks noGrp="1"/>
          </p:cNvSpPr>
          <p:nvPr>
            <p:ph type="ftr" sz="quarter" idx="11"/>
          </p:nvPr>
        </p:nvSpPr>
        <p:spPr bwMode="gray"/>
        <p:txBody>
          <a:bodyPr/>
          <a:lstStyle>
            <a:lvl1pPr>
              <a:defRPr>
                <a:solidFill>
                  <a:srgbClr val="FFFFFF"/>
                </a:solidFill>
              </a:defRPr>
            </a:lvl1pPr>
          </a:lstStyle>
          <a:p>
            <a:r>
              <a:rPr lang="en-GB" dirty="0"/>
              <a:t>ZHAW School of Engineering | Institute | Document name</a:t>
            </a:r>
          </a:p>
        </p:txBody>
      </p:sp>
      <p:sp>
        <p:nvSpPr>
          <p:cNvPr id="2" name="Titel 1">
            <a:extLst>
              <a:ext uri="{FF2B5EF4-FFF2-40B4-BE49-F238E27FC236}">
                <a16:creationId xmlns:a16="http://schemas.microsoft.com/office/drawing/2014/main" id="{D900B099-3CB0-B45D-C045-DBA269E23B99}"/>
              </a:ext>
            </a:extLst>
          </p:cNvPr>
          <p:cNvSpPr>
            <a:spLocks noGrp="1"/>
          </p:cNvSpPr>
          <p:nvPr>
            <p:ph type="title"/>
          </p:nvPr>
        </p:nvSpPr>
        <p:spPr bwMode="gray"/>
        <p:txBody>
          <a:bodyPr/>
          <a:lstStyle>
            <a:lvl1pPr>
              <a:defRPr>
                <a:solidFill>
                  <a:srgbClr val="FFFFFF"/>
                </a:solidFill>
              </a:defRPr>
            </a:lvl1pPr>
          </a:lstStyle>
          <a:p>
            <a:r>
              <a:rPr lang="en-US"/>
              <a:t>Click to edit Master title style</a:t>
            </a:r>
            <a:endParaRPr lang="en-GB" dirty="0"/>
          </a:p>
        </p:txBody>
      </p:sp>
    </p:spTree>
    <p:extLst>
      <p:ext uri="{BB962C8B-B14F-4D97-AF65-F5344CB8AC3E}">
        <p14:creationId xmlns:p14="http://schemas.microsoft.com/office/powerpoint/2010/main" val="463954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Kapitelfolie mit Bild dunkel">
    <p:spTree>
      <p:nvGrpSpPr>
        <p:cNvPr id="1" name=""/>
        <p:cNvGrpSpPr/>
        <p:nvPr/>
      </p:nvGrpSpPr>
      <p:grpSpPr>
        <a:xfrm>
          <a:off x="0" y="0"/>
          <a:ext cx="0" cy="0"/>
          <a:chOff x="0" y="0"/>
          <a:chExt cx="0" cy="0"/>
        </a:xfrm>
      </p:grpSpPr>
      <p:sp>
        <p:nvSpPr>
          <p:cNvPr id="4" name="Bildplatzhalter">
            <a:extLst>
              <a:ext uri="{FF2B5EF4-FFF2-40B4-BE49-F238E27FC236}">
                <a16:creationId xmlns:a16="http://schemas.microsoft.com/office/drawing/2014/main" id="{2883F99D-5CCE-8A17-DE03-36C380986B30}"/>
              </a:ext>
            </a:extLst>
          </p:cNvPr>
          <p:cNvSpPr>
            <a:spLocks noGrp="1"/>
          </p:cNvSpPr>
          <p:nvPr>
            <p:ph type="pic" sz="quarter" idx="13"/>
          </p:nvPr>
        </p:nvSpPr>
        <p:spPr>
          <a:xfrm>
            <a:off x="0" y="0"/>
            <a:ext cx="12192000" cy="6858000"/>
          </a:xfrm>
          <a:solidFill>
            <a:schemeClr val="tx1">
              <a:lumMod val="10000"/>
              <a:lumOff val="90000"/>
            </a:schemeClr>
          </a:solidFill>
        </p:spPr>
        <p:txBody>
          <a:bodyPr/>
          <a:lstStyle>
            <a:lvl1pPr marL="0" indent="0">
              <a:buNone/>
              <a:defRPr/>
            </a:lvl1pPr>
          </a:lstStyle>
          <a:p>
            <a:r>
              <a:rPr lang="en-US"/>
              <a:t>Click icon to add picture</a:t>
            </a:r>
            <a:endParaRPr lang="en-GB" dirty="0"/>
          </a:p>
        </p:txBody>
      </p:sp>
      <p:sp>
        <p:nvSpPr>
          <p:cNvPr id="6" name="Foliennummernplatzhalter 5">
            <a:extLst>
              <a:ext uri="{FF2B5EF4-FFF2-40B4-BE49-F238E27FC236}">
                <a16:creationId xmlns:a16="http://schemas.microsoft.com/office/drawing/2014/main" id="{4736B6B9-D02C-2E3D-F61F-E3B70BC6B677}"/>
              </a:ext>
            </a:extLst>
          </p:cNvPr>
          <p:cNvSpPr>
            <a:spLocks noGrp="1"/>
          </p:cNvSpPr>
          <p:nvPr>
            <p:ph type="sldNum" sz="quarter" idx="12"/>
          </p:nvPr>
        </p:nvSpPr>
        <p:spPr bwMode="gray"/>
        <p:txBody>
          <a:bodyPr/>
          <a:lstStyle/>
          <a:p>
            <a:fld id="{A5BA4405-8D4E-49B7-BDA6-6F19819F4CEB}" type="slidenum">
              <a:rPr lang="en-GB" smtClean="0"/>
              <a:t>‹#›</a:t>
            </a:fld>
            <a:endParaRPr lang="en-GB" dirty="0"/>
          </a:p>
        </p:txBody>
      </p:sp>
      <p:sp>
        <p:nvSpPr>
          <p:cNvPr id="5" name="Fußzeilenplatzhalter 4">
            <a:extLst>
              <a:ext uri="{FF2B5EF4-FFF2-40B4-BE49-F238E27FC236}">
                <a16:creationId xmlns:a16="http://schemas.microsoft.com/office/drawing/2014/main" id="{3F80E6FF-0586-DB1B-C6C9-C5EBCC1A85F6}"/>
              </a:ext>
            </a:extLst>
          </p:cNvPr>
          <p:cNvSpPr>
            <a:spLocks noGrp="1"/>
          </p:cNvSpPr>
          <p:nvPr>
            <p:ph type="ftr" sz="quarter" idx="11"/>
          </p:nvPr>
        </p:nvSpPr>
        <p:spPr bwMode="gray">
          <a:xfrm>
            <a:off x="407973" y="6293853"/>
            <a:ext cx="9432925" cy="216000"/>
          </a:xfrm>
        </p:spPr>
        <p:txBody>
          <a:bodyPr/>
          <a:lstStyle/>
          <a:p>
            <a:r>
              <a:rPr lang="en-GB" dirty="0"/>
              <a:t>ZHAW School of Engineering | Institute | Document name</a:t>
            </a:r>
          </a:p>
        </p:txBody>
      </p:sp>
      <p:sp>
        <p:nvSpPr>
          <p:cNvPr id="2" name="Titel 1">
            <a:extLst>
              <a:ext uri="{FF2B5EF4-FFF2-40B4-BE49-F238E27FC236}">
                <a16:creationId xmlns:a16="http://schemas.microsoft.com/office/drawing/2014/main" id="{D900B099-3CB0-B45D-C045-DBA269E23B99}"/>
              </a:ext>
            </a:extLst>
          </p:cNvPr>
          <p:cNvSpPr>
            <a:spLocks noGrp="1"/>
          </p:cNvSpPr>
          <p:nvPr>
            <p:ph type="title"/>
          </p:nvPr>
        </p:nvSpPr>
        <p:spPr bwMode="gray">
          <a:xfrm>
            <a:off x="407974" y="260350"/>
            <a:ext cx="11376026" cy="1080000"/>
          </a:xfrm>
        </p:spPr>
        <p:txBody>
          <a:bodyPr/>
          <a:lstStyle/>
          <a:p>
            <a:r>
              <a:rPr lang="en-US"/>
              <a:t>Click to edit Master title style</a:t>
            </a:r>
            <a:endParaRPr lang="en-GB" dirty="0"/>
          </a:p>
        </p:txBody>
      </p:sp>
    </p:spTree>
    <p:extLst>
      <p:ext uri="{BB962C8B-B14F-4D97-AF65-F5344CB8AC3E}">
        <p14:creationId xmlns:p14="http://schemas.microsoft.com/office/powerpoint/2010/main" val="10005764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4736B6B9-D02C-2E3D-F61F-E3B70BC6B677}"/>
              </a:ext>
            </a:extLst>
          </p:cNvPr>
          <p:cNvSpPr>
            <a:spLocks noGrp="1"/>
          </p:cNvSpPr>
          <p:nvPr>
            <p:ph type="sldNum" sz="quarter" idx="12"/>
          </p:nvPr>
        </p:nvSpPr>
        <p:spPr/>
        <p:txBody>
          <a:bodyPr/>
          <a:lstStyle/>
          <a:p>
            <a:fld id="{A5BA4405-8D4E-49B7-BDA6-6F19819F4CEB}" type="slidenum">
              <a:rPr lang="en-GB" smtClean="0"/>
              <a:t>‹#›</a:t>
            </a:fld>
            <a:endParaRPr lang="en-GB" dirty="0"/>
          </a:p>
        </p:txBody>
      </p:sp>
      <p:sp>
        <p:nvSpPr>
          <p:cNvPr id="5" name="Fußzeilenplatzhalter 4">
            <a:extLst>
              <a:ext uri="{FF2B5EF4-FFF2-40B4-BE49-F238E27FC236}">
                <a16:creationId xmlns:a16="http://schemas.microsoft.com/office/drawing/2014/main" id="{3F80E6FF-0586-DB1B-C6C9-C5EBCC1A85F6}"/>
              </a:ext>
            </a:extLst>
          </p:cNvPr>
          <p:cNvSpPr>
            <a:spLocks noGrp="1"/>
          </p:cNvSpPr>
          <p:nvPr>
            <p:ph type="ftr" sz="quarter" idx="11"/>
          </p:nvPr>
        </p:nvSpPr>
        <p:spPr/>
        <p:txBody>
          <a:bodyPr/>
          <a:lstStyle/>
          <a:p>
            <a:r>
              <a:rPr lang="en-GB" dirty="0"/>
              <a:t>ZHAW School of Engineering | Institute | Document name</a:t>
            </a:r>
          </a:p>
        </p:txBody>
      </p:sp>
      <p:sp>
        <p:nvSpPr>
          <p:cNvPr id="3" name="Inhaltsplatzhalter 2">
            <a:extLst>
              <a:ext uri="{FF2B5EF4-FFF2-40B4-BE49-F238E27FC236}">
                <a16:creationId xmlns:a16="http://schemas.microsoft.com/office/drawing/2014/main" id="{F9747FB4-8766-BB7F-4E19-8AE8EC34AC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el 1">
            <a:extLst>
              <a:ext uri="{FF2B5EF4-FFF2-40B4-BE49-F238E27FC236}">
                <a16:creationId xmlns:a16="http://schemas.microsoft.com/office/drawing/2014/main" id="{D900B099-3CB0-B45D-C045-DBA269E23B99}"/>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10429857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el und Text grosse Schrift 1sp">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4736B6B9-D02C-2E3D-F61F-E3B70BC6B677}"/>
              </a:ext>
            </a:extLst>
          </p:cNvPr>
          <p:cNvSpPr>
            <a:spLocks noGrp="1"/>
          </p:cNvSpPr>
          <p:nvPr>
            <p:ph type="sldNum" sz="quarter" idx="12"/>
          </p:nvPr>
        </p:nvSpPr>
        <p:spPr/>
        <p:txBody>
          <a:bodyPr/>
          <a:lstStyle/>
          <a:p>
            <a:fld id="{A5BA4405-8D4E-49B7-BDA6-6F19819F4CEB}" type="slidenum">
              <a:rPr lang="en-GB" smtClean="0"/>
              <a:t>‹#›</a:t>
            </a:fld>
            <a:endParaRPr lang="en-GB" dirty="0"/>
          </a:p>
        </p:txBody>
      </p:sp>
      <p:sp>
        <p:nvSpPr>
          <p:cNvPr id="5" name="Fußzeilenplatzhalter 4">
            <a:extLst>
              <a:ext uri="{FF2B5EF4-FFF2-40B4-BE49-F238E27FC236}">
                <a16:creationId xmlns:a16="http://schemas.microsoft.com/office/drawing/2014/main" id="{3F80E6FF-0586-DB1B-C6C9-C5EBCC1A85F6}"/>
              </a:ext>
            </a:extLst>
          </p:cNvPr>
          <p:cNvSpPr>
            <a:spLocks noGrp="1"/>
          </p:cNvSpPr>
          <p:nvPr>
            <p:ph type="ftr" sz="quarter" idx="11"/>
          </p:nvPr>
        </p:nvSpPr>
        <p:spPr/>
        <p:txBody>
          <a:bodyPr/>
          <a:lstStyle/>
          <a:p>
            <a:r>
              <a:rPr lang="en-GB" dirty="0"/>
              <a:t>ZHAW School of Engineering | Institute | Document name</a:t>
            </a:r>
          </a:p>
        </p:txBody>
      </p:sp>
      <p:sp>
        <p:nvSpPr>
          <p:cNvPr id="7" name="Textplatzhalter 6">
            <a:extLst>
              <a:ext uri="{FF2B5EF4-FFF2-40B4-BE49-F238E27FC236}">
                <a16:creationId xmlns:a16="http://schemas.microsoft.com/office/drawing/2014/main" id="{DD441F03-0943-0982-8D38-4280085A34FC}"/>
              </a:ext>
            </a:extLst>
          </p:cNvPr>
          <p:cNvSpPr>
            <a:spLocks noGrp="1"/>
          </p:cNvSpPr>
          <p:nvPr>
            <p:ph type="body" sz="quarter" idx="13"/>
          </p:nvPr>
        </p:nvSpPr>
        <p:spPr>
          <a:xfrm>
            <a:off x="407989" y="1557338"/>
            <a:ext cx="9432924" cy="4356100"/>
          </a:xfrm>
        </p:spPr>
        <p:txBody>
          <a:bodyPr/>
          <a:lstStyle>
            <a:lvl1pPr marL="540000" indent="-540000">
              <a:lnSpc>
                <a:spcPct val="100000"/>
              </a:lnSpc>
              <a:spcBef>
                <a:spcPts val="1200"/>
              </a:spcBef>
              <a:defRPr sz="3500"/>
            </a:lvl1pPr>
            <a:lvl2pPr marL="1080000" indent="-540000">
              <a:lnSpc>
                <a:spcPct val="100000"/>
              </a:lnSpc>
              <a:spcBef>
                <a:spcPts val="1200"/>
              </a:spcBef>
              <a:defRPr sz="3500"/>
            </a:lvl2pPr>
            <a:lvl3pPr marL="1620000" indent="-540000">
              <a:lnSpc>
                <a:spcPct val="100000"/>
              </a:lnSpc>
              <a:spcBef>
                <a:spcPts val="1200"/>
              </a:spcBef>
              <a:defRPr sz="3500"/>
            </a:lvl3pPr>
            <a:lvl4pPr marL="2160000" indent="-540000">
              <a:lnSpc>
                <a:spcPct val="100000"/>
              </a:lnSpc>
              <a:spcBef>
                <a:spcPts val="1200"/>
              </a:spcBef>
              <a:defRPr sz="3500"/>
            </a:lvl4pPr>
            <a:lvl5pPr marL="2700000" indent="-540000">
              <a:lnSpc>
                <a:spcPct val="100000"/>
              </a:lnSpc>
              <a:spcBef>
                <a:spcPts val="750"/>
              </a:spcBef>
              <a:defRPr sz="3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el 1">
            <a:extLst>
              <a:ext uri="{FF2B5EF4-FFF2-40B4-BE49-F238E27FC236}">
                <a16:creationId xmlns:a16="http://schemas.microsoft.com/office/drawing/2014/main" id="{D900B099-3CB0-B45D-C045-DBA269E23B99}"/>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8297699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el und Text 1sp">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4736B6B9-D02C-2E3D-F61F-E3B70BC6B677}"/>
              </a:ext>
            </a:extLst>
          </p:cNvPr>
          <p:cNvSpPr>
            <a:spLocks noGrp="1"/>
          </p:cNvSpPr>
          <p:nvPr>
            <p:ph type="sldNum" sz="quarter" idx="12"/>
          </p:nvPr>
        </p:nvSpPr>
        <p:spPr/>
        <p:txBody>
          <a:bodyPr/>
          <a:lstStyle/>
          <a:p>
            <a:fld id="{A5BA4405-8D4E-49B7-BDA6-6F19819F4CEB}" type="slidenum">
              <a:rPr lang="en-GB" smtClean="0"/>
              <a:t>‹#›</a:t>
            </a:fld>
            <a:endParaRPr lang="en-GB" dirty="0"/>
          </a:p>
        </p:txBody>
      </p:sp>
      <p:sp>
        <p:nvSpPr>
          <p:cNvPr id="5" name="Fußzeilenplatzhalter 4">
            <a:extLst>
              <a:ext uri="{FF2B5EF4-FFF2-40B4-BE49-F238E27FC236}">
                <a16:creationId xmlns:a16="http://schemas.microsoft.com/office/drawing/2014/main" id="{3F80E6FF-0586-DB1B-C6C9-C5EBCC1A85F6}"/>
              </a:ext>
            </a:extLst>
          </p:cNvPr>
          <p:cNvSpPr>
            <a:spLocks noGrp="1"/>
          </p:cNvSpPr>
          <p:nvPr>
            <p:ph type="ftr" sz="quarter" idx="11"/>
          </p:nvPr>
        </p:nvSpPr>
        <p:spPr/>
        <p:txBody>
          <a:bodyPr/>
          <a:lstStyle/>
          <a:p>
            <a:r>
              <a:rPr lang="en-GB" dirty="0"/>
              <a:t>ZHAW School of Engineering | Institute | Document name</a:t>
            </a:r>
          </a:p>
        </p:txBody>
      </p:sp>
      <p:sp>
        <p:nvSpPr>
          <p:cNvPr id="7" name="Textplatzhalter 6">
            <a:extLst>
              <a:ext uri="{FF2B5EF4-FFF2-40B4-BE49-F238E27FC236}">
                <a16:creationId xmlns:a16="http://schemas.microsoft.com/office/drawing/2014/main" id="{DD441F03-0943-0982-8D38-4280085A34FC}"/>
              </a:ext>
            </a:extLst>
          </p:cNvPr>
          <p:cNvSpPr>
            <a:spLocks noGrp="1"/>
          </p:cNvSpPr>
          <p:nvPr>
            <p:ph type="body" sz="quarter" idx="13"/>
          </p:nvPr>
        </p:nvSpPr>
        <p:spPr>
          <a:xfrm>
            <a:off x="407989" y="1557338"/>
            <a:ext cx="9432924" cy="4356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el 1">
            <a:extLst>
              <a:ext uri="{FF2B5EF4-FFF2-40B4-BE49-F238E27FC236}">
                <a16:creationId xmlns:a16="http://schemas.microsoft.com/office/drawing/2014/main" id="{D900B099-3CB0-B45D-C045-DBA269E23B99}"/>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22976953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el und Text 2sp">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4736B6B9-D02C-2E3D-F61F-E3B70BC6B677}"/>
              </a:ext>
            </a:extLst>
          </p:cNvPr>
          <p:cNvSpPr>
            <a:spLocks noGrp="1"/>
          </p:cNvSpPr>
          <p:nvPr>
            <p:ph type="sldNum" sz="quarter" idx="12"/>
          </p:nvPr>
        </p:nvSpPr>
        <p:spPr/>
        <p:txBody>
          <a:bodyPr/>
          <a:lstStyle/>
          <a:p>
            <a:fld id="{A5BA4405-8D4E-49B7-BDA6-6F19819F4CEB}" type="slidenum">
              <a:rPr lang="en-GB" smtClean="0"/>
              <a:t>‹#›</a:t>
            </a:fld>
            <a:endParaRPr lang="en-GB" dirty="0"/>
          </a:p>
        </p:txBody>
      </p:sp>
      <p:sp>
        <p:nvSpPr>
          <p:cNvPr id="5" name="Fußzeilenplatzhalter 4">
            <a:extLst>
              <a:ext uri="{FF2B5EF4-FFF2-40B4-BE49-F238E27FC236}">
                <a16:creationId xmlns:a16="http://schemas.microsoft.com/office/drawing/2014/main" id="{3F80E6FF-0586-DB1B-C6C9-C5EBCC1A85F6}"/>
              </a:ext>
            </a:extLst>
          </p:cNvPr>
          <p:cNvSpPr>
            <a:spLocks noGrp="1"/>
          </p:cNvSpPr>
          <p:nvPr>
            <p:ph type="ftr" sz="quarter" idx="11"/>
          </p:nvPr>
        </p:nvSpPr>
        <p:spPr/>
        <p:txBody>
          <a:bodyPr/>
          <a:lstStyle/>
          <a:p>
            <a:r>
              <a:rPr lang="en-GB" dirty="0"/>
              <a:t>ZHAW School of Engineering | Institute | Document name</a:t>
            </a:r>
          </a:p>
        </p:txBody>
      </p:sp>
      <p:sp>
        <p:nvSpPr>
          <p:cNvPr id="7" name="Textplatzhalter 6">
            <a:extLst>
              <a:ext uri="{FF2B5EF4-FFF2-40B4-BE49-F238E27FC236}">
                <a16:creationId xmlns:a16="http://schemas.microsoft.com/office/drawing/2014/main" id="{DD441F03-0943-0982-8D38-4280085A34FC}"/>
              </a:ext>
            </a:extLst>
          </p:cNvPr>
          <p:cNvSpPr>
            <a:spLocks noGrp="1"/>
          </p:cNvSpPr>
          <p:nvPr>
            <p:ph type="body" sz="quarter" idx="13"/>
          </p:nvPr>
        </p:nvSpPr>
        <p:spPr>
          <a:xfrm>
            <a:off x="407989" y="1557338"/>
            <a:ext cx="5543550" cy="4356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extplatzhalter 6">
            <a:extLst>
              <a:ext uri="{FF2B5EF4-FFF2-40B4-BE49-F238E27FC236}">
                <a16:creationId xmlns:a16="http://schemas.microsoft.com/office/drawing/2014/main" id="{DE769469-4329-ED45-C93A-E67478D8EF16}"/>
              </a:ext>
            </a:extLst>
          </p:cNvPr>
          <p:cNvSpPr>
            <a:spLocks noGrp="1"/>
          </p:cNvSpPr>
          <p:nvPr>
            <p:ph type="body" sz="quarter" idx="14"/>
          </p:nvPr>
        </p:nvSpPr>
        <p:spPr>
          <a:xfrm>
            <a:off x="6240450" y="1557338"/>
            <a:ext cx="5543550" cy="4356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el 1">
            <a:extLst>
              <a:ext uri="{FF2B5EF4-FFF2-40B4-BE49-F238E27FC236}">
                <a16:creationId xmlns:a16="http://schemas.microsoft.com/office/drawing/2014/main" id="{D900B099-3CB0-B45D-C045-DBA269E23B99}"/>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1656570789"/>
      </p:ext>
    </p:extLst>
  </p:cSld>
  <p:clrMapOvr>
    <a:masterClrMapping/>
  </p:clrMapOvr>
  <p:extLst>
    <p:ext uri="{DCECCB84-F9BA-43D5-87BE-67443E8EF086}">
      <p15:sldGuideLst xmlns:p15="http://schemas.microsoft.com/office/powerpoint/2012/main">
        <p15:guide id="1" pos="3931" userDrawn="1">
          <p15:clr>
            <a:srgbClr val="F26B43"/>
          </p15:clr>
        </p15:guide>
        <p15:guide id="2" pos="3749" userDrawn="1">
          <p15:clr>
            <a:srgbClr val="F26B43"/>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Text und Bild gross">
    <p:spTree>
      <p:nvGrpSpPr>
        <p:cNvPr id="1" name=""/>
        <p:cNvGrpSpPr/>
        <p:nvPr/>
      </p:nvGrpSpPr>
      <p:grpSpPr>
        <a:xfrm>
          <a:off x="0" y="0"/>
          <a:ext cx="0" cy="0"/>
          <a:chOff x="0" y="0"/>
          <a:chExt cx="0" cy="0"/>
        </a:xfrm>
      </p:grpSpPr>
      <p:sp>
        <p:nvSpPr>
          <p:cNvPr id="4" name="Bildplatzhalter">
            <a:extLst>
              <a:ext uri="{FF2B5EF4-FFF2-40B4-BE49-F238E27FC236}">
                <a16:creationId xmlns:a16="http://schemas.microsoft.com/office/drawing/2014/main" id="{31784CC6-05EC-74CF-3BDD-5AA47659E039}"/>
              </a:ext>
            </a:extLst>
          </p:cNvPr>
          <p:cNvSpPr>
            <a:spLocks noGrp="1"/>
          </p:cNvSpPr>
          <p:nvPr>
            <p:ph type="pic" sz="quarter" idx="14"/>
          </p:nvPr>
        </p:nvSpPr>
        <p:spPr>
          <a:xfrm>
            <a:off x="6096000" y="0"/>
            <a:ext cx="6096000" cy="6858000"/>
          </a:xfrm>
          <a:solidFill>
            <a:schemeClr val="tx1">
              <a:lumMod val="10000"/>
              <a:lumOff val="90000"/>
            </a:schemeClr>
          </a:solidFill>
        </p:spPr>
        <p:txBody>
          <a:bodyPr/>
          <a:lstStyle>
            <a:lvl1pPr marL="0" indent="0">
              <a:buNone/>
              <a:defRPr/>
            </a:lvl1pPr>
          </a:lstStyle>
          <a:p>
            <a:r>
              <a:rPr lang="en-US"/>
              <a:t>Click icon to add picture</a:t>
            </a:r>
            <a:endParaRPr lang="en-GB" dirty="0"/>
          </a:p>
        </p:txBody>
      </p:sp>
      <p:sp>
        <p:nvSpPr>
          <p:cNvPr id="6" name="Foliennummernplatzhalter 5">
            <a:extLst>
              <a:ext uri="{FF2B5EF4-FFF2-40B4-BE49-F238E27FC236}">
                <a16:creationId xmlns:a16="http://schemas.microsoft.com/office/drawing/2014/main" id="{4736B6B9-D02C-2E3D-F61F-E3B70BC6B677}"/>
              </a:ext>
            </a:extLst>
          </p:cNvPr>
          <p:cNvSpPr>
            <a:spLocks noGrp="1"/>
          </p:cNvSpPr>
          <p:nvPr>
            <p:ph type="sldNum" sz="quarter" idx="12"/>
          </p:nvPr>
        </p:nvSpPr>
        <p:spPr/>
        <p:txBody>
          <a:bodyPr/>
          <a:lstStyle/>
          <a:p>
            <a:fld id="{A5BA4405-8D4E-49B7-BDA6-6F19819F4CEB}" type="slidenum">
              <a:rPr lang="en-GB" smtClean="0"/>
              <a:t>‹#›</a:t>
            </a:fld>
            <a:endParaRPr lang="en-GB" dirty="0"/>
          </a:p>
        </p:txBody>
      </p:sp>
      <p:sp>
        <p:nvSpPr>
          <p:cNvPr id="5" name="Fußzeilenplatzhalter 4">
            <a:extLst>
              <a:ext uri="{FF2B5EF4-FFF2-40B4-BE49-F238E27FC236}">
                <a16:creationId xmlns:a16="http://schemas.microsoft.com/office/drawing/2014/main" id="{3F80E6FF-0586-DB1B-C6C9-C5EBCC1A85F6}"/>
              </a:ext>
            </a:extLst>
          </p:cNvPr>
          <p:cNvSpPr>
            <a:spLocks noGrp="1"/>
          </p:cNvSpPr>
          <p:nvPr>
            <p:ph type="ftr" sz="quarter" idx="11"/>
          </p:nvPr>
        </p:nvSpPr>
        <p:spPr/>
        <p:txBody>
          <a:bodyPr/>
          <a:lstStyle/>
          <a:p>
            <a:r>
              <a:rPr lang="en-GB" dirty="0"/>
              <a:t>ZHAW School of Engineering | Institute | Document name</a:t>
            </a:r>
          </a:p>
        </p:txBody>
      </p:sp>
      <p:sp>
        <p:nvSpPr>
          <p:cNvPr id="7" name="Textplatzhalter 6">
            <a:extLst>
              <a:ext uri="{FF2B5EF4-FFF2-40B4-BE49-F238E27FC236}">
                <a16:creationId xmlns:a16="http://schemas.microsoft.com/office/drawing/2014/main" id="{DD441F03-0943-0982-8D38-4280085A34FC}"/>
              </a:ext>
            </a:extLst>
          </p:cNvPr>
          <p:cNvSpPr>
            <a:spLocks noGrp="1"/>
          </p:cNvSpPr>
          <p:nvPr>
            <p:ph type="body" sz="quarter" idx="13"/>
          </p:nvPr>
        </p:nvSpPr>
        <p:spPr>
          <a:xfrm>
            <a:off x="407989" y="1557338"/>
            <a:ext cx="5543550" cy="4356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el 1">
            <a:extLst>
              <a:ext uri="{FF2B5EF4-FFF2-40B4-BE49-F238E27FC236}">
                <a16:creationId xmlns:a16="http://schemas.microsoft.com/office/drawing/2014/main" id="{D900B099-3CB0-B45D-C045-DBA269E23B99}"/>
              </a:ext>
            </a:extLst>
          </p:cNvPr>
          <p:cNvSpPr>
            <a:spLocks noGrp="1"/>
          </p:cNvSpPr>
          <p:nvPr>
            <p:ph type="title"/>
          </p:nvPr>
        </p:nvSpPr>
        <p:spPr>
          <a:xfrm>
            <a:off x="407988" y="260350"/>
            <a:ext cx="5543550" cy="1080000"/>
          </a:xfrm>
        </p:spPr>
        <p:txBody>
          <a:bodyPr/>
          <a:lstStyle/>
          <a:p>
            <a:r>
              <a:rPr lang="en-US"/>
              <a:t>Click to edit Master title style</a:t>
            </a:r>
            <a:endParaRPr lang="en-GB" dirty="0"/>
          </a:p>
        </p:txBody>
      </p:sp>
    </p:spTree>
    <p:extLst>
      <p:ext uri="{BB962C8B-B14F-4D97-AF65-F5344CB8AC3E}">
        <p14:creationId xmlns:p14="http://schemas.microsoft.com/office/powerpoint/2010/main" val="2100588318"/>
      </p:ext>
    </p:extLst>
  </p:cSld>
  <p:clrMapOvr>
    <a:masterClrMapping/>
  </p:clrMapOvr>
  <p:extLst>
    <p:ext uri="{DCECCB84-F9BA-43D5-87BE-67443E8EF086}">
      <p15:sldGuideLst xmlns:p15="http://schemas.microsoft.com/office/powerpoint/2012/main">
        <p15:guide id="1" pos="3840" userDrawn="1">
          <p15:clr>
            <a:srgbClr val="F26B43"/>
          </p15:clr>
        </p15:guide>
        <p15:guide id="2" pos="3749" userDrawn="1">
          <p15:clr>
            <a:srgbClr val="F26B43"/>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el, Text und Bild">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4736B6B9-D02C-2E3D-F61F-E3B70BC6B677}"/>
              </a:ext>
            </a:extLst>
          </p:cNvPr>
          <p:cNvSpPr>
            <a:spLocks noGrp="1"/>
          </p:cNvSpPr>
          <p:nvPr>
            <p:ph type="sldNum" sz="quarter" idx="12"/>
          </p:nvPr>
        </p:nvSpPr>
        <p:spPr/>
        <p:txBody>
          <a:bodyPr/>
          <a:lstStyle/>
          <a:p>
            <a:fld id="{A5BA4405-8D4E-49B7-BDA6-6F19819F4CEB}" type="slidenum">
              <a:rPr lang="en-GB" smtClean="0"/>
              <a:t>‹#›</a:t>
            </a:fld>
            <a:endParaRPr lang="en-GB" dirty="0"/>
          </a:p>
        </p:txBody>
      </p:sp>
      <p:sp>
        <p:nvSpPr>
          <p:cNvPr id="5" name="Fußzeilenplatzhalter 4">
            <a:extLst>
              <a:ext uri="{FF2B5EF4-FFF2-40B4-BE49-F238E27FC236}">
                <a16:creationId xmlns:a16="http://schemas.microsoft.com/office/drawing/2014/main" id="{3F80E6FF-0586-DB1B-C6C9-C5EBCC1A85F6}"/>
              </a:ext>
            </a:extLst>
          </p:cNvPr>
          <p:cNvSpPr>
            <a:spLocks noGrp="1"/>
          </p:cNvSpPr>
          <p:nvPr>
            <p:ph type="ftr" sz="quarter" idx="11"/>
          </p:nvPr>
        </p:nvSpPr>
        <p:spPr/>
        <p:txBody>
          <a:bodyPr/>
          <a:lstStyle/>
          <a:p>
            <a:r>
              <a:rPr lang="en-GB" dirty="0"/>
              <a:t>ZHAW School of Engineering | Institute | Document name</a:t>
            </a:r>
          </a:p>
        </p:txBody>
      </p:sp>
      <p:sp>
        <p:nvSpPr>
          <p:cNvPr id="11" name="Textplatzhalter 10">
            <a:extLst>
              <a:ext uri="{FF2B5EF4-FFF2-40B4-BE49-F238E27FC236}">
                <a16:creationId xmlns:a16="http://schemas.microsoft.com/office/drawing/2014/main" id="{7938AF5A-CB9F-6FFF-5006-EB12AD49A10C}"/>
              </a:ext>
            </a:extLst>
          </p:cNvPr>
          <p:cNvSpPr>
            <a:spLocks noGrp="1"/>
          </p:cNvSpPr>
          <p:nvPr>
            <p:ph type="body" sz="quarter" idx="15" hasCustomPrompt="1"/>
          </p:nvPr>
        </p:nvSpPr>
        <p:spPr>
          <a:xfrm>
            <a:off x="6240463" y="5300663"/>
            <a:ext cx="5543550" cy="612775"/>
          </a:xfrm>
        </p:spPr>
        <p:txBody>
          <a:bodyPr/>
          <a:lstStyle>
            <a:lvl1pPr marL="0" indent="0">
              <a:buNone/>
              <a:defRPr sz="1500"/>
            </a:lvl1pPr>
            <a:lvl2pPr marL="180000" indent="0">
              <a:buNone/>
              <a:defRPr sz="1500"/>
            </a:lvl2pPr>
            <a:lvl3pPr marL="360000" indent="0">
              <a:buNone/>
              <a:defRPr sz="1500"/>
            </a:lvl3pPr>
            <a:lvl4pPr marL="540000" indent="0">
              <a:buNone/>
              <a:defRPr sz="1500"/>
            </a:lvl4pPr>
            <a:lvl5pPr marL="720000" indent="0">
              <a:buNone/>
              <a:defRPr sz="1500"/>
            </a:lvl5pPr>
          </a:lstStyle>
          <a:p>
            <a:pPr lvl="0"/>
            <a:r>
              <a:rPr lang="en-GB" dirty="0" err="1"/>
              <a:t>Bildlegende</a:t>
            </a:r>
            <a:r>
              <a:rPr lang="en-GB" dirty="0"/>
              <a:t> </a:t>
            </a:r>
            <a:r>
              <a:rPr lang="en-GB" dirty="0" err="1"/>
              <a:t>hinzufügen</a:t>
            </a:r>
            <a:endParaRPr lang="en-GB" dirty="0"/>
          </a:p>
        </p:txBody>
      </p:sp>
      <p:sp>
        <p:nvSpPr>
          <p:cNvPr id="4" name="Bildplatzhalter">
            <a:extLst>
              <a:ext uri="{FF2B5EF4-FFF2-40B4-BE49-F238E27FC236}">
                <a16:creationId xmlns:a16="http://schemas.microsoft.com/office/drawing/2014/main" id="{31784CC6-05EC-74CF-3BDD-5AA47659E039}"/>
              </a:ext>
            </a:extLst>
          </p:cNvPr>
          <p:cNvSpPr>
            <a:spLocks noGrp="1"/>
          </p:cNvSpPr>
          <p:nvPr>
            <p:ph type="pic" sz="quarter" idx="14"/>
          </p:nvPr>
        </p:nvSpPr>
        <p:spPr>
          <a:xfrm>
            <a:off x="6240463" y="1628775"/>
            <a:ext cx="5543538" cy="3600000"/>
          </a:xfrm>
          <a:solidFill>
            <a:schemeClr val="tx1">
              <a:lumMod val="10000"/>
              <a:lumOff val="90000"/>
            </a:schemeClr>
          </a:solidFill>
        </p:spPr>
        <p:txBody>
          <a:bodyPr/>
          <a:lstStyle>
            <a:lvl1pPr marL="0" indent="0">
              <a:buNone/>
              <a:defRPr/>
            </a:lvl1pPr>
          </a:lstStyle>
          <a:p>
            <a:r>
              <a:rPr lang="en-US"/>
              <a:t>Click icon to add picture</a:t>
            </a:r>
            <a:endParaRPr lang="en-GB" dirty="0"/>
          </a:p>
        </p:txBody>
      </p:sp>
      <p:sp>
        <p:nvSpPr>
          <p:cNvPr id="7" name="Textplatzhalter 6">
            <a:extLst>
              <a:ext uri="{FF2B5EF4-FFF2-40B4-BE49-F238E27FC236}">
                <a16:creationId xmlns:a16="http://schemas.microsoft.com/office/drawing/2014/main" id="{DD441F03-0943-0982-8D38-4280085A34FC}"/>
              </a:ext>
            </a:extLst>
          </p:cNvPr>
          <p:cNvSpPr>
            <a:spLocks noGrp="1"/>
          </p:cNvSpPr>
          <p:nvPr>
            <p:ph type="body" sz="quarter" idx="13"/>
          </p:nvPr>
        </p:nvSpPr>
        <p:spPr>
          <a:xfrm>
            <a:off x="407989" y="1557338"/>
            <a:ext cx="5543550" cy="4356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el 8">
            <a:extLst>
              <a:ext uri="{FF2B5EF4-FFF2-40B4-BE49-F238E27FC236}">
                <a16:creationId xmlns:a16="http://schemas.microsoft.com/office/drawing/2014/main" id="{14253C28-417E-62CE-BF12-B5F66FF3B80A}"/>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2826690024"/>
      </p:ext>
    </p:extLst>
  </p:cSld>
  <p:clrMapOvr>
    <a:masterClrMapping/>
  </p:clrMapOvr>
  <p:extLst>
    <p:ext uri="{DCECCB84-F9BA-43D5-87BE-67443E8EF086}">
      <p15:sldGuideLst xmlns:p15="http://schemas.microsoft.com/office/powerpoint/2012/main">
        <p15:guide id="1" pos="3931" userDrawn="1">
          <p15:clr>
            <a:srgbClr val="F26B43"/>
          </p15:clr>
        </p15:guide>
        <p15:guide id="2" pos="3749" userDrawn="1">
          <p15:clr>
            <a:srgbClr val="F26B43"/>
          </p15:clr>
        </p15:guide>
        <p15:guide id="3" orient="horz" pos="3294" userDrawn="1">
          <p15:clr>
            <a:srgbClr val="A4A3A4"/>
          </p15:clr>
        </p15:guide>
        <p15:guide id="4" orient="horz" pos="3339" userDrawn="1">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el, Text und Bild klein">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4736B6B9-D02C-2E3D-F61F-E3B70BC6B677}"/>
              </a:ext>
            </a:extLst>
          </p:cNvPr>
          <p:cNvSpPr>
            <a:spLocks noGrp="1"/>
          </p:cNvSpPr>
          <p:nvPr>
            <p:ph type="sldNum" sz="quarter" idx="12"/>
          </p:nvPr>
        </p:nvSpPr>
        <p:spPr/>
        <p:txBody>
          <a:bodyPr/>
          <a:lstStyle/>
          <a:p>
            <a:fld id="{A5BA4405-8D4E-49B7-BDA6-6F19819F4CEB}" type="slidenum">
              <a:rPr lang="en-GB" smtClean="0"/>
              <a:t>‹#›</a:t>
            </a:fld>
            <a:endParaRPr lang="en-GB" dirty="0"/>
          </a:p>
        </p:txBody>
      </p:sp>
      <p:sp>
        <p:nvSpPr>
          <p:cNvPr id="5" name="Fußzeilenplatzhalter 4">
            <a:extLst>
              <a:ext uri="{FF2B5EF4-FFF2-40B4-BE49-F238E27FC236}">
                <a16:creationId xmlns:a16="http://schemas.microsoft.com/office/drawing/2014/main" id="{3F80E6FF-0586-DB1B-C6C9-C5EBCC1A85F6}"/>
              </a:ext>
            </a:extLst>
          </p:cNvPr>
          <p:cNvSpPr>
            <a:spLocks noGrp="1"/>
          </p:cNvSpPr>
          <p:nvPr>
            <p:ph type="ftr" sz="quarter" idx="11"/>
          </p:nvPr>
        </p:nvSpPr>
        <p:spPr/>
        <p:txBody>
          <a:bodyPr/>
          <a:lstStyle/>
          <a:p>
            <a:r>
              <a:rPr lang="en-GB" dirty="0"/>
              <a:t>ZHAW School of Engineering | Institute | Document name</a:t>
            </a:r>
          </a:p>
        </p:txBody>
      </p:sp>
      <p:sp>
        <p:nvSpPr>
          <p:cNvPr id="11" name="Textplatzhalter 10">
            <a:extLst>
              <a:ext uri="{FF2B5EF4-FFF2-40B4-BE49-F238E27FC236}">
                <a16:creationId xmlns:a16="http://schemas.microsoft.com/office/drawing/2014/main" id="{7938AF5A-CB9F-6FFF-5006-EB12AD49A10C}"/>
              </a:ext>
            </a:extLst>
          </p:cNvPr>
          <p:cNvSpPr>
            <a:spLocks noGrp="1"/>
          </p:cNvSpPr>
          <p:nvPr>
            <p:ph type="body" sz="quarter" idx="15" hasCustomPrompt="1"/>
          </p:nvPr>
        </p:nvSpPr>
        <p:spPr>
          <a:xfrm>
            <a:off x="8183563" y="4041775"/>
            <a:ext cx="3600450" cy="1871663"/>
          </a:xfrm>
        </p:spPr>
        <p:txBody>
          <a:bodyPr/>
          <a:lstStyle>
            <a:lvl1pPr marL="0" indent="0">
              <a:buNone/>
              <a:defRPr sz="1500"/>
            </a:lvl1pPr>
            <a:lvl2pPr marL="180000" indent="0">
              <a:buNone/>
              <a:defRPr sz="1500"/>
            </a:lvl2pPr>
            <a:lvl3pPr marL="360000" indent="0">
              <a:buNone/>
              <a:defRPr sz="1500"/>
            </a:lvl3pPr>
            <a:lvl4pPr marL="540000" indent="0">
              <a:buNone/>
              <a:defRPr sz="1500"/>
            </a:lvl4pPr>
            <a:lvl5pPr marL="720000" indent="0">
              <a:buNone/>
              <a:defRPr sz="1500"/>
            </a:lvl5pPr>
          </a:lstStyle>
          <a:p>
            <a:pPr lvl="0"/>
            <a:r>
              <a:rPr lang="en-GB" dirty="0" err="1"/>
              <a:t>Bildlegende</a:t>
            </a:r>
            <a:r>
              <a:rPr lang="en-GB" dirty="0"/>
              <a:t> </a:t>
            </a:r>
            <a:r>
              <a:rPr lang="en-GB" dirty="0" err="1"/>
              <a:t>hinzufügen</a:t>
            </a:r>
            <a:endParaRPr lang="en-GB" dirty="0"/>
          </a:p>
        </p:txBody>
      </p:sp>
      <p:sp>
        <p:nvSpPr>
          <p:cNvPr id="4" name="Bildplatzhalter">
            <a:extLst>
              <a:ext uri="{FF2B5EF4-FFF2-40B4-BE49-F238E27FC236}">
                <a16:creationId xmlns:a16="http://schemas.microsoft.com/office/drawing/2014/main" id="{31784CC6-05EC-74CF-3BDD-5AA47659E039}"/>
              </a:ext>
            </a:extLst>
          </p:cNvPr>
          <p:cNvSpPr>
            <a:spLocks noGrp="1"/>
          </p:cNvSpPr>
          <p:nvPr>
            <p:ph type="pic" sz="quarter" idx="14"/>
          </p:nvPr>
        </p:nvSpPr>
        <p:spPr>
          <a:xfrm>
            <a:off x="8183562" y="1628750"/>
            <a:ext cx="3600438" cy="2340000"/>
          </a:xfrm>
          <a:solidFill>
            <a:schemeClr val="tx1">
              <a:lumMod val="10000"/>
              <a:lumOff val="90000"/>
            </a:schemeClr>
          </a:solidFill>
        </p:spPr>
        <p:txBody>
          <a:bodyPr/>
          <a:lstStyle>
            <a:lvl1pPr marL="0" indent="0">
              <a:buNone/>
              <a:defRPr/>
            </a:lvl1pPr>
          </a:lstStyle>
          <a:p>
            <a:r>
              <a:rPr lang="en-US"/>
              <a:t>Click icon to add picture</a:t>
            </a:r>
            <a:endParaRPr lang="en-GB" dirty="0"/>
          </a:p>
        </p:txBody>
      </p:sp>
      <p:sp>
        <p:nvSpPr>
          <p:cNvPr id="7" name="Textplatzhalter 6">
            <a:extLst>
              <a:ext uri="{FF2B5EF4-FFF2-40B4-BE49-F238E27FC236}">
                <a16:creationId xmlns:a16="http://schemas.microsoft.com/office/drawing/2014/main" id="{DD441F03-0943-0982-8D38-4280085A34FC}"/>
              </a:ext>
            </a:extLst>
          </p:cNvPr>
          <p:cNvSpPr>
            <a:spLocks noGrp="1"/>
          </p:cNvSpPr>
          <p:nvPr>
            <p:ph type="body" sz="quarter" idx="13"/>
          </p:nvPr>
        </p:nvSpPr>
        <p:spPr>
          <a:xfrm>
            <a:off x="407989" y="1557338"/>
            <a:ext cx="7488236" cy="4356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el 8">
            <a:extLst>
              <a:ext uri="{FF2B5EF4-FFF2-40B4-BE49-F238E27FC236}">
                <a16:creationId xmlns:a16="http://schemas.microsoft.com/office/drawing/2014/main" id="{14253C28-417E-62CE-BF12-B5F66FF3B80A}"/>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2922468364"/>
      </p:ext>
    </p:extLst>
  </p:cSld>
  <p:clrMapOvr>
    <a:masterClrMapping/>
  </p:clrMapOvr>
  <p:extLst>
    <p:ext uri="{DCECCB84-F9BA-43D5-87BE-67443E8EF086}">
      <p15:sldGuideLst xmlns:p15="http://schemas.microsoft.com/office/powerpoint/2012/main">
        <p15:guide id="1" pos="5155" userDrawn="1">
          <p15:clr>
            <a:srgbClr val="F26B43"/>
          </p15:clr>
        </p15:guide>
        <p15:guide id="2" pos="4974" userDrawn="1">
          <p15:clr>
            <a:srgbClr val="F26B43"/>
          </p15:clr>
        </p15:guide>
        <p15:guide id="3" orient="horz" pos="2500" userDrawn="1">
          <p15:clr>
            <a:srgbClr val="A4A3A4"/>
          </p15:clr>
        </p15:guide>
        <p15:guide id="4" orient="horz" pos="2546" userDrawn="1">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el und 2 Bilder">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4736B6B9-D02C-2E3D-F61F-E3B70BC6B677}"/>
              </a:ext>
            </a:extLst>
          </p:cNvPr>
          <p:cNvSpPr>
            <a:spLocks noGrp="1"/>
          </p:cNvSpPr>
          <p:nvPr>
            <p:ph type="sldNum" sz="quarter" idx="12"/>
          </p:nvPr>
        </p:nvSpPr>
        <p:spPr/>
        <p:txBody>
          <a:bodyPr/>
          <a:lstStyle/>
          <a:p>
            <a:fld id="{A5BA4405-8D4E-49B7-BDA6-6F19819F4CEB}" type="slidenum">
              <a:rPr lang="en-GB" smtClean="0"/>
              <a:t>‹#›</a:t>
            </a:fld>
            <a:endParaRPr lang="en-GB" dirty="0"/>
          </a:p>
        </p:txBody>
      </p:sp>
      <p:sp>
        <p:nvSpPr>
          <p:cNvPr id="5" name="Fußzeilenplatzhalter 4">
            <a:extLst>
              <a:ext uri="{FF2B5EF4-FFF2-40B4-BE49-F238E27FC236}">
                <a16:creationId xmlns:a16="http://schemas.microsoft.com/office/drawing/2014/main" id="{3F80E6FF-0586-DB1B-C6C9-C5EBCC1A85F6}"/>
              </a:ext>
            </a:extLst>
          </p:cNvPr>
          <p:cNvSpPr>
            <a:spLocks noGrp="1"/>
          </p:cNvSpPr>
          <p:nvPr>
            <p:ph type="ftr" sz="quarter" idx="11"/>
          </p:nvPr>
        </p:nvSpPr>
        <p:spPr/>
        <p:txBody>
          <a:bodyPr/>
          <a:lstStyle/>
          <a:p>
            <a:r>
              <a:rPr lang="en-GB" dirty="0"/>
              <a:t>ZHAW School of Engineering | Institute | Document name</a:t>
            </a:r>
          </a:p>
        </p:txBody>
      </p:sp>
      <p:sp>
        <p:nvSpPr>
          <p:cNvPr id="11" name="Textplatzhalter 10">
            <a:extLst>
              <a:ext uri="{FF2B5EF4-FFF2-40B4-BE49-F238E27FC236}">
                <a16:creationId xmlns:a16="http://schemas.microsoft.com/office/drawing/2014/main" id="{7938AF5A-CB9F-6FFF-5006-EB12AD49A10C}"/>
              </a:ext>
            </a:extLst>
          </p:cNvPr>
          <p:cNvSpPr>
            <a:spLocks noGrp="1"/>
          </p:cNvSpPr>
          <p:nvPr>
            <p:ph type="body" sz="quarter" idx="15" hasCustomPrompt="1"/>
          </p:nvPr>
        </p:nvSpPr>
        <p:spPr>
          <a:xfrm>
            <a:off x="6240463" y="5300663"/>
            <a:ext cx="5543550" cy="612775"/>
          </a:xfrm>
        </p:spPr>
        <p:txBody>
          <a:bodyPr/>
          <a:lstStyle>
            <a:lvl1pPr marL="0" indent="0">
              <a:buNone/>
              <a:defRPr sz="1500"/>
            </a:lvl1pPr>
            <a:lvl2pPr marL="180000" indent="0">
              <a:buNone/>
              <a:defRPr sz="1500"/>
            </a:lvl2pPr>
            <a:lvl3pPr marL="360000" indent="0">
              <a:buNone/>
              <a:defRPr sz="1500"/>
            </a:lvl3pPr>
            <a:lvl4pPr marL="540000" indent="0">
              <a:buNone/>
              <a:defRPr sz="1500"/>
            </a:lvl4pPr>
            <a:lvl5pPr marL="720000" indent="0">
              <a:buNone/>
              <a:defRPr sz="1500"/>
            </a:lvl5pPr>
          </a:lstStyle>
          <a:p>
            <a:pPr lvl="0"/>
            <a:r>
              <a:rPr lang="en-GB" dirty="0" err="1"/>
              <a:t>Bildlegende</a:t>
            </a:r>
            <a:r>
              <a:rPr lang="en-GB" dirty="0"/>
              <a:t> </a:t>
            </a:r>
            <a:r>
              <a:rPr lang="en-GB" dirty="0" err="1"/>
              <a:t>hinzufügen</a:t>
            </a:r>
            <a:endParaRPr lang="en-GB" dirty="0"/>
          </a:p>
        </p:txBody>
      </p:sp>
      <p:sp>
        <p:nvSpPr>
          <p:cNvPr id="4" name="Bildplatzhalter 3">
            <a:extLst>
              <a:ext uri="{FF2B5EF4-FFF2-40B4-BE49-F238E27FC236}">
                <a16:creationId xmlns:a16="http://schemas.microsoft.com/office/drawing/2014/main" id="{31784CC6-05EC-74CF-3BDD-5AA47659E039}"/>
              </a:ext>
            </a:extLst>
          </p:cNvPr>
          <p:cNvSpPr>
            <a:spLocks noGrp="1"/>
          </p:cNvSpPr>
          <p:nvPr>
            <p:ph type="pic" sz="quarter" idx="14"/>
          </p:nvPr>
        </p:nvSpPr>
        <p:spPr>
          <a:xfrm>
            <a:off x="6240463" y="1628775"/>
            <a:ext cx="5543538" cy="3600450"/>
          </a:xfrm>
          <a:solidFill>
            <a:schemeClr val="tx1">
              <a:lumMod val="10000"/>
              <a:lumOff val="90000"/>
            </a:schemeClr>
          </a:solidFill>
        </p:spPr>
        <p:txBody>
          <a:bodyPr/>
          <a:lstStyle>
            <a:lvl1pPr marL="0" indent="0">
              <a:buNone/>
              <a:defRPr/>
            </a:lvl1pPr>
          </a:lstStyle>
          <a:p>
            <a:r>
              <a:rPr lang="en-US"/>
              <a:t>Click icon to add picture</a:t>
            </a:r>
            <a:endParaRPr lang="en-GB" dirty="0"/>
          </a:p>
        </p:txBody>
      </p:sp>
      <p:sp>
        <p:nvSpPr>
          <p:cNvPr id="10" name="Textplatzhalter 10">
            <a:extLst>
              <a:ext uri="{FF2B5EF4-FFF2-40B4-BE49-F238E27FC236}">
                <a16:creationId xmlns:a16="http://schemas.microsoft.com/office/drawing/2014/main" id="{A4CE7346-A596-ECC7-5160-C1852D88854B}"/>
              </a:ext>
            </a:extLst>
          </p:cNvPr>
          <p:cNvSpPr>
            <a:spLocks noGrp="1"/>
          </p:cNvSpPr>
          <p:nvPr>
            <p:ph type="body" sz="quarter" idx="17" hasCustomPrompt="1"/>
          </p:nvPr>
        </p:nvSpPr>
        <p:spPr>
          <a:xfrm>
            <a:off x="407994" y="5301877"/>
            <a:ext cx="5543550" cy="612775"/>
          </a:xfrm>
        </p:spPr>
        <p:txBody>
          <a:bodyPr/>
          <a:lstStyle>
            <a:lvl1pPr marL="0" indent="0">
              <a:buNone/>
              <a:defRPr sz="1500"/>
            </a:lvl1pPr>
            <a:lvl2pPr marL="180000" indent="0">
              <a:buNone/>
              <a:defRPr sz="1500"/>
            </a:lvl2pPr>
            <a:lvl3pPr marL="360000" indent="0">
              <a:buNone/>
              <a:defRPr sz="1500"/>
            </a:lvl3pPr>
            <a:lvl4pPr marL="540000" indent="0">
              <a:buNone/>
              <a:defRPr sz="1500"/>
            </a:lvl4pPr>
            <a:lvl5pPr marL="720000" indent="0">
              <a:buNone/>
              <a:defRPr sz="1500"/>
            </a:lvl5pPr>
          </a:lstStyle>
          <a:p>
            <a:pPr lvl="0"/>
            <a:r>
              <a:rPr lang="en-GB" dirty="0" err="1"/>
              <a:t>Bildlegende</a:t>
            </a:r>
            <a:r>
              <a:rPr lang="en-GB" dirty="0"/>
              <a:t> </a:t>
            </a:r>
            <a:r>
              <a:rPr lang="en-GB" dirty="0" err="1"/>
              <a:t>hinzufügen</a:t>
            </a:r>
            <a:endParaRPr lang="en-GB" dirty="0"/>
          </a:p>
        </p:txBody>
      </p:sp>
      <p:sp>
        <p:nvSpPr>
          <p:cNvPr id="2" name="Bildplatzhalter 3">
            <a:extLst>
              <a:ext uri="{FF2B5EF4-FFF2-40B4-BE49-F238E27FC236}">
                <a16:creationId xmlns:a16="http://schemas.microsoft.com/office/drawing/2014/main" id="{F88D5C81-1C85-2542-A84C-CD23CCA65D8C}"/>
              </a:ext>
            </a:extLst>
          </p:cNvPr>
          <p:cNvSpPr>
            <a:spLocks noGrp="1"/>
          </p:cNvSpPr>
          <p:nvPr>
            <p:ph type="pic" sz="quarter" idx="16"/>
          </p:nvPr>
        </p:nvSpPr>
        <p:spPr>
          <a:xfrm>
            <a:off x="408000" y="1628775"/>
            <a:ext cx="5543538" cy="3600450"/>
          </a:xfrm>
          <a:solidFill>
            <a:schemeClr val="tx1">
              <a:lumMod val="10000"/>
              <a:lumOff val="90000"/>
            </a:schemeClr>
          </a:solidFill>
        </p:spPr>
        <p:txBody>
          <a:bodyPr/>
          <a:lstStyle>
            <a:lvl1pPr marL="0" indent="0">
              <a:buNone/>
              <a:defRPr/>
            </a:lvl1pPr>
          </a:lstStyle>
          <a:p>
            <a:r>
              <a:rPr lang="en-US"/>
              <a:t>Click icon to add picture</a:t>
            </a:r>
            <a:endParaRPr lang="en-GB" dirty="0"/>
          </a:p>
        </p:txBody>
      </p:sp>
      <p:sp>
        <p:nvSpPr>
          <p:cNvPr id="9" name="Titel 8">
            <a:extLst>
              <a:ext uri="{FF2B5EF4-FFF2-40B4-BE49-F238E27FC236}">
                <a16:creationId xmlns:a16="http://schemas.microsoft.com/office/drawing/2014/main" id="{14253C28-417E-62CE-BF12-B5F66FF3B80A}"/>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3616484316"/>
      </p:ext>
    </p:extLst>
  </p:cSld>
  <p:clrMapOvr>
    <a:masterClrMapping/>
  </p:clrMapOvr>
  <p:extLst>
    <p:ext uri="{DCECCB84-F9BA-43D5-87BE-67443E8EF086}">
      <p15:sldGuideLst xmlns:p15="http://schemas.microsoft.com/office/powerpoint/2012/main">
        <p15:guide id="1" pos="3931" userDrawn="1">
          <p15:clr>
            <a:srgbClr val="F26B43"/>
          </p15:clr>
        </p15:guide>
        <p15:guide id="2" pos="3749" userDrawn="1">
          <p15:clr>
            <a:srgbClr val="F26B43"/>
          </p15:clr>
        </p15:guide>
        <p15:guide id="3" orient="horz" pos="3339" userDrawn="1">
          <p15:clr>
            <a:srgbClr val="A4A3A4"/>
          </p15:clr>
        </p15:guide>
        <p15:guide id="4" orient="horz" pos="3294" userDrawn="1">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el und 6 Bilder">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4736B6B9-D02C-2E3D-F61F-E3B70BC6B677}"/>
              </a:ext>
            </a:extLst>
          </p:cNvPr>
          <p:cNvSpPr>
            <a:spLocks noGrp="1"/>
          </p:cNvSpPr>
          <p:nvPr>
            <p:ph type="sldNum" sz="quarter" idx="12"/>
          </p:nvPr>
        </p:nvSpPr>
        <p:spPr/>
        <p:txBody>
          <a:bodyPr/>
          <a:lstStyle/>
          <a:p>
            <a:fld id="{A5BA4405-8D4E-49B7-BDA6-6F19819F4CEB}" type="slidenum">
              <a:rPr lang="en-GB" smtClean="0"/>
              <a:t>‹#›</a:t>
            </a:fld>
            <a:endParaRPr lang="en-GB" dirty="0"/>
          </a:p>
        </p:txBody>
      </p:sp>
      <p:sp>
        <p:nvSpPr>
          <p:cNvPr id="5" name="Fußzeilenplatzhalter 4">
            <a:extLst>
              <a:ext uri="{FF2B5EF4-FFF2-40B4-BE49-F238E27FC236}">
                <a16:creationId xmlns:a16="http://schemas.microsoft.com/office/drawing/2014/main" id="{3F80E6FF-0586-DB1B-C6C9-C5EBCC1A85F6}"/>
              </a:ext>
            </a:extLst>
          </p:cNvPr>
          <p:cNvSpPr>
            <a:spLocks noGrp="1"/>
          </p:cNvSpPr>
          <p:nvPr>
            <p:ph type="ftr" sz="quarter" idx="11"/>
          </p:nvPr>
        </p:nvSpPr>
        <p:spPr/>
        <p:txBody>
          <a:bodyPr/>
          <a:lstStyle/>
          <a:p>
            <a:r>
              <a:rPr lang="en-GB" dirty="0"/>
              <a:t>ZHAW School of Engineering | Institute | Document name</a:t>
            </a:r>
          </a:p>
        </p:txBody>
      </p:sp>
      <p:sp>
        <p:nvSpPr>
          <p:cNvPr id="15" name="Bildplatzhalter 6">
            <a:extLst>
              <a:ext uri="{FF2B5EF4-FFF2-40B4-BE49-F238E27FC236}">
                <a16:creationId xmlns:a16="http://schemas.microsoft.com/office/drawing/2014/main" id="{2EE3B75C-CEC1-6E28-3E70-DCA9BEDAECCF}"/>
              </a:ext>
            </a:extLst>
          </p:cNvPr>
          <p:cNvSpPr>
            <a:spLocks noGrp="1"/>
          </p:cNvSpPr>
          <p:nvPr>
            <p:ph type="pic" sz="quarter" idx="20"/>
          </p:nvPr>
        </p:nvSpPr>
        <p:spPr>
          <a:xfrm>
            <a:off x="8183112" y="4040775"/>
            <a:ext cx="3600000" cy="2196000"/>
          </a:xfrm>
          <a:solidFill>
            <a:schemeClr val="tx1">
              <a:lumMod val="10000"/>
              <a:lumOff val="90000"/>
            </a:schemeClr>
          </a:solidFill>
        </p:spPr>
        <p:txBody>
          <a:bodyPr/>
          <a:lstStyle>
            <a:lvl1pPr marL="0" indent="0">
              <a:buNone/>
              <a:defRPr/>
            </a:lvl1pPr>
          </a:lstStyle>
          <a:p>
            <a:r>
              <a:rPr lang="en-US"/>
              <a:t>Click icon to add picture</a:t>
            </a:r>
            <a:endParaRPr lang="en-GB" dirty="0"/>
          </a:p>
        </p:txBody>
      </p:sp>
      <p:sp>
        <p:nvSpPr>
          <p:cNvPr id="14" name="Bildplatzhalter 5">
            <a:extLst>
              <a:ext uri="{FF2B5EF4-FFF2-40B4-BE49-F238E27FC236}">
                <a16:creationId xmlns:a16="http://schemas.microsoft.com/office/drawing/2014/main" id="{FE6C8114-1B2B-467B-9501-C2B1E7473AE3}"/>
              </a:ext>
            </a:extLst>
          </p:cNvPr>
          <p:cNvSpPr>
            <a:spLocks noGrp="1"/>
          </p:cNvSpPr>
          <p:nvPr>
            <p:ph type="pic" sz="quarter" idx="19"/>
          </p:nvPr>
        </p:nvSpPr>
        <p:spPr>
          <a:xfrm>
            <a:off x="4295775" y="4040775"/>
            <a:ext cx="3600000" cy="2196000"/>
          </a:xfrm>
          <a:solidFill>
            <a:schemeClr val="tx1">
              <a:lumMod val="10000"/>
              <a:lumOff val="90000"/>
            </a:schemeClr>
          </a:solidFill>
        </p:spPr>
        <p:txBody>
          <a:bodyPr/>
          <a:lstStyle>
            <a:lvl1pPr marL="0" indent="0">
              <a:buNone/>
              <a:defRPr/>
            </a:lvl1pPr>
          </a:lstStyle>
          <a:p>
            <a:r>
              <a:rPr lang="en-US"/>
              <a:t>Click icon to add picture</a:t>
            </a:r>
            <a:endParaRPr lang="en-GB" dirty="0"/>
          </a:p>
        </p:txBody>
      </p:sp>
      <p:sp>
        <p:nvSpPr>
          <p:cNvPr id="12" name="Bildplatzhalter 4">
            <a:extLst>
              <a:ext uri="{FF2B5EF4-FFF2-40B4-BE49-F238E27FC236}">
                <a16:creationId xmlns:a16="http://schemas.microsoft.com/office/drawing/2014/main" id="{B996E3F3-2BC1-A5E9-1DA4-8E35345546A8}"/>
              </a:ext>
            </a:extLst>
          </p:cNvPr>
          <p:cNvSpPr>
            <a:spLocks noGrp="1"/>
          </p:cNvSpPr>
          <p:nvPr>
            <p:ph type="pic" sz="quarter" idx="18"/>
          </p:nvPr>
        </p:nvSpPr>
        <p:spPr>
          <a:xfrm>
            <a:off x="408000" y="4033138"/>
            <a:ext cx="3600438" cy="2203637"/>
          </a:xfrm>
          <a:solidFill>
            <a:schemeClr val="tx1">
              <a:lumMod val="10000"/>
              <a:lumOff val="90000"/>
            </a:schemeClr>
          </a:solidFill>
        </p:spPr>
        <p:txBody>
          <a:bodyPr/>
          <a:lstStyle>
            <a:lvl1pPr marL="0" indent="0">
              <a:buNone/>
              <a:defRPr/>
            </a:lvl1pPr>
          </a:lstStyle>
          <a:p>
            <a:r>
              <a:rPr lang="en-US"/>
              <a:t>Click icon to add picture</a:t>
            </a:r>
            <a:endParaRPr lang="en-GB" dirty="0"/>
          </a:p>
        </p:txBody>
      </p:sp>
      <p:sp>
        <p:nvSpPr>
          <p:cNvPr id="3" name="Bildplatzhalter 3">
            <a:extLst>
              <a:ext uri="{FF2B5EF4-FFF2-40B4-BE49-F238E27FC236}">
                <a16:creationId xmlns:a16="http://schemas.microsoft.com/office/drawing/2014/main" id="{6D6D36F6-DBE3-A50D-FCC5-547191E3F53B}"/>
              </a:ext>
            </a:extLst>
          </p:cNvPr>
          <p:cNvSpPr>
            <a:spLocks noGrp="1"/>
          </p:cNvSpPr>
          <p:nvPr>
            <p:ph type="pic" sz="quarter" idx="17"/>
          </p:nvPr>
        </p:nvSpPr>
        <p:spPr>
          <a:xfrm>
            <a:off x="8183563" y="1628775"/>
            <a:ext cx="3600000" cy="2196000"/>
          </a:xfrm>
          <a:solidFill>
            <a:schemeClr val="tx1">
              <a:lumMod val="10000"/>
              <a:lumOff val="90000"/>
            </a:schemeClr>
          </a:solidFill>
        </p:spPr>
        <p:txBody>
          <a:bodyPr/>
          <a:lstStyle>
            <a:lvl1pPr marL="0" indent="0">
              <a:buNone/>
              <a:defRPr/>
            </a:lvl1pPr>
          </a:lstStyle>
          <a:p>
            <a:r>
              <a:rPr lang="en-US"/>
              <a:t>Click icon to add picture</a:t>
            </a:r>
            <a:endParaRPr lang="en-GB" dirty="0"/>
          </a:p>
        </p:txBody>
      </p:sp>
      <p:sp>
        <p:nvSpPr>
          <p:cNvPr id="4" name="Bildplatzhalter 2">
            <a:extLst>
              <a:ext uri="{FF2B5EF4-FFF2-40B4-BE49-F238E27FC236}">
                <a16:creationId xmlns:a16="http://schemas.microsoft.com/office/drawing/2014/main" id="{31784CC6-05EC-74CF-3BDD-5AA47659E039}"/>
              </a:ext>
            </a:extLst>
          </p:cNvPr>
          <p:cNvSpPr>
            <a:spLocks noGrp="1"/>
          </p:cNvSpPr>
          <p:nvPr>
            <p:ph type="pic" sz="quarter" idx="14"/>
          </p:nvPr>
        </p:nvSpPr>
        <p:spPr>
          <a:xfrm>
            <a:off x="4296225" y="1628775"/>
            <a:ext cx="3600000" cy="2196000"/>
          </a:xfrm>
          <a:solidFill>
            <a:schemeClr val="tx1">
              <a:lumMod val="10000"/>
              <a:lumOff val="90000"/>
            </a:schemeClr>
          </a:solidFill>
        </p:spPr>
        <p:txBody>
          <a:bodyPr/>
          <a:lstStyle>
            <a:lvl1pPr marL="0" indent="0">
              <a:buNone/>
              <a:defRPr/>
            </a:lvl1pPr>
          </a:lstStyle>
          <a:p>
            <a:r>
              <a:rPr lang="en-US"/>
              <a:t>Click icon to add picture</a:t>
            </a:r>
            <a:endParaRPr lang="en-GB" dirty="0"/>
          </a:p>
        </p:txBody>
      </p:sp>
      <p:sp>
        <p:nvSpPr>
          <p:cNvPr id="2" name="Bildplatzhalter 1">
            <a:extLst>
              <a:ext uri="{FF2B5EF4-FFF2-40B4-BE49-F238E27FC236}">
                <a16:creationId xmlns:a16="http://schemas.microsoft.com/office/drawing/2014/main" id="{F88D5C81-1C85-2542-A84C-CD23CCA65D8C}"/>
              </a:ext>
            </a:extLst>
          </p:cNvPr>
          <p:cNvSpPr>
            <a:spLocks noGrp="1"/>
          </p:cNvSpPr>
          <p:nvPr>
            <p:ph type="pic" sz="quarter" idx="16"/>
          </p:nvPr>
        </p:nvSpPr>
        <p:spPr>
          <a:xfrm>
            <a:off x="408000" y="1628775"/>
            <a:ext cx="3600438" cy="2196000"/>
          </a:xfrm>
          <a:solidFill>
            <a:schemeClr val="tx1">
              <a:lumMod val="10000"/>
              <a:lumOff val="90000"/>
            </a:schemeClr>
          </a:solidFill>
        </p:spPr>
        <p:txBody>
          <a:bodyPr/>
          <a:lstStyle>
            <a:lvl1pPr marL="0" indent="0">
              <a:buNone/>
              <a:defRPr/>
            </a:lvl1pPr>
          </a:lstStyle>
          <a:p>
            <a:r>
              <a:rPr lang="en-US"/>
              <a:t>Click icon to add picture</a:t>
            </a:r>
            <a:endParaRPr lang="en-GB" dirty="0"/>
          </a:p>
        </p:txBody>
      </p:sp>
      <p:sp>
        <p:nvSpPr>
          <p:cNvPr id="9" name="Titel 8">
            <a:extLst>
              <a:ext uri="{FF2B5EF4-FFF2-40B4-BE49-F238E27FC236}">
                <a16:creationId xmlns:a16="http://schemas.microsoft.com/office/drawing/2014/main" id="{14253C28-417E-62CE-BF12-B5F66FF3B80A}"/>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4243457605"/>
      </p:ext>
    </p:extLst>
  </p:cSld>
  <p:clrMapOvr>
    <a:masterClrMapping/>
  </p:clrMapOvr>
  <p:extLst>
    <p:ext uri="{DCECCB84-F9BA-43D5-87BE-67443E8EF086}">
      <p15:sldGuideLst xmlns:p15="http://schemas.microsoft.com/office/powerpoint/2012/main">
        <p15:guide id="1" pos="2706" userDrawn="1">
          <p15:clr>
            <a:srgbClr val="F26B43"/>
          </p15:clr>
        </p15:guide>
        <p15:guide id="2" pos="2525" userDrawn="1">
          <p15:clr>
            <a:srgbClr val="F26B43"/>
          </p15:clr>
        </p15:guide>
        <p15:guide id="3" pos="4974" userDrawn="1">
          <p15:clr>
            <a:srgbClr val="F26B43"/>
          </p15:clr>
        </p15:guide>
        <p15:guide id="4" pos="5155" userDrawn="1">
          <p15:clr>
            <a:srgbClr val="F26B43"/>
          </p15:clr>
        </p15:guide>
        <p15:guide id="5" orient="horz" pos="2409" userDrawn="1">
          <p15:clr>
            <a:srgbClr val="F26B43"/>
          </p15:clr>
        </p15:guide>
        <p15:guide id="6" orient="horz" pos="2546" userDrawn="1">
          <p15:clr>
            <a:srgbClr val="F26B43"/>
          </p15:clr>
        </p15:guide>
        <p15:guide id="7" orient="horz" pos="3929" userDrawn="1">
          <p15:clr>
            <a:srgbClr val="F26B43"/>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el und Bild">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4736B6B9-D02C-2E3D-F61F-E3B70BC6B677}"/>
              </a:ext>
            </a:extLst>
          </p:cNvPr>
          <p:cNvSpPr>
            <a:spLocks noGrp="1"/>
          </p:cNvSpPr>
          <p:nvPr>
            <p:ph type="sldNum" sz="quarter" idx="12"/>
          </p:nvPr>
        </p:nvSpPr>
        <p:spPr/>
        <p:txBody>
          <a:bodyPr/>
          <a:lstStyle/>
          <a:p>
            <a:fld id="{A5BA4405-8D4E-49B7-BDA6-6F19819F4CEB}" type="slidenum">
              <a:rPr lang="en-GB" smtClean="0"/>
              <a:t>‹#›</a:t>
            </a:fld>
            <a:endParaRPr lang="en-GB" dirty="0"/>
          </a:p>
        </p:txBody>
      </p:sp>
      <p:sp>
        <p:nvSpPr>
          <p:cNvPr id="5" name="Fußzeilenplatzhalter 4">
            <a:extLst>
              <a:ext uri="{FF2B5EF4-FFF2-40B4-BE49-F238E27FC236}">
                <a16:creationId xmlns:a16="http://schemas.microsoft.com/office/drawing/2014/main" id="{3F80E6FF-0586-DB1B-C6C9-C5EBCC1A85F6}"/>
              </a:ext>
            </a:extLst>
          </p:cNvPr>
          <p:cNvSpPr>
            <a:spLocks noGrp="1"/>
          </p:cNvSpPr>
          <p:nvPr>
            <p:ph type="ftr" sz="quarter" idx="11"/>
          </p:nvPr>
        </p:nvSpPr>
        <p:spPr/>
        <p:txBody>
          <a:bodyPr/>
          <a:lstStyle/>
          <a:p>
            <a:r>
              <a:rPr lang="en-GB" dirty="0"/>
              <a:t>ZHAW School of Engineering | Institute | Document name</a:t>
            </a:r>
          </a:p>
        </p:txBody>
      </p:sp>
      <p:sp>
        <p:nvSpPr>
          <p:cNvPr id="2" name="Bildplatzhalter">
            <a:extLst>
              <a:ext uri="{FF2B5EF4-FFF2-40B4-BE49-F238E27FC236}">
                <a16:creationId xmlns:a16="http://schemas.microsoft.com/office/drawing/2014/main" id="{F88D5C81-1C85-2542-A84C-CD23CCA65D8C}"/>
              </a:ext>
            </a:extLst>
          </p:cNvPr>
          <p:cNvSpPr>
            <a:spLocks noGrp="1"/>
          </p:cNvSpPr>
          <p:nvPr>
            <p:ph type="pic" sz="quarter" idx="16"/>
          </p:nvPr>
        </p:nvSpPr>
        <p:spPr>
          <a:xfrm>
            <a:off x="407987" y="1628774"/>
            <a:ext cx="11376013" cy="4645025"/>
          </a:xfrm>
          <a:solidFill>
            <a:schemeClr val="tx1">
              <a:lumMod val="10000"/>
              <a:lumOff val="90000"/>
            </a:schemeClr>
          </a:solidFill>
        </p:spPr>
        <p:txBody>
          <a:bodyPr/>
          <a:lstStyle>
            <a:lvl1pPr marL="0" indent="0">
              <a:buNone/>
              <a:defRPr/>
            </a:lvl1pPr>
          </a:lstStyle>
          <a:p>
            <a:r>
              <a:rPr lang="en-US"/>
              <a:t>Click icon to add picture</a:t>
            </a:r>
            <a:endParaRPr lang="en-GB" dirty="0"/>
          </a:p>
        </p:txBody>
      </p:sp>
      <p:sp>
        <p:nvSpPr>
          <p:cNvPr id="9" name="Titel 8">
            <a:extLst>
              <a:ext uri="{FF2B5EF4-FFF2-40B4-BE49-F238E27FC236}">
                <a16:creationId xmlns:a16="http://schemas.microsoft.com/office/drawing/2014/main" id="{14253C28-417E-62CE-BF12-B5F66FF3B80A}"/>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2328060085"/>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el und Bild hell">
    <p:spTree>
      <p:nvGrpSpPr>
        <p:cNvPr id="1" name=""/>
        <p:cNvGrpSpPr/>
        <p:nvPr/>
      </p:nvGrpSpPr>
      <p:grpSpPr>
        <a:xfrm>
          <a:off x="0" y="0"/>
          <a:ext cx="0" cy="0"/>
          <a:chOff x="0" y="0"/>
          <a:chExt cx="0" cy="0"/>
        </a:xfrm>
      </p:grpSpPr>
      <p:sp>
        <p:nvSpPr>
          <p:cNvPr id="3" name="Bildplatzhalter">
            <a:extLst>
              <a:ext uri="{FF2B5EF4-FFF2-40B4-BE49-F238E27FC236}">
                <a16:creationId xmlns:a16="http://schemas.microsoft.com/office/drawing/2014/main" id="{354F15AF-D67D-54A8-9246-5C9F34665523}"/>
              </a:ext>
            </a:extLst>
          </p:cNvPr>
          <p:cNvSpPr>
            <a:spLocks noGrp="1"/>
          </p:cNvSpPr>
          <p:nvPr>
            <p:ph type="pic" sz="quarter" idx="13"/>
          </p:nvPr>
        </p:nvSpPr>
        <p:spPr>
          <a:xfrm>
            <a:off x="0" y="0"/>
            <a:ext cx="12192000" cy="6858000"/>
          </a:xfrm>
          <a:solidFill>
            <a:schemeClr val="tx1">
              <a:lumMod val="10000"/>
              <a:lumOff val="90000"/>
            </a:schemeClr>
          </a:solidFill>
        </p:spPr>
        <p:txBody>
          <a:bodyPr/>
          <a:lstStyle>
            <a:lvl1pPr marL="0" indent="0">
              <a:buNone/>
              <a:defRPr/>
            </a:lvl1pPr>
          </a:lstStyle>
          <a:p>
            <a:r>
              <a:rPr lang="en-US"/>
              <a:t>Click icon to add picture</a:t>
            </a:r>
            <a:endParaRPr lang="en-GB" dirty="0"/>
          </a:p>
        </p:txBody>
      </p:sp>
      <p:sp>
        <p:nvSpPr>
          <p:cNvPr id="6" name="Foliennummernplatzhalter 5">
            <a:extLst>
              <a:ext uri="{FF2B5EF4-FFF2-40B4-BE49-F238E27FC236}">
                <a16:creationId xmlns:a16="http://schemas.microsoft.com/office/drawing/2014/main" id="{4736B6B9-D02C-2E3D-F61F-E3B70BC6B677}"/>
              </a:ext>
            </a:extLst>
          </p:cNvPr>
          <p:cNvSpPr>
            <a:spLocks noGrp="1"/>
          </p:cNvSpPr>
          <p:nvPr>
            <p:ph type="sldNum" sz="quarter" idx="12"/>
          </p:nvPr>
        </p:nvSpPr>
        <p:spPr bwMode="gray"/>
        <p:txBody>
          <a:bodyPr/>
          <a:lstStyle>
            <a:lvl1pPr>
              <a:defRPr>
                <a:solidFill>
                  <a:srgbClr val="FFFFFF"/>
                </a:solidFill>
              </a:defRPr>
            </a:lvl1pPr>
          </a:lstStyle>
          <a:p>
            <a:fld id="{A5BA4405-8D4E-49B7-BDA6-6F19819F4CEB}" type="slidenum">
              <a:rPr lang="en-GB" smtClean="0"/>
              <a:pPr/>
              <a:t>‹#›</a:t>
            </a:fld>
            <a:endParaRPr lang="en-GB" dirty="0"/>
          </a:p>
        </p:txBody>
      </p:sp>
      <p:sp>
        <p:nvSpPr>
          <p:cNvPr id="5" name="Fußzeilenplatzhalter 4">
            <a:extLst>
              <a:ext uri="{FF2B5EF4-FFF2-40B4-BE49-F238E27FC236}">
                <a16:creationId xmlns:a16="http://schemas.microsoft.com/office/drawing/2014/main" id="{3F80E6FF-0586-DB1B-C6C9-C5EBCC1A85F6}"/>
              </a:ext>
            </a:extLst>
          </p:cNvPr>
          <p:cNvSpPr>
            <a:spLocks noGrp="1"/>
          </p:cNvSpPr>
          <p:nvPr>
            <p:ph type="ftr" sz="quarter" idx="11"/>
          </p:nvPr>
        </p:nvSpPr>
        <p:spPr bwMode="gray"/>
        <p:txBody>
          <a:bodyPr/>
          <a:lstStyle>
            <a:lvl1pPr>
              <a:defRPr>
                <a:solidFill>
                  <a:srgbClr val="FFFFFF"/>
                </a:solidFill>
              </a:defRPr>
            </a:lvl1pPr>
          </a:lstStyle>
          <a:p>
            <a:r>
              <a:rPr lang="en-GB" dirty="0"/>
              <a:t>ZHAW School of Engineering | Institute | Document name</a:t>
            </a:r>
          </a:p>
        </p:txBody>
      </p:sp>
      <p:sp>
        <p:nvSpPr>
          <p:cNvPr id="9" name="Titel 8">
            <a:extLst>
              <a:ext uri="{FF2B5EF4-FFF2-40B4-BE49-F238E27FC236}">
                <a16:creationId xmlns:a16="http://schemas.microsoft.com/office/drawing/2014/main" id="{14253C28-417E-62CE-BF12-B5F66FF3B80A}"/>
              </a:ext>
            </a:extLst>
          </p:cNvPr>
          <p:cNvSpPr>
            <a:spLocks noGrp="1"/>
          </p:cNvSpPr>
          <p:nvPr>
            <p:ph type="title"/>
          </p:nvPr>
        </p:nvSpPr>
        <p:spPr bwMode="gray"/>
        <p:txBody>
          <a:bodyPr/>
          <a:lstStyle>
            <a:lvl1pPr>
              <a:defRPr>
                <a:solidFill>
                  <a:srgbClr val="FFFFFF"/>
                </a:solidFill>
              </a:defRPr>
            </a:lvl1pPr>
          </a:lstStyle>
          <a:p>
            <a:r>
              <a:rPr lang="en-US"/>
              <a:t>Click to edit Master title style</a:t>
            </a:r>
            <a:endParaRPr lang="en-GB" dirty="0"/>
          </a:p>
        </p:txBody>
      </p:sp>
    </p:spTree>
    <p:extLst>
      <p:ext uri="{BB962C8B-B14F-4D97-AF65-F5344CB8AC3E}">
        <p14:creationId xmlns:p14="http://schemas.microsoft.com/office/powerpoint/2010/main" val="1163276626"/>
      </p:ext>
    </p:extLst>
  </p:cSld>
  <p:clrMapOvr>
    <a:masterClrMapping/>
  </p:clrMapOvr>
  <p:extLst>
    <p:ext uri="{DCECCB84-F9BA-43D5-87BE-67443E8EF086}">
      <p15:sldGuideLst xmlns:p15="http://schemas.microsoft.com/office/powerpoint/2012/main">
        <p15:guide id="1" orient="horz" pos="3929" userDrawn="1">
          <p15:clr>
            <a:srgbClr val="F26B43"/>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el und Bild dunkel">
    <p:spTree>
      <p:nvGrpSpPr>
        <p:cNvPr id="1" name=""/>
        <p:cNvGrpSpPr/>
        <p:nvPr/>
      </p:nvGrpSpPr>
      <p:grpSpPr>
        <a:xfrm>
          <a:off x="0" y="0"/>
          <a:ext cx="0" cy="0"/>
          <a:chOff x="0" y="0"/>
          <a:chExt cx="0" cy="0"/>
        </a:xfrm>
      </p:grpSpPr>
      <p:sp>
        <p:nvSpPr>
          <p:cNvPr id="3" name="Bildplatzhalter">
            <a:extLst>
              <a:ext uri="{FF2B5EF4-FFF2-40B4-BE49-F238E27FC236}">
                <a16:creationId xmlns:a16="http://schemas.microsoft.com/office/drawing/2014/main" id="{354F15AF-D67D-54A8-9246-5C9F34665523}"/>
              </a:ext>
            </a:extLst>
          </p:cNvPr>
          <p:cNvSpPr>
            <a:spLocks noGrp="1"/>
          </p:cNvSpPr>
          <p:nvPr>
            <p:ph type="pic" sz="quarter" idx="13"/>
          </p:nvPr>
        </p:nvSpPr>
        <p:spPr>
          <a:xfrm>
            <a:off x="0" y="0"/>
            <a:ext cx="12192000" cy="6858000"/>
          </a:xfrm>
          <a:solidFill>
            <a:schemeClr val="tx1">
              <a:lumMod val="10000"/>
              <a:lumOff val="90000"/>
            </a:schemeClr>
          </a:solidFill>
        </p:spPr>
        <p:txBody>
          <a:bodyPr/>
          <a:lstStyle>
            <a:lvl1pPr marL="0" indent="0">
              <a:buNone/>
              <a:defRPr/>
            </a:lvl1pPr>
          </a:lstStyle>
          <a:p>
            <a:r>
              <a:rPr lang="en-US"/>
              <a:t>Click icon to add picture</a:t>
            </a:r>
            <a:endParaRPr lang="en-GB" dirty="0"/>
          </a:p>
        </p:txBody>
      </p:sp>
      <p:sp>
        <p:nvSpPr>
          <p:cNvPr id="2" name="Titel 1">
            <a:extLst>
              <a:ext uri="{FF2B5EF4-FFF2-40B4-BE49-F238E27FC236}">
                <a16:creationId xmlns:a16="http://schemas.microsoft.com/office/drawing/2014/main" id="{91B3720C-BD68-51AC-BEB1-817DCB8A55E6}"/>
              </a:ext>
            </a:extLst>
          </p:cNvPr>
          <p:cNvSpPr>
            <a:spLocks noGrp="1"/>
          </p:cNvSpPr>
          <p:nvPr>
            <p:ph type="title"/>
          </p:nvPr>
        </p:nvSpPr>
        <p:spPr/>
        <p:txBody>
          <a:bodyPr/>
          <a:lstStyle/>
          <a:p>
            <a:r>
              <a:rPr lang="en-US"/>
              <a:t>Click to edit Master title style</a:t>
            </a:r>
            <a:endParaRPr lang="en-GB" dirty="0"/>
          </a:p>
        </p:txBody>
      </p:sp>
      <p:sp>
        <p:nvSpPr>
          <p:cNvPr id="4" name="Fußzeilenplatzhalter 3">
            <a:extLst>
              <a:ext uri="{FF2B5EF4-FFF2-40B4-BE49-F238E27FC236}">
                <a16:creationId xmlns:a16="http://schemas.microsoft.com/office/drawing/2014/main" id="{0E909794-BA65-D948-4EE8-5AD412AD1418}"/>
              </a:ext>
            </a:extLst>
          </p:cNvPr>
          <p:cNvSpPr>
            <a:spLocks noGrp="1"/>
          </p:cNvSpPr>
          <p:nvPr>
            <p:ph type="ftr" sz="quarter" idx="14"/>
          </p:nvPr>
        </p:nvSpPr>
        <p:spPr/>
        <p:txBody>
          <a:bodyPr/>
          <a:lstStyle/>
          <a:p>
            <a:r>
              <a:rPr lang="en-GB" dirty="0"/>
              <a:t>ZHAW School of Engineering | Institute | Document name</a:t>
            </a:r>
          </a:p>
        </p:txBody>
      </p:sp>
      <p:sp>
        <p:nvSpPr>
          <p:cNvPr id="7" name="Foliennummernplatzhalter 6">
            <a:extLst>
              <a:ext uri="{FF2B5EF4-FFF2-40B4-BE49-F238E27FC236}">
                <a16:creationId xmlns:a16="http://schemas.microsoft.com/office/drawing/2014/main" id="{517BEE02-01B9-515A-AADE-BF25CFD75E6D}"/>
              </a:ext>
            </a:extLst>
          </p:cNvPr>
          <p:cNvSpPr>
            <a:spLocks noGrp="1"/>
          </p:cNvSpPr>
          <p:nvPr>
            <p:ph type="sldNum" sz="quarter" idx="15"/>
          </p:nvPr>
        </p:nvSpPr>
        <p:spPr/>
        <p:txBody>
          <a:bodyPr/>
          <a:lstStyle/>
          <a:p>
            <a:fld id="{A5BA4405-8D4E-49B7-BDA6-6F19819F4CEB}" type="slidenum">
              <a:rPr lang="en-GB" smtClean="0"/>
              <a:pPr/>
              <a:t>‹#›</a:t>
            </a:fld>
            <a:endParaRPr lang="en-GB" dirty="0"/>
          </a:p>
        </p:txBody>
      </p:sp>
    </p:spTree>
    <p:extLst>
      <p:ext uri="{BB962C8B-B14F-4D97-AF65-F5344CB8AC3E}">
        <p14:creationId xmlns:p14="http://schemas.microsoft.com/office/powerpoint/2010/main" val="3640348401"/>
      </p:ext>
    </p:extLst>
  </p:cSld>
  <p:clrMapOvr>
    <a:masterClrMapping/>
  </p:clrMapOvr>
  <p:extLst>
    <p:ext uri="{DCECCB84-F9BA-43D5-87BE-67443E8EF086}">
      <p15:sldGuideLst xmlns:p15="http://schemas.microsoft.com/office/powerpoint/2012/main">
        <p15:guide id="1" orient="horz" pos="3929" userDrawn="1">
          <p15:clr>
            <a:srgbClr val="F26B43"/>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el und 1 Video">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4736B6B9-D02C-2E3D-F61F-E3B70BC6B677}"/>
              </a:ext>
            </a:extLst>
          </p:cNvPr>
          <p:cNvSpPr>
            <a:spLocks noGrp="1"/>
          </p:cNvSpPr>
          <p:nvPr>
            <p:ph type="sldNum" sz="quarter" idx="12"/>
          </p:nvPr>
        </p:nvSpPr>
        <p:spPr/>
        <p:txBody>
          <a:bodyPr/>
          <a:lstStyle/>
          <a:p>
            <a:fld id="{A5BA4405-8D4E-49B7-BDA6-6F19819F4CEB}" type="slidenum">
              <a:rPr lang="en-GB" smtClean="0"/>
              <a:t>‹#›</a:t>
            </a:fld>
            <a:endParaRPr lang="en-GB" dirty="0"/>
          </a:p>
        </p:txBody>
      </p:sp>
      <p:sp>
        <p:nvSpPr>
          <p:cNvPr id="5" name="Fußzeilenplatzhalter 4">
            <a:extLst>
              <a:ext uri="{FF2B5EF4-FFF2-40B4-BE49-F238E27FC236}">
                <a16:creationId xmlns:a16="http://schemas.microsoft.com/office/drawing/2014/main" id="{3F80E6FF-0586-DB1B-C6C9-C5EBCC1A85F6}"/>
              </a:ext>
            </a:extLst>
          </p:cNvPr>
          <p:cNvSpPr>
            <a:spLocks noGrp="1"/>
          </p:cNvSpPr>
          <p:nvPr>
            <p:ph type="ftr" sz="quarter" idx="11"/>
          </p:nvPr>
        </p:nvSpPr>
        <p:spPr/>
        <p:txBody>
          <a:bodyPr/>
          <a:lstStyle/>
          <a:p>
            <a:r>
              <a:rPr lang="en-GB" dirty="0"/>
              <a:t>ZHAW School of Engineering | Institute | Document name</a:t>
            </a:r>
          </a:p>
        </p:txBody>
      </p:sp>
      <p:sp>
        <p:nvSpPr>
          <p:cNvPr id="2" name="Titel 1">
            <a:extLst>
              <a:ext uri="{FF2B5EF4-FFF2-40B4-BE49-F238E27FC236}">
                <a16:creationId xmlns:a16="http://schemas.microsoft.com/office/drawing/2014/main" id="{D900B099-3CB0-B45D-C045-DBA269E23B99}"/>
              </a:ext>
            </a:extLst>
          </p:cNvPr>
          <p:cNvSpPr>
            <a:spLocks noGrp="1"/>
          </p:cNvSpPr>
          <p:nvPr>
            <p:ph type="title"/>
          </p:nvPr>
        </p:nvSpPr>
        <p:spPr/>
        <p:txBody>
          <a:bodyPr/>
          <a:lstStyle/>
          <a:p>
            <a:r>
              <a:rPr lang="en-US"/>
              <a:t>Click to edit Master title style</a:t>
            </a:r>
            <a:endParaRPr lang="en-GB" dirty="0"/>
          </a:p>
        </p:txBody>
      </p:sp>
      <p:sp>
        <p:nvSpPr>
          <p:cNvPr id="8" name="Textplatzhalter 10">
            <a:extLst>
              <a:ext uri="{FF2B5EF4-FFF2-40B4-BE49-F238E27FC236}">
                <a16:creationId xmlns:a16="http://schemas.microsoft.com/office/drawing/2014/main" id="{FD2BBF52-AE95-307F-4573-5A82524A0A3C}"/>
              </a:ext>
            </a:extLst>
          </p:cNvPr>
          <p:cNvSpPr>
            <a:spLocks noGrp="1"/>
          </p:cNvSpPr>
          <p:nvPr>
            <p:ph type="body" sz="quarter" idx="15" hasCustomPrompt="1"/>
          </p:nvPr>
        </p:nvSpPr>
        <p:spPr>
          <a:xfrm>
            <a:off x="8183563" y="1628775"/>
            <a:ext cx="3600437" cy="3132138"/>
          </a:xfrm>
        </p:spPr>
        <p:txBody>
          <a:bodyPr/>
          <a:lstStyle>
            <a:lvl1pPr marL="0" indent="0">
              <a:buNone/>
              <a:defRPr sz="1500"/>
            </a:lvl1pPr>
            <a:lvl2pPr marL="180000" indent="0">
              <a:buNone/>
              <a:defRPr sz="1500"/>
            </a:lvl2pPr>
            <a:lvl3pPr marL="360000" indent="0">
              <a:buNone/>
              <a:defRPr sz="1500"/>
            </a:lvl3pPr>
            <a:lvl4pPr marL="540000" indent="0">
              <a:buNone/>
              <a:defRPr sz="1500"/>
            </a:lvl4pPr>
            <a:lvl5pPr marL="720000" indent="0">
              <a:buNone/>
              <a:defRPr sz="1500"/>
            </a:lvl5pPr>
          </a:lstStyle>
          <a:p>
            <a:pPr lvl="0"/>
            <a:r>
              <a:rPr lang="en-GB" dirty="0" err="1"/>
              <a:t>Legende</a:t>
            </a:r>
            <a:r>
              <a:rPr lang="en-GB" dirty="0"/>
              <a:t> </a:t>
            </a:r>
            <a:r>
              <a:rPr lang="en-GB" dirty="0" err="1"/>
              <a:t>hinzufügen</a:t>
            </a:r>
            <a:endParaRPr lang="en-GB" dirty="0"/>
          </a:p>
        </p:txBody>
      </p:sp>
      <p:sp>
        <p:nvSpPr>
          <p:cNvPr id="14" name="Medienplatzhalter 13">
            <a:extLst>
              <a:ext uri="{FF2B5EF4-FFF2-40B4-BE49-F238E27FC236}">
                <a16:creationId xmlns:a16="http://schemas.microsoft.com/office/drawing/2014/main" id="{6ED34381-D1AE-BB18-0DB2-B4A99BB40B09}"/>
              </a:ext>
            </a:extLst>
          </p:cNvPr>
          <p:cNvSpPr>
            <a:spLocks noGrp="1" noChangeAspect="1"/>
          </p:cNvSpPr>
          <p:nvPr>
            <p:ph type="media" sz="quarter" idx="19"/>
          </p:nvPr>
        </p:nvSpPr>
        <p:spPr>
          <a:xfrm>
            <a:off x="407988" y="1628775"/>
            <a:ext cx="5543550" cy="3121025"/>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media</a:t>
            </a:r>
            <a:endParaRPr lang="en-GB" dirty="0"/>
          </a:p>
        </p:txBody>
      </p:sp>
    </p:spTree>
    <p:extLst>
      <p:ext uri="{BB962C8B-B14F-4D97-AF65-F5344CB8AC3E}">
        <p14:creationId xmlns:p14="http://schemas.microsoft.com/office/powerpoint/2010/main" val="3618282497"/>
      </p:ext>
    </p:extLst>
  </p:cSld>
  <p:clrMapOvr>
    <a:masterClrMapping/>
  </p:clrMapOvr>
  <p:extLst>
    <p:ext uri="{DCECCB84-F9BA-43D5-87BE-67443E8EF086}">
      <p15:sldGuideLst xmlns:p15="http://schemas.microsoft.com/office/powerpoint/2012/main">
        <p15:guide id="1" orient="horz" pos="3045" userDrawn="1">
          <p15:clr>
            <a:srgbClr val="A4A3A4"/>
          </p15:clr>
        </p15:guide>
        <p15:guide id="2" orient="horz" pos="2999" userDrawn="1">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el und 2 Videos">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4736B6B9-D02C-2E3D-F61F-E3B70BC6B677}"/>
              </a:ext>
            </a:extLst>
          </p:cNvPr>
          <p:cNvSpPr>
            <a:spLocks noGrp="1"/>
          </p:cNvSpPr>
          <p:nvPr>
            <p:ph type="sldNum" sz="quarter" idx="12"/>
          </p:nvPr>
        </p:nvSpPr>
        <p:spPr/>
        <p:txBody>
          <a:bodyPr/>
          <a:lstStyle/>
          <a:p>
            <a:fld id="{A5BA4405-8D4E-49B7-BDA6-6F19819F4CEB}" type="slidenum">
              <a:rPr lang="en-GB" smtClean="0"/>
              <a:t>‹#›</a:t>
            </a:fld>
            <a:endParaRPr lang="en-GB" dirty="0"/>
          </a:p>
        </p:txBody>
      </p:sp>
      <p:sp>
        <p:nvSpPr>
          <p:cNvPr id="5" name="Fußzeilenplatzhalter 4">
            <a:extLst>
              <a:ext uri="{FF2B5EF4-FFF2-40B4-BE49-F238E27FC236}">
                <a16:creationId xmlns:a16="http://schemas.microsoft.com/office/drawing/2014/main" id="{3F80E6FF-0586-DB1B-C6C9-C5EBCC1A85F6}"/>
              </a:ext>
            </a:extLst>
          </p:cNvPr>
          <p:cNvSpPr>
            <a:spLocks noGrp="1"/>
          </p:cNvSpPr>
          <p:nvPr>
            <p:ph type="ftr" sz="quarter" idx="11"/>
          </p:nvPr>
        </p:nvSpPr>
        <p:spPr/>
        <p:txBody>
          <a:bodyPr/>
          <a:lstStyle/>
          <a:p>
            <a:r>
              <a:rPr lang="en-GB" dirty="0"/>
              <a:t>ZHAW School of Engineering | Institute | Document name</a:t>
            </a:r>
          </a:p>
        </p:txBody>
      </p:sp>
      <p:sp>
        <p:nvSpPr>
          <p:cNvPr id="2" name="Titel 1">
            <a:extLst>
              <a:ext uri="{FF2B5EF4-FFF2-40B4-BE49-F238E27FC236}">
                <a16:creationId xmlns:a16="http://schemas.microsoft.com/office/drawing/2014/main" id="{D900B099-3CB0-B45D-C045-DBA269E23B99}"/>
              </a:ext>
            </a:extLst>
          </p:cNvPr>
          <p:cNvSpPr>
            <a:spLocks noGrp="1"/>
          </p:cNvSpPr>
          <p:nvPr>
            <p:ph type="title"/>
          </p:nvPr>
        </p:nvSpPr>
        <p:spPr/>
        <p:txBody>
          <a:bodyPr/>
          <a:lstStyle/>
          <a:p>
            <a:r>
              <a:rPr lang="en-US"/>
              <a:t>Click to edit Master title style</a:t>
            </a:r>
            <a:endParaRPr lang="en-GB" dirty="0"/>
          </a:p>
        </p:txBody>
      </p:sp>
      <p:sp>
        <p:nvSpPr>
          <p:cNvPr id="8" name="Textplatzhalter 10">
            <a:extLst>
              <a:ext uri="{FF2B5EF4-FFF2-40B4-BE49-F238E27FC236}">
                <a16:creationId xmlns:a16="http://schemas.microsoft.com/office/drawing/2014/main" id="{FD2BBF52-AE95-307F-4573-5A82524A0A3C}"/>
              </a:ext>
            </a:extLst>
          </p:cNvPr>
          <p:cNvSpPr>
            <a:spLocks noGrp="1"/>
          </p:cNvSpPr>
          <p:nvPr>
            <p:ph type="body" sz="quarter" idx="15" hasCustomPrompt="1"/>
          </p:nvPr>
        </p:nvSpPr>
        <p:spPr>
          <a:xfrm>
            <a:off x="407987" y="4833938"/>
            <a:ext cx="5543550" cy="1080000"/>
          </a:xfrm>
        </p:spPr>
        <p:txBody>
          <a:bodyPr/>
          <a:lstStyle>
            <a:lvl1pPr marL="0" indent="0">
              <a:buNone/>
              <a:defRPr sz="1500"/>
            </a:lvl1pPr>
            <a:lvl2pPr marL="180000" indent="0">
              <a:buNone/>
              <a:defRPr sz="1500"/>
            </a:lvl2pPr>
            <a:lvl3pPr marL="360000" indent="0">
              <a:buNone/>
              <a:defRPr sz="1500"/>
            </a:lvl3pPr>
            <a:lvl4pPr marL="540000" indent="0">
              <a:buNone/>
              <a:defRPr sz="1500"/>
            </a:lvl4pPr>
            <a:lvl5pPr marL="720000" indent="0">
              <a:buNone/>
              <a:defRPr sz="1500"/>
            </a:lvl5pPr>
          </a:lstStyle>
          <a:p>
            <a:pPr lvl="0"/>
            <a:r>
              <a:rPr lang="en-GB" dirty="0" err="1"/>
              <a:t>Legende</a:t>
            </a:r>
            <a:r>
              <a:rPr lang="en-GB" dirty="0"/>
              <a:t> </a:t>
            </a:r>
            <a:r>
              <a:rPr lang="en-GB" dirty="0" err="1"/>
              <a:t>hinzufügen</a:t>
            </a:r>
            <a:endParaRPr lang="en-GB" dirty="0"/>
          </a:p>
        </p:txBody>
      </p:sp>
      <p:sp>
        <p:nvSpPr>
          <p:cNvPr id="14" name="Medienplatzhalter 13">
            <a:extLst>
              <a:ext uri="{FF2B5EF4-FFF2-40B4-BE49-F238E27FC236}">
                <a16:creationId xmlns:a16="http://schemas.microsoft.com/office/drawing/2014/main" id="{6ED34381-D1AE-BB18-0DB2-B4A99BB40B09}"/>
              </a:ext>
            </a:extLst>
          </p:cNvPr>
          <p:cNvSpPr>
            <a:spLocks noGrp="1" noChangeAspect="1"/>
          </p:cNvSpPr>
          <p:nvPr>
            <p:ph type="media" sz="quarter" idx="19"/>
          </p:nvPr>
        </p:nvSpPr>
        <p:spPr>
          <a:xfrm>
            <a:off x="407988" y="1628775"/>
            <a:ext cx="5543550" cy="3121025"/>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media</a:t>
            </a:r>
            <a:endParaRPr lang="en-GB" dirty="0"/>
          </a:p>
        </p:txBody>
      </p:sp>
      <p:sp>
        <p:nvSpPr>
          <p:cNvPr id="15" name="Textplatzhalter 10">
            <a:extLst>
              <a:ext uri="{FF2B5EF4-FFF2-40B4-BE49-F238E27FC236}">
                <a16:creationId xmlns:a16="http://schemas.microsoft.com/office/drawing/2014/main" id="{3E066BA4-FBC8-E2EE-2D88-7AB9BF7A19F2}"/>
              </a:ext>
            </a:extLst>
          </p:cNvPr>
          <p:cNvSpPr>
            <a:spLocks noGrp="1"/>
          </p:cNvSpPr>
          <p:nvPr>
            <p:ph type="body" sz="quarter" idx="20" hasCustomPrompt="1"/>
          </p:nvPr>
        </p:nvSpPr>
        <p:spPr>
          <a:xfrm>
            <a:off x="6240464" y="4833938"/>
            <a:ext cx="5543550" cy="1080000"/>
          </a:xfrm>
        </p:spPr>
        <p:txBody>
          <a:bodyPr/>
          <a:lstStyle>
            <a:lvl1pPr marL="0" indent="0">
              <a:buNone/>
              <a:defRPr sz="1500"/>
            </a:lvl1pPr>
            <a:lvl2pPr marL="180000" indent="0">
              <a:buNone/>
              <a:defRPr sz="1500"/>
            </a:lvl2pPr>
            <a:lvl3pPr marL="360000" indent="0">
              <a:buNone/>
              <a:defRPr sz="1500"/>
            </a:lvl3pPr>
            <a:lvl4pPr marL="540000" indent="0">
              <a:buNone/>
              <a:defRPr sz="1500"/>
            </a:lvl4pPr>
            <a:lvl5pPr marL="720000" indent="0">
              <a:buNone/>
              <a:defRPr sz="1500"/>
            </a:lvl5pPr>
          </a:lstStyle>
          <a:p>
            <a:pPr lvl="0"/>
            <a:r>
              <a:rPr lang="en-GB" dirty="0" err="1"/>
              <a:t>Legende</a:t>
            </a:r>
            <a:r>
              <a:rPr lang="en-GB" dirty="0"/>
              <a:t> </a:t>
            </a:r>
            <a:r>
              <a:rPr lang="en-GB" dirty="0" err="1"/>
              <a:t>hinzufügen</a:t>
            </a:r>
            <a:endParaRPr lang="en-GB" dirty="0"/>
          </a:p>
        </p:txBody>
      </p:sp>
      <p:sp>
        <p:nvSpPr>
          <p:cNvPr id="16" name="Medienplatzhalter 13">
            <a:extLst>
              <a:ext uri="{FF2B5EF4-FFF2-40B4-BE49-F238E27FC236}">
                <a16:creationId xmlns:a16="http://schemas.microsoft.com/office/drawing/2014/main" id="{F655F843-7794-7558-3F2A-37A96FD2423B}"/>
              </a:ext>
            </a:extLst>
          </p:cNvPr>
          <p:cNvSpPr>
            <a:spLocks noGrp="1" noChangeAspect="1"/>
          </p:cNvSpPr>
          <p:nvPr>
            <p:ph type="media" sz="quarter" idx="21"/>
          </p:nvPr>
        </p:nvSpPr>
        <p:spPr>
          <a:xfrm>
            <a:off x="6240465" y="1628775"/>
            <a:ext cx="5543550" cy="3121025"/>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media</a:t>
            </a:r>
            <a:endParaRPr lang="en-GB" dirty="0"/>
          </a:p>
        </p:txBody>
      </p:sp>
    </p:spTree>
    <p:extLst>
      <p:ext uri="{BB962C8B-B14F-4D97-AF65-F5344CB8AC3E}">
        <p14:creationId xmlns:p14="http://schemas.microsoft.com/office/powerpoint/2010/main" val="2967147127"/>
      </p:ext>
    </p:extLst>
  </p:cSld>
  <p:clrMapOvr>
    <a:masterClrMapping/>
  </p:clrMapOvr>
  <p:extLst>
    <p:ext uri="{DCECCB84-F9BA-43D5-87BE-67443E8EF086}">
      <p15:sldGuideLst xmlns:p15="http://schemas.microsoft.com/office/powerpoint/2012/main">
        <p15:guide id="1" orient="horz" pos="3045" userDrawn="1">
          <p15:clr>
            <a:srgbClr val="A4A3A4"/>
          </p15:clr>
        </p15:guide>
        <p15:guide id="2" orient="horz" pos="2999" userDrawn="1">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el und 5 Videos">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4736B6B9-D02C-2E3D-F61F-E3B70BC6B677}"/>
              </a:ext>
            </a:extLst>
          </p:cNvPr>
          <p:cNvSpPr>
            <a:spLocks noGrp="1"/>
          </p:cNvSpPr>
          <p:nvPr>
            <p:ph type="sldNum" sz="quarter" idx="12"/>
          </p:nvPr>
        </p:nvSpPr>
        <p:spPr/>
        <p:txBody>
          <a:bodyPr/>
          <a:lstStyle/>
          <a:p>
            <a:fld id="{A5BA4405-8D4E-49B7-BDA6-6F19819F4CEB}" type="slidenum">
              <a:rPr lang="en-GB" smtClean="0"/>
              <a:t>‹#›</a:t>
            </a:fld>
            <a:endParaRPr lang="en-GB" dirty="0"/>
          </a:p>
        </p:txBody>
      </p:sp>
      <p:sp>
        <p:nvSpPr>
          <p:cNvPr id="5" name="Fußzeilenplatzhalter 4">
            <a:extLst>
              <a:ext uri="{FF2B5EF4-FFF2-40B4-BE49-F238E27FC236}">
                <a16:creationId xmlns:a16="http://schemas.microsoft.com/office/drawing/2014/main" id="{3F80E6FF-0586-DB1B-C6C9-C5EBCC1A85F6}"/>
              </a:ext>
            </a:extLst>
          </p:cNvPr>
          <p:cNvSpPr>
            <a:spLocks noGrp="1"/>
          </p:cNvSpPr>
          <p:nvPr>
            <p:ph type="ftr" sz="quarter" idx="11"/>
          </p:nvPr>
        </p:nvSpPr>
        <p:spPr/>
        <p:txBody>
          <a:bodyPr/>
          <a:lstStyle/>
          <a:p>
            <a:r>
              <a:rPr lang="en-GB" dirty="0"/>
              <a:t>ZHAW School of Engineering | Institute | Document name</a:t>
            </a:r>
          </a:p>
        </p:txBody>
      </p:sp>
      <p:sp>
        <p:nvSpPr>
          <p:cNvPr id="9" name="Textplatzhalter 10">
            <a:extLst>
              <a:ext uri="{FF2B5EF4-FFF2-40B4-BE49-F238E27FC236}">
                <a16:creationId xmlns:a16="http://schemas.microsoft.com/office/drawing/2014/main" id="{35473D30-FB2A-8040-D7A5-B45535F15A62}"/>
              </a:ext>
            </a:extLst>
          </p:cNvPr>
          <p:cNvSpPr>
            <a:spLocks noGrp="1"/>
          </p:cNvSpPr>
          <p:nvPr>
            <p:ph type="body" sz="quarter" idx="22" hasCustomPrompt="1"/>
          </p:nvPr>
        </p:nvSpPr>
        <p:spPr>
          <a:xfrm>
            <a:off x="407988" y="5300663"/>
            <a:ext cx="2026800" cy="613275"/>
          </a:xfrm>
        </p:spPr>
        <p:txBody>
          <a:bodyPr/>
          <a:lstStyle>
            <a:lvl1pPr marL="0" indent="0">
              <a:buNone/>
              <a:defRPr sz="1500"/>
            </a:lvl1pPr>
            <a:lvl2pPr marL="180000" indent="0">
              <a:buNone/>
              <a:defRPr sz="1500"/>
            </a:lvl2pPr>
            <a:lvl3pPr marL="360000" indent="0">
              <a:buNone/>
              <a:defRPr sz="1500"/>
            </a:lvl3pPr>
            <a:lvl4pPr marL="540000" indent="0">
              <a:buNone/>
              <a:defRPr sz="1500"/>
            </a:lvl4pPr>
            <a:lvl5pPr marL="720000" indent="0">
              <a:buNone/>
              <a:defRPr sz="1500"/>
            </a:lvl5pPr>
          </a:lstStyle>
          <a:p>
            <a:pPr lvl="0"/>
            <a:r>
              <a:rPr lang="en-GB" dirty="0" err="1"/>
              <a:t>Legende</a:t>
            </a:r>
            <a:r>
              <a:rPr lang="en-GB" dirty="0"/>
              <a:t> </a:t>
            </a:r>
            <a:r>
              <a:rPr lang="en-GB" dirty="0" err="1"/>
              <a:t>hinzufügen</a:t>
            </a:r>
            <a:endParaRPr lang="en-GB" dirty="0"/>
          </a:p>
        </p:txBody>
      </p:sp>
      <p:sp>
        <p:nvSpPr>
          <p:cNvPr id="10" name="Medienplatzhalter 13">
            <a:extLst>
              <a:ext uri="{FF2B5EF4-FFF2-40B4-BE49-F238E27FC236}">
                <a16:creationId xmlns:a16="http://schemas.microsoft.com/office/drawing/2014/main" id="{B3506CA0-EC87-9A04-CF85-2B4AAA197309}"/>
              </a:ext>
            </a:extLst>
          </p:cNvPr>
          <p:cNvSpPr>
            <a:spLocks noGrp="1"/>
          </p:cNvSpPr>
          <p:nvPr>
            <p:ph type="media" sz="quarter" idx="23"/>
          </p:nvPr>
        </p:nvSpPr>
        <p:spPr>
          <a:xfrm>
            <a:off x="407986" y="1628775"/>
            <a:ext cx="2026800" cy="360000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media</a:t>
            </a:r>
            <a:endParaRPr lang="en-GB" dirty="0"/>
          </a:p>
        </p:txBody>
      </p:sp>
      <p:sp>
        <p:nvSpPr>
          <p:cNvPr id="20" name="Titel 19">
            <a:extLst>
              <a:ext uri="{FF2B5EF4-FFF2-40B4-BE49-F238E27FC236}">
                <a16:creationId xmlns:a16="http://schemas.microsoft.com/office/drawing/2014/main" id="{C14EF304-E46A-1456-74A8-8D57AC0B0C12}"/>
              </a:ext>
            </a:extLst>
          </p:cNvPr>
          <p:cNvSpPr>
            <a:spLocks noGrp="1"/>
          </p:cNvSpPr>
          <p:nvPr>
            <p:ph type="title"/>
          </p:nvPr>
        </p:nvSpPr>
        <p:spPr>
          <a:xfrm>
            <a:off x="407988" y="260350"/>
            <a:ext cx="11376026" cy="1080000"/>
          </a:xfrm>
        </p:spPr>
        <p:txBody>
          <a:bodyPr/>
          <a:lstStyle/>
          <a:p>
            <a:r>
              <a:rPr lang="en-US"/>
              <a:t>Click to edit Master title style</a:t>
            </a:r>
            <a:endParaRPr lang="en-GB" dirty="0"/>
          </a:p>
        </p:txBody>
      </p:sp>
      <p:sp>
        <p:nvSpPr>
          <p:cNvPr id="21" name="Medienplatzhalter 13">
            <a:extLst>
              <a:ext uri="{FF2B5EF4-FFF2-40B4-BE49-F238E27FC236}">
                <a16:creationId xmlns:a16="http://schemas.microsoft.com/office/drawing/2014/main" id="{50326B05-53DD-93B4-19C6-613966A5B443}"/>
              </a:ext>
            </a:extLst>
          </p:cNvPr>
          <p:cNvSpPr>
            <a:spLocks noGrp="1"/>
          </p:cNvSpPr>
          <p:nvPr>
            <p:ph type="media" sz="quarter" idx="24"/>
          </p:nvPr>
        </p:nvSpPr>
        <p:spPr>
          <a:xfrm>
            <a:off x="2745293" y="1628775"/>
            <a:ext cx="2026800" cy="360045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media</a:t>
            </a:r>
            <a:endParaRPr lang="en-GB" dirty="0"/>
          </a:p>
        </p:txBody>
      </p:sp>
      <p:sp>
        <p:nvSpPr>
          <p:cNvPr id="22" name="Medienplatzhalter 13">
            <a:extLst>
              <a:ext uri="{FF2B5EF4-FFF2-40B4-BE49-F238E27FC236}">
                <a16:creationId xmlns:a16="http://schemas.microsoft.com/office/drawing/2014/main" id="{727F98D0-3458-D710-EBA0-073871D0661C}"/>
              </a:ext>
            </a:extLst>
          </p:cNvPr>
          <p:cNvSpPr>
            <a:spLocks noGrp="1"/>
          </p:cNvSpPr>
          <p:nvPr>
            <p:ph type="media" sz="quarter" idx="25"/>
          </p:nvPr>
        </p:nvSpPr>
        <p:spPr>
          <a:xfrm>
            <a:off x="5082600" y="1628775"/>
            <a:ext cx="2026800" cy="360045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media</a:t>
            </a:r>
            <a:endParaRPr lang="en-GB" dirty="0"/>
          </a:p>
        </p:txBody>
      </p:sp>
      <p:sp>
        <p:nvSpPr>
          <p:cNvPr id="23" name="Medienplatzhalter 13">
            <a:extLst>
              <a:ext uri="{FF2B5EF4-FFF2-40B4-BE49-F238E27FC236}">
                <a16:creationId xmlns:a16="http://schemas.microsoft.com/office/drawing/2014/main" id="{F4EC77E5-83DF-5B2C-2E7E-7A3E42B77BDF}"/>
              </a:ext>
            </a:extLst>
          </p:cNvPr>
          <p:cNvSpPr>
            <a:spLocks noGrp="1"/>
          </p:cNvSpPr>
          <p:nvPr>
            <p:ph type="media" sz="quarter" idx="26"/>
          </p:nvPr>
        </p:nvSpPr>
        <p:spPr>
          <a:xfrm>
            <a:off x="7419907" y="1628775"/>
            <a:ext cx="2026800" cy="360045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media</a:t>
            </a:r>
            <a:endParaRPr lang="en-GB" dirty="0"/>
          </a:p>
        </p:txBody>
      </p:sp>
      <p:sp>
        <p:nvSpPr>
          <p:cNvPr id="24" name="Medienplatzhalter 13">
            <a:extLst>
              <a:ext uri="{FF2B5EF4-FFF2-40B4-BE49-F238E27FC236}">
                <a16:creationId xmlns:a16="http://schemas.microsoft.com/office/drawing/2014/main" id="{77F4C9CD-0291-49C9-88FE-AAE70BBBCE4B}"/>
              </a:ext>
            </a:extLst>
          </p:cNvPr>
          <p:cNvSpPr>
            <a:spLocks noGrp="1"/>
          </p:cNvSpPr>
          <p:nvPr>
            <p:ph type="media" sz="quarter" idx="27"/>
          </p:nvPr>
        </p:nvSpPr>
        <p:spPr>
          <a:xfrm>
            <a:off x="9757214" y="1628775"/>
            <a:ext cx="2026800" cy="360045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media</a:t>
            </a:r>
            <a:endParaRPr lang="en-GB" dirty="0"/>
          </a:p>
        </p:txBody>
      </p:sp>
      <p:sp>
        <p:nvSpPr>
          <p:cNvPr id="26" name="Textplatzhalter 10">
            <a:extLst>
              <a:ext uri="{FF2B5EF4-FFF2-40B4-BE49-F238E27FC236}">
                <a16:creationId xmlns:a16="http://schemas.microsoft.com/office/drawing/2014/main" id="{C36525B4-BB52-19FB-05F3-30BEDB53D89F}"/>
              </a:ext>
            </a:extLst>
          </p:cNvPr>
          <p:cNvSpPr>
            <a:spLocks noGrp="1"/>
          </p:cNvSpPr>
          <p:nvPr>
            <p:ph type="body" sz="quarter" idx="28" hasCustomPrompt="1"/>
          </p:nvPr>
        </p:nvSpPr>
        <p:spPr>
          <a:xfrm>
            <a:off x="2745295" y="5300663"/>
            <a:ext cx="2026800" cy="613275"/>
          </a:xfrm>
        </p:spPr>
        <p:txBody>
          <a:bodyPr/>
          <a:lstStyle>
            <a:lvl1pPr marL="0" indent="0">
              <a:buNone/>
              <a:defRPr sz="1500"/>
            </a:lvl1pPr>
            <a:lvl2pPr marL="180000" indent="0">
              <a:buNone/>
              <a:defRPr sz="1500"/>
            </a:lvl2pPr>
            <a:lvl3pPr marL="360000" indent="0">
              <a:buNone/>
              <a:defRPr sz="1500"/>
            </a:lvl3pPr>
            <a:lvl4pPr marL="540000" indent="0">
              <a:buNone/>
              <a:defRPr sz="1500"/>
            </a:lvl4pPr>
            <a:lvl5pPr marL="720000" indent="0">
              <a:buNone/>
              <a:defRPr sz="1500"/>
            </a:lvl5pPr>
          </a:lstStyle>
          <a:p>
            <a:pPr lvl="0"/>
            <a:r>
              <a:rPr lang="en-GB" dirty="0" err="1"/>
              <a:t>Legende</a:t>
            </a:r>
            <a:r>
              <a:rPr lang="en-GB" dirty="0"/>
              <a:t> </a:t>
            </a:r>
            <a:r>
              <a:rPr lang="en-GB" dirty="0" err="1"/>
              <a:t>hinzufügen</a:t>
            </a:r>
            <a:endParaRPr lang="en-GB" dirty="0"/>
          </a:p>
        </p:txBody>
      </p:sp>
      <p:sp>
        <p:nvSpPr>
          <p:cNvPr id="27" name="Textplatzhalter 10">
            <a:extLst>
              <a:ext uri="{FF2B5EF4-FFF2-40B4-BE49-F238E27FC236}">
                <a16:creationId xmlns:a16="http://schemas.microsoft.com/office/drawing/2014/main" id="{573255A6-8118-89E5-252F-EA71869C7EE8}"/>
              </a:ext>
            </a:extLst>
          </p:cNvPr>
          <p:cNvSpPr>
            <a:spLocks noGrp="1"/>
          </p:cNvSpPr>
          <p:nvPr>
            <p:ph type="body" sz="quarter" idx="29" hasCustomPrompt="1"/>
          </p:nvPr>
        </p:nvSpPr>
        <p:spPr>
          <a:xfrm>
            <a:off x="5082602" y="5300663"/>
            <a:ext cx="2026800" cy="613275"/>
          </a:xfrm>
        </p:spPr>
        <p:txBody>
          <a:bodyPr/>
          <a:lstStyle>
            <a:lvl1pPr marL="0" indent="0">
              <a:buNone/>
              <a:defRPr sz="1500"/>
            </a:lvl1pPr>
            <a:lvl2pPr marL="180000" indent="0">
              <a:buNone/>
              <a:defRPr sz="1500"/>
            </a:lvl2pPr>
            <a:lvl3pPr marL="360000" indent="0">
              <a:buNone/>
              <a:defRPr sz="1500"/>
            </a:lvl3pPr>
            <a:lvl4pPr marL="540000" indent="0">
              <a:buNone/>
              <a:defRPr sz="1500"/>
            </a:lvl4pPr>
            <a:lvl5pPr marL="720000" indent="0">
              <a:buNone/>
              <a:defRPr sz="1500"/>
            </a:lvl5pPr>
          </a:lstStyle>
          <a:p>
            <a:pPr lvl="0"/>
            <a:r>
              <a:rPr lang="en-GB" dirty="0" err="1"/>
              <a:t>Legende</a:t>
            </a:r>
            <a:r>
              <a:rPr lang="en-GB" dirty="0"/>
              <a:t> </a:t>
            </a:r>
            <a:r>
              <a:rPr lang="en-GB" dirty="0" err="1"/>
              <a:t>hinzufügen</a:t>
            </a:r>
            <a:endParaRPr lang="en-GB" dirty="0"/>
          </a:p>
        </p:txBody>
      </p:sp>
      <p:sp>
        <p:nvSpPr>
          <p:cNvPr id="28" name="Textplatzhalter 10">
            <a:extLst>
              <a:ext uri="{FF2B5EF4-FFF2-40B4-BE49-F238E27FC236}">
                <a16:creationId xmlns:a16="http://schemas.microsoft.com/office/drawing/2014/main" id="{58EDBBB2-1E70-F5F6-EC69-C97EA6178501}"/>
              </a:ext>
            </a:extLst>
          </p:cNvPr>
          <p:cNvSpPr>
            <a:spLocks noGrp="1"/>
          </p:cNvSpPr>
          <p:nvPr>
            <p:ph type="body" sz="quarter" idx="30" hasCustomPrompt="1"/>
          </p:nvPr>
        </p:nvSpPr>
        <p:spPr>
          <a:xfrm>
            <a:off x="7419909" y="5300663"/>
            <a:ext cx="2026800" cy="613275"/>
          </a:xfrm>
        </p:spPr>
        <p:txBody>
          <a:bodyPr/>
          <a:lstStyle>
            <a:lvl1pPr marL="0" indent="0">
              <a:buNone/>
              <a:defRPr sz="1500"/>
            </a:lvl1pPr>
            <a:lvl2pPr marL="180000" indent="0">
              <a:buNone/>
              <a:defRPr sz="1500"/>
            </a:lvl2pPr>
            <a:lvl3pPr marL="360000" indent="0">
              <a:buNone/>
              <a:defRPr sz="1500"/>
            </a:lvl3pPr>
            <a:lvl4pPr marL="540000" indent="0">
              <a:buNone/>
              <a:defRPr sz="1500"/>
            </a:lvl4pPr>
            <a:lvl5pPr marL="720000" indent="0">
              <a:buNone/>
              <a:defRPr sz="1500"/>
            </a:lvl5pPr>
          </a:lstStyle>
          <a:p>
            <a:pPr lvl="0"/>
            <a:r>
              <a:rPr lang="en-GB" dirty="0" err="1"/>
              <a:t>Legende</a:t>
            </a:r>
            <a:r>
              <a:rPr lang="en-GB" dirty="0"/>
              <a:t> </a:t>
            </a:r>
            <a:r>
              <a:rPr lang="en-GB" dirty="0" err="1"/>
              <a:t>hinzufügen</a:t>
            </a:r>
            <a:endParaRPr lang="en-GB" dirty="0"/>
          </a:p>
        </p:txBody>
      </p:sp>
      <p:sp>
        <p:nvSpPr>
          <p:cNvPr id="29" name="Textplatzhalter 10">
            <a:extLst>
              <a:ext uri="{FF2B5EF4-FFF2-40B4-BE49-F238E27FC236}">
                <a16:creationId xmlns:a16="http://schemas.microsoft.com/office/drawing/2014/main" id="{3F442E1F-44BD-FA11-2000-E37D4F62D737}"/>
              </a:ext>
            </a:extLst>
          </p:cNvPr>
          <p:cNvSpPr>
            <a:spLocks noGrp="1"/>
          </p:cNvSpPr>
          <p:nvPr>
            <p:ph type="body" sz="quarter" idx="31" hasCustomPrompt="1"/>
          </p:nvPr>
        </p:nvSpPr>
        <p:spPr>
          <a:xfrm>
            <a:off x="9757214" y="5300663"/>
            <a:ext cx="2026800" cy="613275"/>
          </a:xfrm>
        </p:spPr>
        <p:txBody>
          <a:bodyPr/>
          <a:lstStyle>
            <a:lvl1pPr marL="0" indent="0">
              <a:buNone/>
              <a:defRPr sz="1500"/>
            </a:lvl1pPr>
            <a:lvl2pPr marL="180000" indent="0">
              <a:buNone/>
              <a:defRPr sz="1500"/>
            </a:lvl2pPr>
            <a:lvl3pPr marL="360000" indent="0">
              <a:buNone/>
              <a:defRPr sz="1500"/>
            </a:lvl3pPr>
            <a:lvl4pPr marL="540000" indent="0">
              <a:buNone/>
              <a:defRPr sz="1500"/>
            </a:lvl4pPr>
            <a:lvl5pPr marL="720000" indent="0">
              <a:buNone/>
              <a:defRPr sz="1500"/>
            </a:lvl5pPr>
          </a:lstStyle>
          <a:p>
            <a:pPr lvl="0"/>
            <a:r>
              <a:rPr lang="en-GB" dirty="0" err="1"/>
              <a:t>Legende</a:t>
            </a:r>
            <a:r>
              <a:rPr lang="en-GB" dirty="0"/>
              <a:t> </a:t>
            </a:r>
            <a:r>
              <a:rPr lang="en-GB" dirty="0" err="1"/>
              <a:t>hinzufügen</a:t>
            </a:r>
            <a:endParaRPr lang="en-GB" dirty="0"/>
          </a:p>
        </p:txBody>
      </p:sp>
    </p:spTree>
    <p:extLst>
      <p:ext uri="{BB962C8B-B14F-4D97-AF65-F5344CB8AC3E}">
        <p14:creationId xmlns:p14="http://schemas.microsoft.com/office/powerpoint/2010/main" val="9569907"/>
      </p:ext>
    </p:extLst>
  </p:cSld>
  <p:clrMapOvr>
    <a:masterClrMapping/>
  </p:clrMapOvr>
  <p:extLst>
    <p:ext uri="{DCECCB84-F9BA-43D5-87BE-67443E8EF086}">
      <p15:sldGuideLst xmlns:p15="http://schemas.microsoft.com/office/powerpoint/2012/main">
        <p15:guide id="1" orient="horz" pos="3339" userDrawn="1">
          <p15:clr>
            <a:srgbClr val="A4A3A4"/>
          </p15:clr>
        </p15:guide>
        <p15:guide id="3" orient="horz" pos="3294" userDrawn="1">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el und 6 Video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900B099-3CB0-B45D-C045-DBA269E23B99}"/>
              </a:ext>
            </a:extLst>
          </p:cNvPr>
          <p:cNvSpPr>
            <a:spLocks noGrp="1"/>
          </p:cNvSpPr>
          <p:nvPr>
            <p:ph type="title"/>
          </p:nvPr>
        </p:nvSpPr>
        <p:spPr/>
        <p:txBody>
          <a:bodyPr/>
          <a:lstStyle/>
          <a:p>
            <a:r>
              <a:rPr lang="en-US"/>
              <a:t>Click to edit Master title style</a:t>
            </a:r>
            <a:endParaRPr lang="en-GB" dirty="0"/>
          </a:p>
        </p:txBody>
      </p:sp>
      <p:sp>
        <p:nvSpPr>
          <p:cNvPr id="8" name="Textplatzhalter 10">
            <a:extLst>
              <a:ext uri="{FF2B5EF4-FFF2-40B4-BE49-F238E27FC236}">
                <a16:creationId xmlns:a16="http://schemas.microsoft.com/office/drawing/2014/main" id="{FD2BBF52-AE95-307F-4573-5A82524A0A3C}"/>
              </a:ext>
            </a:extLst>
          </p:cNvPr>
          <p:cNvSpPr>
            <a:spLocks noGrp="1"/>
          </p:cNvSpPr>
          <p:nvPr>
            <p:ph type="body" sz="quarter" idx="15" hasCustomPrompt="1"/>
          </p:nvPr>
        </p:nvSpPr>
        <p:spPr>
          <a:xfrm>
            <a:off x="407987" y="3716338"/>
            <a:ext cx="3600450" cy="252000"/>
          </a:xfrm>
        </p:spPr>
        <p:txBody>
          <a:bodyPr/>
          <a:lstStyle>
            <a:lvl1pPr marL="0" indent="0">
              <a:buNone/>
              <a:defRPr sz="1500"/>
            </a:lvl1pPr>
            <a:lvl2pPr marL="180000" indent="0">
              <a:buNone/>
              <a:defRPr sz="1500"/>
            </a:lvl2pPr>
            <a:lvl3pPr marL="360000" indent="0">
              <a:buNone/>
              <a:defRPr sz="1500"/>
            </a:lvl3pPr>
            <a:lvl4pPr marL="540000" indent="0">
              <a:buNone/>
              <a:defRPr sz="1500"/>
            </a:lvl4pPr>
            <a:lvl5pPr marL="720000" indent="0">
              <a:buNone/>
              <a:defRPr sz="1500"/>
            </a:lvl5pPr>
          </a:lstStyle>
          <a:p>
            <a:pPr lvl="0"/>
            <a:r>
              <a:rPr lang="en-GB" dirty="0" err="1"/>
              <a:t>Legende</a:t>
            </a:r>
            <a:r>
              <a:rPr lang="en-GB" dirty="0"/>
              <a:t> </a:t>
            </a:r>
            <a:r>
              <a:rPr lang="en-GB" dirty="0" err="1"/>
              <a:t>hinzufügen</a:t>
            </a:r>
            <a:endParaRPr lang="en-GB" dirty="0"/>
          </a:p>
        </p:txBody>
      </p:sp>
      <p:sp>
        <p:nvSpPr>
          <p:cNvPr id="14" name="Medienplatzhalter 13">
            <a:extLst>
              <a:ext uri="{FF2B5EF4-FFF2-40B4-BE49-F238E27FC236}">
                <a16:creationId xmlns:a16="http://schemas.microsoft.com/office/drawing/2014/main" id="{6ED34381-D1AE-BB18-0DB2-B4A99BB40B09}"/>
              </a:ext>
            </a:extLst>
          </p:cNvPr>
          <p:cNvSpPr>
            <a:spLocks noGrp="1" noChangeAspect="1"/>
          </p:cNvSpPr>
          <p:nvPr>
            <p:ph type="media" sz="quarter" idx="19"/>
          </p:nvPr>
        </p:nvSpPr>
        <p:spPr>
          <a:xfrm>
            <a:off x="407988" y="1628775"/>
            <a:ext cx="3600450" cy="2027057"/>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media</a:t>
            </a:r>
            <a:endParaRPr lang="en-GB" dirty="0"/>
          </a:p>
        </p:txBody>
      </p:sp>
      <p:sp>
        <p:nvSpPr>
          <p:cNvPr id="7" name="Textplatzhalter 10">
            <a:extLst>
              <a:ext uri="{FF2B5EF4-FFF2-40B4-BE49-F238E27FC236}">
                <a16:creationId xmlns:a16="http://schemas.microsoft.com/office/drawing/2014/main" id="{5DEC8281-1B23-30A5-3B95-FC1BD05317C8}"/>
              </a:ext>
            </a:extLst>
          </p:cNvPr>
          <p:cNvSpPr>
            <a:spLocks noGrp="1"/>
          </p:cNvSpPr>
          <p:nvPr>
            <p:ph type="body" sz="quarter" idx="20" hasCustomPrompt="1"/>
          </p:nvPr>
        </p:nvSpPr>
        <p:spPr>
          <a:xfrm>
            <a:off x="4295768" y="3716338"/>
            <a:ext cx="3600450" cy="252000"/>
          </a:xfrm>
        </p:spPr>
        <p:txBody>
          <a:bodyPr/>
          <a:lstStyle>
            <a:lvl1pPr marL="0" indent="0">
              <a:buNone/>
              <a:defRPr sz="1500"/>
            </a:lvl1pPr>
            <a:lvl2pPr marL="180000" indent="0">
              <a:buNone/>
              <a:defRPr sz="1500"/>
            </a:lvl2pPr>
            <a:lvl3pPr marL="360000" indent="0">
              <a:buNone/>
              <a:defRPr sz="1500"/>
            </a:lvl3pPr>
            <a:lvl4pPr marL="540000" indent="0">
              <a:buNone/>
              <a:defRPr sz="1500"/>
            </a:lvl4pPr>
            <a:lvl5pPr marL="720000" indent="0">
              <a:buNone/>
              <a:defRPr sz="1500"/>
            </a:lvl5pPr>
          </a:lstStyle>
          <a:p>
            <a:pPr lvl="0"/>
            <a:r>
              <a:rPr lang="en-GB" dirty="0" err="1"/>
              <a:t>Legende</a:t>
            </a:r>
            <a:r>
              <a:rPr lang="en-GB" dirty="0"/>
              <a:t> </a:t>
            </a:r>
            <a:r>
              <a:rPr lang="en-GB" dirty="0" err="1"/>
              <a:t>hinzufügen</a:t>
            </a:r>
            <a:endParaRPr lang="en-GB" dirty="0"/>
          </a:p>
        </p:txBody>
      </p:sp>
      <p:sp>
        <p:nvSpPr>
          <p:cNvPr id="9" name="Medienplatzhalter 13">
            <a:extLst>
              <a:ext uri="{FF2B5EF4-FFF2-40B4-BE49-F238E27FC236}">
                <a16:creationId xmlns:a16="http://schemas.microsoft.com/office/drawing/2014/main" id="{0BAAD236-16EB-E8AE-9F65-0EE73D6A6F88}"/>
              </a:ext>
            </a:extLst>
          </p:cNvPr>
          <p:cNvSpPr>
            <a:spLocks noGrp="1" noChangeAspect="1"/>
          </p:cNvSpPr>
          <p:nvPr>
            <p:ph type="media" sz="quarter" idx="21"/>
          </p:nvPr>
        </p:nvSpPr>
        <p:spPr>
          <a:xfrm>
            <a:off x="4295769" y="1628775"/>
            <a:ext cx="3600450" cy="2027057"/>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media</a:t>
            </a:r>
            <a:endParaRPr lang="en-GB" dirty="0"/>
          </a:p>
        </p:txBody>
      </p:sp>
      <p:sp>
        <p:nvSpPr>
          <p:cNvPr id="10" name="Textplatzhalter 10">
            <a:extLst>
              <a:ext uri="{FF2B5EF4-FFF2-40B4-BE49-F238E27FC236}">
                <a16:creationId xmlns:a16="http://schemas.microsoft.com/office/drawing/2014/main" id="{7A517130-D6F0-150F-0501-E2B01F025FF1}"/>
              </a:ext>
            </a:extLst>
          </p:cNvPr>
          <p:cNvSpPr>
            <a:spLocks noGrp="1"/>
          </p:cNvSpPr>
          <p:nvPr>
            <p:ph type="body" sz="quarter" idx="22" hasCustomPrompt="1"/>
          </p:nvPr>
        </p:nvSpPr>
        <p:spPr>
          <a:xfrm>
            <a:off x="8183549" y="3716338"/>
            <a:ext cx="3600450" cy="252000"/>
          </a:xfrm>
        </p:spPr>
        <p:txBody>
          <a:bodyPr/>
          <a:lstStyle>
            <a:lvl1pPr marL="0" indent="0">
              <a:buNone/>
              <a:defRPr sz="1500"/>
            </a:lvl1pPr>
            <a:lvl2pPr marL="180000" indent="0">
              <a:buNone/>
              <a:defRPr sz="1500"/>
            </a:lvl2pPr>
            <a:lvl3pPr marL="360000" indent="0">
              <a:buNone/>
              <a:defRPr sz="1500"/>
            </a:lvl3pPr>
            <a:lvl4pPr marL="540000" indent="0">
              <a:buNone/>
              <a:defRPr sz="1500"/>
            </a:lvl4pPr>
            <a:lvl5pPr marL="720000" indent="0">
              <a:buNone/>
              <a:defRPr sz="1500"/>
            </a:lvl5pPr>
          </a:lstStyle>
          <a:p>
            <a:pPr lvl="0"/>
            <a:r>
              <a:rPr lang="en-GB" dirty="0" err="1"/>
              <a:t>Legende</a:t>
            </a:r>
            <a:r>
              <a:rPr lang="en-GB" dirty="0"/>
              <a:t> </a:t>
            </a:r>
            <a:r>
              <a:rPr lang="en-GB" dirty="0" err="1"/>
              <a:t>hinzufügen</a:t>
            </a:r>
            <a:endParaRPr lang="en-GB" dirty="0"/>
          </a:p>
        </p:txBody>
      </p:sp>
      <p:sp>
        <p:nvSpPr>
          <p:cNvPr id="11" name="Medienplatzhalter 13">
            <a:extLst>
              <a:ext uri="{FF2B5EF4-FFF2-40B4-BE49-F238E27FC236}">
                <a16:creationId xmlns:a16="http://schemas.microsoft.com/office/drawing/2014/main" id="{40185B35-F37A-EE92-F06F-3E881435C5BA}"/>
              </a:ext>
            </a:extLst>
          </p:cNvPr>
          <p:cNvSpPr>
            <a:spLocks noGrp="1" noChangeAspect="1"/>
          </p:cNvSpPr>
          <p:nvPr>
            <p:ph type="media" sz="quarter" idx="23"/>
          </p:nvPr>
        </p:nvSpPr>
        <p:spPr>
          <a:xfrm>
            <a:off x="8183550" y="1628775"/>
            <a:ext cx="3600450" cy="2027057"/>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media</a:t>
            </a:r>
            <a:endParaRPr lang="en-GB" dirty="0"/>
          </a:p>
        </p:txBody>
      </p:sp>
      <p:sp>
        <p:nvSpPr>
          <p:cNvPr id="12" name="Textplatzhalter 10">
            <a:extLst>
              <a:ext uri="{FF2B5EF4-FFF2-40B4-BE49-F238E27FC236}">
                <a16:creationId xmlns:a16="http://schemas.microsoft.com/office/drawing/2014/main" id="{8C1334AA-AFD3-5595-C363-C95E9372F9DB}"/>
              </a:ext>
            </a:extLst>
          </p:cNvPr>
          <p:cNvSpPr>
            <a:spLocks noGrp="1"/>
          </p:cNvSpPr>
          <p:nvPr>
            <p:ph type="body" sz="quarter" idx="24" hasCustomPrompt="1"/>
          </p:nvPr>
        </p:nvSpPr>
        <p:spPr>
          <a:xfrm>
            <a:off x="408000" y="6097489"/>
            <a:ext cx="3600450" cy="252000"/>
          </a:xfrm>
        </p:spPr>
        <p:txBody>
          <a:bodyPr/>
          <a:lstStyle>
            <a:lvl1pPr marL="0" indent="0">
              <a:buNone/>
              <a:defRPr sz="1500"/>
            </a:lvl1pPr>
            <a:lvl2pPr marL="180000" indent="0">
              <a:buNone/>
              <a:defRPr sz="1500"/>
            </a:lvl2pPr>
            <a:lvl3pPr marL="360000" indent="0">
              <a:buNone/>
              <a:defRPr sz="1500"/>
            </a:lvl3pPr>
            <a:lvl4pPr marL="540000" indent="0">
              <a:buNone/>
              <a:defRPr sz="1500"/>
            </a:lvl4pPr>
            <a:lvl5pPr marL="720000" indent="0">
              <a:buNone/>
              <a:defRPr sz="1500"/>
            </a:lvl5pPr>
          </a:lstStyle>
          <a:p>
            <a:pPr lvl="0"/>
            <a:r>
              <a:rPr lang="en-GB" dirty="0" err="1"/>
              <a:t>Legende</a:t>
            </a:r>
            <a:r>
              <a:rPr lang="en-GB" dirty="0"/>
              <a:t> </a:t>
            </a:r>
            <a:r>
              <a:rPr lang="en-GB" dirty="0" err="1"/>
              <a:t>hinzufügen</a:t>
            </a:r>
            <a:endParaRPr lang="en-GB" dirty="0"/>
          </a:p>
        </p:txBody>
      </p:sp>
      <p:sp>
        <p:nvSpPr>
          <p:cNvPr id="13" name="Medienplatzhalter 13">
            <a:extLst>
              <a:ext uri="{FF2B5EF4-FFF2-40B4-BE49-F238E27FC236}">
                <a16:creationId xmlns:a16="http://schemas.microsoft.com/office/drawing/2014/main" id="{29D84491-F293-5F94-94F9-29CBD6449FBC}"/>
              </a:ext>
            </a:extLst>
          </p:cNvPr>
          <p:cNvSpPr>
            <a:spLocks noGrp="1" noChangeAspect="1"/>
          </p:cNvSpPr>
          <p:nvPr>
            <p:ph type="media" sz="quarter" idx="25"/>
          </p:nvPr>
        </p:nvSpPr>
        <p:spPr>
          <a:xfrm>
            <a:off x="408001" y="4009926"/>
            <a:ext cx="3600450" cy="2027057"/>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media</a:t>
            </a:r>
            <a:endParaRPr lang="en-GB" dirty="0"/>
          </a:p>
        </p:txBody>
      </p:sp>
      <p:sp>
        <p:nvSpPr>
          <p:cNvPr id="17" name="Textplatzhalter 10">
            <a:extLst>
              <a:ext uri="{FF2B5EF4-FFF2-40B4-BE49-F238E27FC236}">
                <a16:creationId xmlns:a16="http://schemas.microsoft.com/office/drawing/2014/main" id="{4FA8A739-211C-7480-228F-55326C127EEB}"/>
              </a:ext>
            </a:extLst>
          </p:cNvPr>
          <p:cNvSpPr>
            <a:spLocks noGrp="1"/>
          </p:cNvSpPr>
          <p:nvPr>
            <p:ph type="body" sz="quarter" idx="26" hasCustomPrompt="1"/>
          </p:nvPr>
        </p:nvSpPr>
        <p:spPr>
          <a:xfrm>
            <a:off x="4295781" y="6097489"/>
            <a:ext cx="3600450" cy="252000"/>
          </a:xfrm>
        </p:spPr>
        <p:txBody>
          <a:bodyPr/>
          <a:lstStyle>
            <a:lvl1pPr marL="0" indent="0">
              <a:buNone/>
              <a:defRPr sz="1500"/>
            </a:lvl1pPr>
            <a:lvl2pPr marL="180000" indent="0">
              <a:buNone/>
              <a:defRPr sz="1500"/>
            </a:lvl2pPr>
            <a:lvl3pPr marL="360000" indent="0">
              <a:buNone/>
              <a:defRPr sz="1500"/>
            </a:lvl3pPr>
            <a:lvl4pPr marL="540000" indent="0">
              <a:buNone/>
              <a:defRPr sz="1500"/>
            </a:lvl4pPr>
            <a:lvl5pPr marL="720000" indent="0">
              <a:buNone/>
              <a:defRPr sz="1500"/>
            </a:lvl5pPr>
          </a:lstStyle>
          <a:p>
            <a:pPr lvl="0"/>
            <a:r>
              <a:rPr lang="en-GB" dirty="0" err="1"/>
              <a:t>Legende</a:t>
            </a:r>
            <a:r>
              <a:rPr lang="en-GB" dirty="0"/>
              <a:t> </a:t>
            </a:r>
            <a:r>
              <a:rPr lang="en-GB" dirty="0" err="1"/>
              <a:t>hinzufügen</a:t>
            </a:r>
            <a:endParaRPr lang="en-GB" dirty="0"/>
          </a:p>
        </p:txBody>
      </p:sp>
      <p:sp>
        <p:nvSpPr>
          <p:cNvPr id="18" name="Medienplatzhalter 13">
            <a:extLst>
              <a:ext uri="{FF2B5EF4-FFF2-40B4-BE49-F238E27FC236}">
                <a16:creationId xmlns:a16="http://schemas.microsoft.com/office/drawing/2014/main" id="{CD2CC4E2-48D7-DB38-F4E3-376BE38C6591}"/>
              </a:ext>
            </a:extLst>
          </p:cNvPr>
          <p:cNvSpPr>
            <a:spLocks noGrp="1" noChangeAspect="1"/>
          </p:cNvSpPr>
          <p:nvPr>
            <p:ph type="media" sz="quarter" idx="27"/>
          </p:nvPr>
        </p:nvSpPr>
        <p:spPr>
          <a:xfrm>
            <a:off x="4295782" y="4009926"/>
            <a:ext cx="3600450" cy="2027057"/>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media</a:t>
            </a:r>
            <a:endParaRPr lang="en-GB" dirty="0"/>
          </a:p>
        </p:txBody>
      </p:sp>
      <p:sp>
        <p:nvSpPr>
          <p:cNvPr id="19" name="Textplatzhalter 10">
            <a:extLst>
              <a:ext uri="{FF2B5EF4-FFF2-40B4-BE49-F238E27FC236}">
                <a16:creationId xmlns:a16="http://schemas.microsoft.com/office/drawing/2014/main" id="{76528548-E353-3380-D4B5-1B4FB28330AD}"/>
              </a:ext>
            </a:extLst>
          </p:cNvPr>
          <p:cNvSpPr>
            <a:spLocks noGrp="1"/>
          </p:cNvSpPr>
          <p:nvPr>
            <p:ph type="body" sz="quarter" idx="28" hasCustomPrompt="1"/>
          </p:nvPr>
        </p:nvSpPr>
        <p:spPr>
          <a:xfrm>
            <a:off x="8183562" y="6097489"/>
            <a:ext cx="3600450" cy="252000"/>
          </a:xfrm>
        </p:spPr>
        <p:txBody>
          <a:bodyPr/>
          <a:lstStyle>
            <a:lvl1pPr marL="0" indent="0">
              <a:buNone/>
              <a:defRPr sz="1500"/>
            </a:lvl1pPr>
            <a:lvl2pPr marL="180000" indent="0">
              <a:buNone/>
              <a:defRPr sz="1500"/>
            </a:lvl2pPr>
            <a:lvl3pPr marL="360000" indent="0">
              <a:buNone/>
              <a:defRPr sz="1500"/>
            </a:lvl3pPr>
            <a:lvl4pPr marL="540000" indent="0">
              <a:buNone/>
              <a:defRPr sz="1500"/>
            </a:lvl4pPr>
            <a:lvl5pPr marL="720000" indent="0">
              <a:buNone/>
              <a:defRPr sz="1500"/>
            </a:lvl5pPr>
          </a:lstStyle>
          <a:p>
            <a:pPr lvl="0"/>
            <a:r>
              <a:rPr lang="en-GB" dirty="0" err="1"/>
              <a:t>Legende</a:t>
            </a:r>
            <a:r>
              <a:rPr lang="en-GB" dirty="0"/>
              <a:t> </a:t>
            </a:r>
            <a:r>
              <a:rPr lang="en-GB" dirty="0" err="1"/>
              <a:t>hinzufügen</a:t>
            </a:r>
            <a:endParaRPr lang="en-GB" dirty="0"/>
          </a:p>
        </p:txBody>
      </p:sp>
      <p:sp>
        <p:nvSpPr>
          <p:cNvPr id="20" name="Medienplatzhalter 13">
            <a:extLst>
              <a:ext uri="{FF2B5EF4-FFF2-40B4-BE49-F238E27FC236}">
                <a16:creationId xmlns:a16="http://schemas.microsoft.com/office/drawing/2014/main" id="{0748EAD8-122E-D4A4-B25E-6CE618E07B54}"/>
              </a:ext>
            </a:extLst>
          </p:cNvPr>
          <p:cNvSpPr>
            <a:spLocks noGrp="1" noChangeAspect="1"/>
          </p:cNvSpPr>
          <p:nvPr>
            <p:ph type="media" sz="quarter" idx="29"/>
          </p:nvPr>
        </p:nvSpPr>
        <p:spPr>
          <a:xfrm>
            <a:off x="8183563" y="4009926"/>
            <a:ext cx="3600450" cy="2027057"/>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media</a:t>
            </a:r>
            <a:endParaRPr lang="en-GB" dirty="0"/>
          </a:p>
        </p:txBody>
      </p:sp>
      <p:sp>
        <p:nvSpPr>
          <p:cNvPr id="21" name="Fußzeilenplatzhalter 20">
            <a:extLst>
              <a:ext uri="{FF2B5EF4-FFF2-40B4-BE49-F238E27FC236}">
                <a16:creationId xmlns:a16="http://schemas.microsoft.com/office/drawing/2014/main" id="{D3D3D922-C1DF-00C6-8CA8-0C461BD80083}"/>
              </a:ext>
            </a:extLst>
          </p:cNvPr>
          <p:cNvSpPr>
            <a:spLocks noGrp="1"/>
          </p:cNvSpPr>
          <p:nvPr>
            <p:ph type="ftr" sz="quarter" idx="30"/>
          </p:nvPr>
        </p:nvSpPr>
        <p:spPr/>
        <p:txBody>
          <a:bodyPr/>
          <a:lstStyle/>
          <a:p>
            <a:r>
              <a:rPr lang="en-GB" dirty="0"/>
              <a:t>ZHAW School of Engineering | Institute | Document name</a:t>
            </a:r>
          </a:p>
        </p:txBody>
      </p:sp>
      <p:sp>
        <p:nvSpPr>
          <p:cNvPr id="22" name="Foliennummernplatzhalter 21">
            <a:extLst>
              <a:ext uri="{FF2B5EF4-FFF2-40B4-BE49-F238E27FC236}">
                <a16:creationId xmlns:a16="http://schemas.microsoft.com/office/drawing/2014/main" id="{F8FD31D0-9921-F1BC-132D-BE5F5A9F38EA}"/>
              </a:ext>
            </a:extLst>
          </p:cNvPr>
          <p:cNvSpPr>
            <a:spLocks noGrp="1"/>
          </p:cNvSpPr>
          <p:nvPr>
            <p:ph type="sldNum" sz="quarter" idx="31"/>
          </p:nvPr>
        </p:nvSpPr>
        <p:spPr/>
        <p:txBody>
          <a:bodyPr/>
          <a:lstStyle/>
          <a:p>
            <a:fld id="{A5BA4405-8D4E-49B7-BDA6-6F19819F4CEB}" type="slidenum">
              <a:rPr lang="en-GB" smtClean="0"/>
              <a:pPr/>
              <a:t>‹#›</a:t>
            </a:fld>
            <a:endParaRPr lang="en-GB" dirty="0"/>
          </a:p>
        </p:txBody>
      </p:sp>
    </p:spTree>
    <p:extLst>
      <p:ext uri="{BB962C8B-B14F-4D97-AF65-F5344CB8AC3E}">
        <p14:creationId xmlns:p14="http://schemas.microsoft.com/office/powerpoint/2010/main" val="744027227"/>
      </p:ext>
    </p:extLst>
  </p:cSld>
  <p:clrMapOvr>
    <a:masterClrMapping/>
  </p:clrMapOvr>
  <p:extLst>
    <p:ext uri="{DCECCB84-F9BA-43D5-87BE-67443E8EF086}">
      <p15:sldGuideLst xmlns:p15="http://schemas.microsoft.com/office/powerpoint/2012/main">
        <p15:guide id="1" orient="horz" pos="2523" userDrawn="1">
          <p15:clr>
            <a:srgbClr val="A4A3A4"/>
          </p15:clr>
        </p15:guide>
        <p15:guide id="2" orient="horz" pos="2296" userDrawn="1">
          <p15:clr>
            <a:srgbClr val="A4A3A4"/>
          </p15:clr>
        </p15:guide>
        <p15:guide id="3" orient="horz" pos="2341" userDrawn="1">
          <p15:clr>
            <a:srgbClr val="A4A3A4"/>
          </p15:clr>
        </p15:guide>
        <p15:guide id="4" orient="horz" pos="3793" userDrawn="1">
          <p15:clr>
            <a:srgbClr val="A4A3A4"/>
          </p15:clr>
        </p15:guide>
        <p15:guide id="5" orient="horz" pos="3838" userDrawn="1">
          <p15:clr>
            <a:srgbClr val="A4A3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14" name="Medienplatzhalter 13">
            <a:extLst>
              <a:ext uri="{FF2B5EF4-FFF2-40B4-BE49-F238E27FC236}">
                <a16:creationId xmlns:a16="http://schemas.microsoft.com/office/drawing/2014/main" id="{6ED34381-D1AE-BB18-0DB2-B4A99BB40B09}"/>
              </a:ext>
            </a:extLst>
          </p:cNvPr>
          <p:cNvSpPr>
            <a:spLocks noGrp="1" noChangeAspect="1"/>
          </p:cNvSpPr>
          <p:nvPr>
            <p:ph type="media" sz="quarter" idx="19"/>
          </p:nvPr>
        </p:nvSpPr>
        <p:spPr>
          <a:xfrm>
            <a:off x="0" y="0"/>
            <a:ext cx="12192000" cy="685800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media</a:t>
            </a:r>
            <a:endParaRPr lang="en-GB" dirty="0"/>
          </a:p>
        </p:txBody>
      </p:sp>
    </p:spTree>
    <p:extLst>
      <p:ext uri="{BB962C8B-B14F-4D97-AF65-F5344CB8AC3E}">
        <p14:creationId xmlns:p14="http://schemas.microsoft.com/office/powerpoint/2010/main" val="1108333428"/>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el und Grafiken">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4736B6B9-D02C-2E3D-F61F-E3B70BC6B677}"/>
              </a:ext>
            </a:extLst>
          </p:cNvPr>
          <p:cNvSpPr>
            <a:spLocks noGrp="1"/>
          </p:cNvSpPr>
          <p:nvPr>
            <p:ph type="sldNum" sz="quarter" idx="12"/>
          </p:nvPr>
        </p:nvSpPr>
        <p:spPr/>
        <p:txBody>
          <a:bodyPr/>
          <a:lstStyle/>
          <a:p>
            <a:fld id="{A5BA4405-8D4E-49B7-BDA6-6F19819F4CEB}" type="slidenum">
              <a:rPr lang="en-GB" smtClean="0"/>
              <a:t>‹#›</a:t>
            </a:fld>
            <a:endParaRPr lang="en-GB" dirty="0"/>
          </a:p>
        </p:txBody>
      </p:sp>
      <p:sp>
        <p:nvSpPr>
          <p:cNvPr id="5" name="Fußzeilenplatzhalter 4">
            <a:extLst>
              <a:ext uri="{FF2B5EF4-FFF2-40B4-BE49-F238E27FC236}">
                <a16:creationId xmlns:a16="http://schemas.microsoft.com/office/drawing/2014/main" id="{3F80E6FF-0586-DB1B-C6C9-C5EBCC1A85F6}"/>
              </a:ext>
            </a:extLst>
          </p:cNvPr>
          <p:cNvSpPr>
            <a:spLocks noGrp="1"/>
          </p:cNvSpPr>
          <p:nvPr>
            <p:ph type="ftr" sz="quarter" idx="11"/>
          </p:nvPr>
        </p:nvSpPr>
        <p:spPr/>
        <p:txBody>
          <a:bodyPr/>
          <a:lstStyle/>
          <a:p>
            <a:r>
              <a:rPr lang="en-GB" dirty="0"/>
              <a:t>ZHAW School of Engineering | Institute | Document name</a:t>
            </a:r>
          </a:p>
        </p:txBody>
      </p:sp>
      <p:sp>
        <p:nvSpPr>
          <p:cNvPr id="7" name="Diagrammplatzhalter 6">
            <a:extLst>
              <a:ext uri="{FF2B5EF4-FFF2-40B4-BE49-F238E27FC236}">
                <a16:creationId xmlns:a16="http://schemas.microsoft.com/office/drawing/2014/main" id="{457E301D-E1E5-A3BE-1F95-C5F6378697F1}"/>
              </a:ext>
            </a:extLst>
          </p:cNvPr>
          <p:cNvSpPr>
            <a:spLocks noGrp="1"/>
          </p:cNvSpPr>
          <p:nvPr>
            <p:ph type="chart" sz="quarter" idx="13"/>
          </p:nvPr>
        </p:nvSpPr>
        <p:spPr>
          <a:xfrm>
            <a:off x="407988" y="1557338"/>
            <a:ext cx="11376025" cy="4356100"/>
          </a:xfrm>
        </p:spPr>
        <p:txBody>
          <a:bodyPr/>
          <a:lstStyle>
            <a:lvl1pPr marL="0" indent="0">
              <a:buNone/>
              <a:defRPr sz="1500"/>
            </a:lvl1pPr>
          </a:lstStyle>
          <a:p>
            <a:r>
              <a:rPr lang="en-US"/>
              <a:t>Click icon to add chart</a:t>
            </a:r>
            <a:endParaRPr lang="en-GB" dirty="0"/>
          </a:p>
        </p:txBody>
      </p:sp>
      <p:sp>
        <p:nvSpPr>
          <p:cNvPr id="2" name="Titel 1">
            <a:extLst>
              <a:ext uri="{FF2B5EF4-FFF2-40B4-BE49-F238E27FC236}">
                <a16:creationId xmlns:a16="http://schemas.microsoft.com/office/drawing/2014/main" id="{D900B099-3CB0-B45D-C045-DBA269E23B99}"/>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28071353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4736B6B9-D02C-2E3D-F61F-E3B70BC6B677}"/>
              </a:ext>
            </a:extLst>
          </p:cNvPr>
          <p:cNvSpPr>
            <a:spLocks noGrp="1"/>
          </p:cNvSpPr>
          <p:nvPr>
            <p:ph type="sldNum" sz="quarter" idx="12"/>
          </p:nvPr>
        </p:nvSpPr>
        <p:spPr/>
        <p:txBody>
          <a:bodyPr/>
          <a:lstStyle/>
          <a:p>
            <a:fld id="{A5BA4405-8D4E-49B7-BDA6-6F19819F4CEB}" type="slidenum">
              <a:rPr lang="en-GB" smtClean="0"/>
              <a:t>‹#›</a:t>
            </a:fld>
            <a:endParaRPr lang="en-GB" dirty="0"/>
          </a:p>
        </p:txBody>
      </p:sp>
      <p:sp>
        <p:nvSpPr>
          <p:cNvPr id="5" name="Fußzeilenplatzhalter 4">
            <a:extLst>
              <a:ext uri="{FF2B5EF4-FFF2-40B4-BE49-F238E27FC236}">
                <a16:creationId xmlns:a16="http://schemas.microsoft.com/office/drawing/2014/main" id="{3F80E6FF-0586-DB1B-C6C9-C5EBCC1A85F6}"/>
              </a:ext>
            </a:extLst>
          </p:cNvPr>
          <p:cNvSpPr>
            <a:spLocks noGrp="1"/>
          </p:cNvSpPr>
          <p:nvPr>
            <p:ph type="ftr" sz="quarter" idx="11"/>
          </p:nvPr>
        </p:nvSpPr>
        <p:spPr/>
        <p:txBody>
          <a:bodyPr/>
          <a:lstStyle/>
          <a:p>
            <a:r>
              <a:rPr lang="en-GB" dirty="0"/>
              <a:t>ZHAW School of Engineering | Institute | Document name</a:t>
            </a:r>
          </a:p>
        </p:txBody>
      </p:sp>
      <p:sp>
        <p:nvSpPr>
          <p:cNvPr id="4" name="Tabellenplatzhalter 3">
            <a:extLst>
              <a:ext uri="{FF2B5EF4-FFF2-40B4-BE49-F238E27FC236}">
                <a16:creationId xmlns:a16="http://schemas.microsoft.com/office/drawing/2014/main" id="{CE8B9B37-F32D-82A0-6F61-05FA435D6EB2}"/>
              </a:ext>
            </a:extLst>
          </p:cNvPr>
          <p:cNvSpPr>
            <a:spLocks noGrp="1"/>
          </p:cNvSpPr>
          <p:nvPr>
            <p:ph type="tbl" sz="quarter" idx="13"/>
          </p:nvPr>
        </p:nvSpPr>
        <p:spPr>
          <a:xfrm>
            <a:off x="407988" y="1628775"/>
            <a:ext cx="11376025" cy="4284663"/>
          </a:xfrm>
        </p:spPr>
        <p:txBody>
          <a:bodyPr/>
          <a:lstStyle>
            <a:lvl1pPr marL="0" indent="0">
              <a:buNone/>
              <a:defRPr sz="1500"/>
            </a:lvl1pPr>
          </a:lstStyle>
          <a:p>
            <a:r>
              <a:rPr lang="en-US"/>
              <a:t>Click icon to add table</a:t>
            </a:r>
            <a:endParaRPr lang="en-GB" dirty="0"/>
          </a:p>
        </p:txBody>
      </p:sp>
      <p:sp>
        <p:nvSpPr>
          <p:cNvPr id="2" name="Titel 1">
            <a:extLst>
              <a:ext uri="{FF2B5EF4-FFF2-40B4-BE49-F238E27FC236}">
                <a16:creationId xmlns:a16="http://schemas.microsoft.com/office/drawing/2014/main" id="{D900B099-3CB0-B45D-C045-DBA269E23B99}"/>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10011533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8EF975A0-41A4-8AD0-7E94-96D027C62EBD}"/>
              </a:ext>
            </a:extLst>
          </p:cNvPr>
          <p:cNvSpPr>
            <a:spLocks noGrp="1"/>
          </p:cNvSpPr>
          <p:nvPr>
            <p:ph type="sldNum" sz="quarter" idx="11"/>
          </p:nvPr>
        </p:nvSpPr>
        <p:spPr/>
        <p:txBody>
          <a:bodyPr/>
          <a:lstStyle/>
          <a:p>
            <a:fld id="{A5BA4405-8D4E-49B7-BDA6-6F19819F4CEB}" type="slidenum">
              <a:rPr lang="en-GB" smtClean="0"/>
              <a:pPr/>
              <a:t>‹#›</a:t>
            </a:fld>
            <a:endParaRPr lang="en-GB" dirty="0"/>
          </a:p>
        </p:txBody>
      </p:sp>
      <p:sp>
        <p:nvSpPr>
          <p:cNvPr id="6" name="Fußzeilenplatzhalter 5">
            <a:extLst>
              <a:ext uri="{FF2B5EF4-FFF2-40B4-BE49-F238E27FC236}">
                <a16:creationId xmlns:a16="http://schemas.microsoft.com/office/drawing/2014/main" id="{AE064B9D-9803-51F7-38FA-C33E9F7FF6FC}"/>
              </a:ext>
            </a:extLst>
          </p:cNvPr>
          <p:cNvSpPr>
            <a:spLocks noGrp="1"/>
          </p:cNvSpPr>
          <p:nvPr>
            <p:ph type="ftr" sz="quarter" idx="10"/>
          </p:nvPr>
        </p:nvSpPr>
        <p:spPr/>
        <p:txBody>
          <a:bodyPr/>
          <a:lstStyle/>
          <a:p>
            <a:r>
              <a:rPr lang="en-GB" dirty="0"/>
              <a:t>ZHAW School of Engineering | Institute | Document name</a:t>
            </a:r>
          </a:p>
        </p:txBody>
      </p:sp>
      <p:sp>
        <p:nvSpPr>
          <p:cNvPr id="2" name="Titel 1">
            <a:extLst>
              <a:ext uri="{FF2B5EF4-FFF2-40B4-BE49-F238E27FC236}">
                <a16:creationId xmlns:a16="http://schemas.microsoft.com/office/drawing/2014/main" id="{F696A4B3-7696-681B-2BC8-522284326E48}"/>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39411765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Nur Titel hell">
    <p:bg>
      <p:bgPr>
        <a:solidFill>
          <a:srgbClr val="9ADCF6"/>
        </a:solidFill>
        <a:effectLst/>
      </p:bgPr>
    </p:bg>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B7491B42-4EE5-45C1-5A1D-0AB02AA10A24}"/>
              </a:ext>
            </a:extLst>
          </p:cNvPr>
          <p:cNvSpPr>
            <a:spLocks noGrp="1"/>
          </p:cNvSpPr>
          <p:nvPr>
            <p:ph type="title"/>
          </p:nvPr>
        </p:nvSpPr>
        <p:spPr/>
        <p:txBody>
          <a:bodyPr/>
          <a:lstStyle/>
          <a:p>
            <a:r>
              <a:rPr lang="en-US"/>
              <a:t>Click to edit Master title style</a:t>
            </a:r>
            <a:endParaRPr lang="en-GB" dirty="0"/>
          </a:p>
        </p:txBody>
      </p:sp>
      <p:sp>
        <p:nvSpPr>
          <p:cNvPr id="4" name="Fußzeilenplatzhalter 3">
            <a:extLst>
              <a:ext uri="{FF2B5EF4-FFF2-40B4-BE49-F238E27FC236}">
                <a16:creationId xmlns:a16="http://schemas.microsoft.com/office/drawing/2014/main" id="{46CF0A3D-0922-6642-FCA8-A0A2B63C297F}"/>
              </a:ext>
            </a:extLst>
          </p:cNvPr>
          <p:cNvSpPr>
            <a:spLocks noGrp="1"/>
          </p:cNvSpPr>
          <p:nvPr>
            <p:ph type="ftr" sz="quarter" idx="10"/>
          </p:nvPr>
        </p:nvSpPr>
        <p:spPr/>
        <p:txBody>
          <a:bodyPr/>
          <a:lstStyle/>
          <a:p>
            <a:r>
              <a:rPr lang="en-GB" dirty="0"/>
              <a:t>ZHAW School of Engineering | Institute | Document name</a:t>
            </a:r>
          </a:p>
        </p:txBody>
      </p:sp>
      <p:sp>
        <p:nvSpPr>
          <p:cNvPr id="5" name="Foliennummernplatzhalter 4">
            <a:extLst>
              <a:ext uri="{FF2B5EF4-FFF2-40B4-BE49-F238E27FC236}">
                <a16:creationId xmlns:a16="http://schemas.microsoft.com/office/drawing/2014/main" id="{1CCB507A-E1A1-1D1D-5F00-532D2EE867A1}"/>
              </a:ext>
            </a:extLst>
          </p:cNvPr>
          <p:cNvSpPr>
            <a:spLocks noGrp="1"/>
          </p:cNvSpPr>
          <p:nvPr>
            <p:ph type="sldNum" sz="quarter" idx="11"/>
          </p:nvPr>
        </p:nvSpPr>
        <p:spPr/>
        <p:txBody>
          <a:bodyPr/>
          <a:lstStyle/>
          <a:p>
            <a:fld id="{A5BA4405-8D4E-49B7-BDA6-6F19819F4CEB}" type="slidenum">
              <a:rPr lang="en-GB" smtClean="0"/>
              <a:pPr/>
              <a:t>‹#›</a:t>
            </a:fld>
            <a:endParaRPr lang="en-GB" dirty="0"/>
          </a:p>
        </p:txBody>
      </p:sp>
    </p:spTree>
    <p:extLst>
      <p:ext uri="{BB962C8B-B14F-4D97-AF65-F5344CB8AC3E}">
        <p14:creationId xmlns:p14="http://schemas.microsoft.com/office/powerpoint/2010/main" val="208856309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Nur Titel dunkel">
    <p:bg>
      <p:bgPr>
        <a:solidFill>
          <a:srgbClr val="05366C"/>
        </a:solidFill>
        <a:effectLst/>
      </p:bgPr>
    </p:bg>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8EF975A0-41A4-8AD0-7E94-96D027C62EBD}"/>
              </a:ext>
            </a:extLst>
          </p:cNvPr>
          <p:cNvSpPr>
            <a:spLocks noGrp="1"/>
          </p:cNvSpPr>
          <p:nvPr>
            <p:ph type="sldNum" sz="quarter" idx="11"/>
          </p:nvPr>
        </p:nvSpPr>
        <p:spPr/>
        <p:txBody>
          <a:bodyPr/>
          <a:lstStyle>
            <a:lvl1pPr>
              <a:defRPr>
                <a:solidFill>
                  <a:srgbClr val="FFFFFF"/>
                </a:solidFill>
              </a:defRPr>
            </a:lvl1pPr>
          </a:lstStyle>
          <a:p>
            <a:fld id="{A5BA4405-8D4E-49B7-BDA6-6F19819F4CEB}" type="slidenum">
              <a:rPr lang="en-GB" smtClean="0"/>
              <a:pPr/>
              <a:t>‹#›</a:t>
            </a:fld>
            <a:endParaRPr lang="en-GB" dirty="0"/>
          </a:p>
        </p:txBody>
      </p:sp>
      <p:sp>
        <p:nvSpPr>
          <p:cNvPr id="6" name="Fußzeilenplatzhalter 5">
            <a:extLst>
              <a:ext uri="{FF2B5EF4-FFF2-40B4-BE49-F238E27FC236}">
                <a16:creationId xmlns:a16="http://schemas.microsoft.com/office/drawing/2014/main" id="{AE064B9D-9803-51F7-38FA-C33E9F7FF6FC}"/>
              </a:ext>
            </a:extLst>
          </p:cNvPr>
          <p:cNvSpPr>
            <a:spLocks noGrp="1"/>
          </p:cNvSpPr>
          <p:nvPr>
            <p:ph type="ftr" sz="quarter" idx="10"/>
          </p:nvPr>
        </p:nvSpPr>
        <p:spPr/>
        <p:txBody>
          <a:bodyPr/>
          <a:lstStyle>
            <a:lvl1pPr>
              <a:defRPr>
                <a:solidFill>
                  <a:srgbClr val="FFFFFF"/>
                </a:solidFill>
              </a:defRPr>
            </a:lvl1pPr>
          </a:lstStyle>
          <a:p>
            <a:r>
              <a:rPr lang="en-GB" dirty="0"/>
              <a:t>ZHAW School of Engineering | Institute | Document name</a:t>
            </a:r>
          </a:p>
        </p:txBody>
      </p:sp>
      <p:sp>
        <p:nvSpPr>
          <p:cNvPr id="2" name="Titel 1">
            <a:extLst>
              <a:ext uri="{FF2B5EF4-FFF2-40B4-BE49-F238E27FC236}">
                <a16:creationId xmlns:a16="http://schemas.microsoft.com/office/drawing/2014/main" id="{F696A4B3-7696-681B-2BC8-522284326E48}"/>
              </a:ext>
            </a:extLst>
          </p:cNvPr>
          <p:cNvSpPr>
            <a:spLocks noGrp="1"/>
          </p:cNvSpPr>
          <p:nvPr>
            <p:ph type="title"/>
          </p:nvPr>
        </p:nvSpPr>
        <p:spPr bwMode="black"/>
        <p:txBody>
          <a:bodyPr/>
          <a:lstStyle>
            <a:lvl1pPr>
              <a:defRPr>
                <a:solidFill>
                  <a:srgbClr val="FFFFFF"/>
                </a:solidFill>
              </a:defRPr>
            </a:lvl1pPr>
          </a:lstStyle>
          <a:p>
            <a:r>
              <a:rPr lang="en-US"/>
              <a:t>Click to edit Master title style</a:t>
            </a:r>
            <a:endParaRPr lang="en-GB" dirty="0"/>
          </a:p>
        </p:txBody>
      </p:sp>
    </p:spTree>
    <p:extLst>
      <p:ext uri="{BB962C8B-B14F-4D97-AF65-F5344CB8AC3E}">
        <p14:creationId xmlns:p14="http://schemas.microsoft.com/office/powerpoint/2010/main" val="36093104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 Portraits">
    <p:spTree>
      <p:nvGrpSpPr>
        <p:cNvPr id="1" name=""/>
        <p:cNvGrpSpPr/>
        <p:nvPr/>
      </p:nvGrpSpPr>
      <p:grpSpPr>
        <a:xfrm>
          <a:off x="0" y="0"/>
          <a:ext cx="0" cy="0"/>
          <a:chOff x="0" y="0"/>
          <a:chExt cx="0" cy="0"/>
        </a:xfrm>
      </p:grpSpPr>
      <p:sp>
        <p:nvSpPr>
          <p:cNvPr id="12" name="Bildplatzhalter 11">
            <a:extLst>
              <a:ext uri="{FF2B5EF4-FFF2-40B4-BE49-F238E27FC236}">
                <a16:creationId xmlns:a16="http://schemas.microsoft.com/office/drawing/2014/main" id="{423E3F59-C64A-0A76-9A2B-63D74C4FC3AA}"/>
              </a:ext>
            </a:extLst>
          </p:cNvPr>
          <p:cNvSpPr>
            <a:spLocks noGrp="1" noChangeAspect="1"/>
          </p:cNvSpPr>
          <p:nvPr>
            <p:ph type="pic" sz="quarter" idx="13"/>
          </p:nvPr>
        </p:nvSpPr>
        <p:spPr>
          <a:xfrm>
            <a:off x="6924470" y="1637105"/>
            <a:ext cx="1980001" cy="1980000"/>
          </a:xfrm>
          <a:prstGeom prst="ellipse">
            <a:avLst/>
          </a:prstGeom>
          <a:solidFill>
            <a:schemeClr val="tx1">
              <a:lumMod val="10000"/>
              <a:lumOff val="90000"/>
            </a:schemeClr>
          </a:solidFill>
        </p:spPr>
        <p:txBody>
          <a:bodyPr/>
          <a:lstStyle>
            <a:lvl1pPr marL="0" indent="0">
              <a:buNone/>
              <a:defRPr sz="1000"/>
            </a:lvl1pPr>
          </a:lstStyle>
          <a:p>
            <a:r>
              <a:rPr lang="en-US"/>
              <a:t>Click icon to add picture</a:t>
            </a:r>
            <a:endParaRPr lang="en-GB" dirty="0"/>
          </a:p>
        </p:txBody>
      </p:sp>
      <p:sp>
        <p:nvSpPr>
          <p:cNvPr id="14" name="Textplatzhalter 13">
            <a:extLst>
              <a:ext uri="{FF2B5EF4-FFF2-40B4-BE49-F238E27FC236}">
                <a16:creationId xmlns:a16="http://schemas.microsoft.com/office/drawing/2014/main" id="{8CF73AF0-EB6E-C5EF-C952-DC152B19F762}"/>
              </a:ext>
            </a:extLst>
          </p:cNvPr>
          <p:cNvSpPr>
            <a:spLocks noGrp="1"/>
          </p:cNvSpPr>
          <p:nvPr>
            <p:ph type="body" sz="quarter" idx="14" hasCustomPrompt="1"/>
          </p:nvPr>
        </p:nvSpPr>
        <p:spPr>
          <a:xfrm>
            <a:off x="9300000" y="1636712"/>
            <a:ext cx="2484000" cy="1980000"/>
          </a:xfrm>
        </p:spPr>
        <p:txBody>
          <a:bodyPr anchor="ctr" anchorCtr="0"/>
          <a:lstStyle>
            <a:lvl1pPr marL="0" indent="0">
              <a:buNone/>
              <a:defRPr sz="1600"/>
            </a:lvl1pPr>
            <a:lvl2pPr marL="360000" indent="0">
              <a:buNone/>
              <a:defRPr sz="1600"/>
            </a:lvl2pPr>
            <a:lvl3pPr marL="720000" indent="0">
              <a:buNone/>
              <a:defRPr sz="1600"/>
            </a:lvl3pPr>
            <a:lvl4pPr marL="1080000" indent="0">
              <a:buNone/>
              <a:defRPr sz="1600"/>
            </a:lvl4pPr>
            <a:lvl5pPr marL="1440000" indent="0">
              <a:buNone/>
              <a:defRPr sz="1600"/>
            </a:lvl5pPr>
          </a:lstStyle>
          <a:p>
            <a:pPr lvl="0"/>
            <a:r>
              <a:rPr lang="en-GB" dirty="0"/>
              <a:t>Vorname Name </a:t>
            </a:r>
            <a:r>
              <a:rPr lang="en-GB" dirty="0" err="1"/>
              <a:t>Funktion</a:t>
            </a:r>
            <a:endParaRPr lang="en-GB" dirty="0"/>
          </a:p>
        </p:txBody>
      </p:sp>
      <p:sp>
        <p:nvSpPr>
          <p:cNvPr id="15" name="Bildplatzhalter 11">
            <a:extLst>
              <a:ext uri="{FF2B5EF4-FFF2-40B4-BE49-F238E27FC236}">
                <a16:creationId xmlns:a16="http://schemas.microsoft.com/office/drawing/2014/main" id="{706BD003-1976-7AA1-12A5-06E2A438A7BD}"/>
              </a:ext>
            </a:extLst>
          </p:cNvPr>
          <p:cNvSpPr>
            <a:spLocks noGrp="1" noChangeAspect="1"/>
          </p:cNvSpPr>
          <p:nvPr>
            <p:ph type="pic" sz="quarter" idx="15"/>
          </p:nvPr>
        </p:nvSpPr>
        <p:spPr>
          <a:xfrm>
            <a:off x="6924470" y="3934830"/>
            <a:ext cx="1980001" cy="1980000"/>
          </a:xfrm>
          <a:prstGeom prst="ellipse">
            <a:avLst/>
          </a:prstGeom>
          <a:solidFill>
            <a:schemeClr val="tx1">
              <a:lumMod val="10000"/>
              <a:lumOff val="90000"/>
            </a:schemeClr>
          </a:solidFill>
        </p:spPr>
        <p:txBody>
          <a:bodyPr/>
          <a:lstStyle>
            <a:lvl1pPr marL="0" indent="0">
              <a:buNone/>
              <a:defRPr sz="1000"/>
            </a:lvl1pPr>
          </a:lstStyle>
          <a:p>
            <a:r>
              <a:rPr lang="en-US"/>
              <a:t>Click icon to add picture</a:t>
            </a:r>
            <a:endParaRPr lang="en-GB" dirty="0"/>
          </a:p>
        </p:txBody>
      </p:sp>
      <p:sp>
        <p:nvSpPr>
          <p:cNvPr id="16" name="Textplatzhalter 13">
            <a:extLst>
              <a:ext uri="{FF2B5EF4-FFF2-40B4-BE49-F238E27FC236}">
                <a16:creationId xmlns:a16="http://schemas.microsoft.com/office/drawing/2014/main" id="{128F32AD-2B21-1A18-7046-8F1D631DFE7F}"/>
              </a:ext>
            </a:extLst>
          </p:cNvPr>
          <p:cNvSpPr>
            <a:spLocks noGrp="1"/>
          </p:cNvSpPr>
          <p:nvPr>
            <p:ph type="body" sz="quarter" idx="16" hasCustomPrompt="1"/>
          </p:nvPr>
        </p:nvSpPr>
        <p:spPr>
          <a:xfrm>
            <a:off x="9300000" y="3934437"/>
            <a:ext cx="2484000" cy="1980000"/>
          </a:xfrm>
        </p:spPr>
        <p:txBody>
          <a:bodyPr anchor="ctr" anchorCtr="0"/>
          <a:lstStyle>
            <a:lvl1pPr marL="0" indent="0">
              <a:buNone/>
              <a:defRPr sz="1600"/>
            </a:lvl1pPr>
            <a:lvl2pPr marL="360000" indent="0">
              <a:buNone/>
              <a:defRPr sz="1600"/>
            </a:lvl2pPr>
            <a:lvl3pPr marL="720000" indent="0">
              <a:buNone/>
              <a:defRPr sz="1600"/>
            </a:lvl3pPr>
            <a:lvl4pPr marL="1080000" indent="0">
              <a:buNone/>
              <a:defRPr sz="1600"/>
            </a:lvl4pPr>
            <a:lvl5pPr marL="1440000" indent="0">
              <a:buNone/>
              <a:defRPr sz="1600"/>
            </a:lvl5pPr>
          </a:lstStyle>
          <a:p>
            <a:pPr lvl="0"/>
            <a:r>
              <a:rPr lang="en-GB" dirty="0"/>
              <a:t>Vorname Name </a:t>
            </a:r>
            <a:r>
              <a:rPr lang="en-GB" dirty="0" err="1"/>
              <a:t>Funktion</a:t>
            </a:r>
            <a:endParaRPr lang="en-GB" dirty="0"/>
          </a:p>
        </p:txBody>
      </p:sp>
      <p:sp>
        <p:nvSpPr>
          <p:cNvPr id="7" name="Foliennummernplatzhalter 6">
            <a:extLst>
              <a:ext uri="{FF2B5EF4-FFF2-40B4-BE49-F238E27FC236}">
                <a16:creationId xmlns:a16="http://schemas.microsoft.com/office/drawing/2014/main" id="{8EF975A0-41A4-8AD0-7E94-96D027C62EBD}"/>
              </a:ext>
            </a:extLst>
          </p:cNvPr>
          <p:cNvSpPr>
            <a:spLocks noGrp="1"/>
          </p:cNvSpPr>
          <p:nvPr>
            <p:ph type="sldNum" sz="quarter" idx="11"/>
          </p:nvPr>
        </p:nvSpPr>
        <p:spPr/>
        <p:txBody>
          <a:bodyPr/>
          <a:lstStyle/>
          <a:p>
            <a:fld id="{A5BA4405-8D4E-49B7-BDA6-6F19819F4CEB}" type="slidenum">
              <a:rPr lang="en-GB" smtClean="0"/>
              <a:pPr/>
              <a:t>‹#›</a:t>
            </a:fld>
            <a:endParaRPr lang="en-GB" dirty="0"/>
          </a:p>
        </p:txBody>
      </p:sp>
      <p:sp>
        <p:nvSpPr>
          <p:cNvPr id="6" name="Fußzeilenplatzhalter 5">
            <a:extLst>
              <a:ext uri="{FF2B5EF4-FFF2-40B4-BE49-F238E27FC236}">
                <a16:creationId xmlns:a16="http://schemas.microsoft.com/office/drawing/2014/main" id="{AE064B9D-9803-51F7-38FA-C33E9F7FF6FC}"/>
              </a:ext>
            </a:extLst>
          </p:cNvPr>
          <p:cNvSpPr>
            <a:spLocks noGrp="1"/>
          </p:cNvSpPr>
          <p:nvPr>
            <p:ph type="ftr" sz="quarter" idx="10"/>
          </p:nvPr>
        </p:nvSpPr>
        <p:spPr/>
        <p:txBody>
          <a:bodyPr/>
          <a:lstStyle/>
          <a:p>
            <a:r>
              <a:rPr lang="en-GB" dirty="0"/>
              <a:t>ZHAW School of Engineering | Institute | Document name</a:t>
            </a:r>
          </a:p>
        </p:txBody>
      </p:sp>
      <p:sp>
        <p:nvSpPr>
          <p:cNvPr id="2" name="Titel 1">
            <a:extLst>
              <a:ext uri="{FF2B5EF4-FFF2-40B4-BE49-F238E27FC236}">
                <a16:creationId xmlns:a16="http://schemas.microsoft.com/office/drawing/2014/main" id="{F696A4B3-7696-681B-2BC8-522284326E48}"/>
              </a:ext>
            </a:extLst>
          </p:cNvPr>
          <p:cNvSpPr>
            <a:spLocks noGrp="1"/>
          </p:cNvSpPr>
          <p:nvPr>
            <p:ph type="title"/>
          </p:nvPr>
        </p:nvSpPr>
        <p:spPr/>
        <p:txBody>
          <a:bodyPr/>
          <a:lstStyle/>
          <a:p>
            <a:r>
              <a:rPr lang="en-US"/>
              <a:t>Click to edit Master title style</a:t>
            </a:r>
            <a:endParaRPr lang="en-GB" dirty="0"/>
          </a:p>
        </p:txBody>
      </p:sp>
      <p:sp>
        <p:nvSpPr>
          <p:cNvPr id="4" name="Textplatzhalter 3">
            <a:extLst>
              <a:ext uri="{FF2B5EF4-FFF2-40B4-BE49-F238E27FC236}">
                <a16:creationId xmlns:a16="http://schemas.microsoft.com/office/drawing/2014/main" id="{E60EA9DB-E68E-4BB9-41DB-AB9F6E5312E5}"/>
              </a:ext>
            </a:extLst>
          </p:cNvPr>
          <p:cNvSpPr>
            <a:spLocks noGrp="1"/>
          </p:cNvSpPr>
          <p:nvPr>
            <p:ph type="body" sz="quarter" idx="12"/>
          </p:nvPr>
        </p:nvSpPr>
        <p:spPr>
          <a:xfrm>
            <a:off x="407988" y="1557338"/>
            <a:ext cx="5543550" cy="4356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24738879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ollenbeschreibung Projekte">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8EF975A0-41A4-8AD0-7E94-96D027C62EBD}"/>
              </a:ext>
            </a:extLst>
          </p:cNvPr>
          <p:cNvSpPr>
            <a:spLocks noGrp="1"/>
          </p:cNvSpPr>
          <p:nvPr>
            <p:ph type="sldNum" sz="quarter" idx="11"/>
          </p:nvPr>
        </p:nvSpPr>
        <p:spPr/>
        <p:txBody>
          <a:bodyPr/>
          <a:lstStyle/>
          <a:p>
            <a:fld id="{A5BA4405-8D4E-49B7-BDA6-6F19819F4CEB}" type="slidenum">
              <a:rPr lang="en-GB" smtClean="0"/>
              <a:pPr/>
              <a:t>‹#›</a:t>
            </a:fld>
            <a:endParaRPr lang="en-GB" dirty="0"/>
          </a:p>
        </p:txBody>
      </p:sp>
      <p:sp>
        <p:nvSpPr>
          <p:cNvPr id="6" name="Fußzeilenplatzhalter 5">
            <a:extLst>
              <a:ext uri="{FF2B5EF4-FFF2-40B4-BE49-F238E27FC236}">
                <a16:creationId xmlns:a16="http://schemas.microsoft.com/office/drawing/2014/main" id="{AE064B9D-9803-51F7-38FA-C33E9F7FF6FC}"/>
              </a:ext>
            </a:extLst>
          </p:cNvPr>
          <p:cNvSpPr>
            <a:spLocks noGrp="1"/>
          </p:cNvSpPr>
          <p:nvPr>
            <p:ph type="ftr" sz="quarter" idx="10"/>
          </p:nvPr>
        </p:nvSpPr>
        <p:spPr/>
        <p:txBody>
          <a:bodyPr/>
          <a:lstStyle/>
          <a:p>
            <a:r>
              <a:rPr lang="en-GB" dirty="0"/>
              <a:t>ZHAW School of Engineering | Institute | Document name</a:t>
            </a:r>
          </a:p>
        </p:txBody>
      </p:sp>
      <p:sp>
        <p:nvSpPr>
          <p:cNvPr id="2" name="Titel 1">
            <a:extLst>
              <a:ext uri="{FF2B5EF4-FFF2-40B4-BE49-F238E27FC236}">
                <a16:creationId xmlns:a16="http://schemas.microsoft.com/office/drawing/2014/main" id="{F696A4B3-7696-681B-2BC8-522284326E48}"/>
              </a:ext>
            </a:extLst>
          </p:cNvPr>
          <p:cNvSpPr>
            <a:spLocks noGrp="1"/>
          </p:cNvSpPr>
          <p:nvPr>
            <p:ph type="title"/>
          </p:nvPr>
        </p:nvSpPr>
        <p:spPr/>
        <p:txBody>
          <a:bodyPr/>
          <a:lstStyle/>
          <a:p>
            <a:r>
              <a:rPr lang="en-US"/>
              <a:t>Click to edit Master title style</a:t>
            </a:r>
            <a:endParaRPr lang="en-GB" dirty="0"/>
          </a:p>
        </p:txBody>
      </p:sp>
      <p:sp>
        <p:nvSpPr>
          <p:cNvPr id="22" name="Textplatzhalter 3">
            <a:extLst>
              <a:ext uri="{FF2B5EF4-FFF2-40B4-BE49-F238E27FC236}">
                <a16:creationId xmlns:a16="http://schemas.microsoft.com/office/drawing/2014/main" id="{E60EA9DB-E68E-4BB9-41DB-AB9F6E5312E5}"/>
              </a:ext>
            </a:extLst>
          </p:cNvPr>
          <p:cNvSpPr>
            <a:spLocks noGrp="1"/>
          </p:cNvSpPr>
          <p:nvPr>
            <p:ph type="body" sz="quarter" idx="12"/>
          </p:nvPr>
        </p:nvSpPr>
        <p:spPr>
          <a:xfrm>
            <a:off x="1710758" y="1628775"/>
            <a:ext cx="2304000" cy="1584000"/>
          </a:xfrm>
        </p:spPr>
        <p:txBody>
          <a:bodyPr tIns="144000"/>
          <a:lstStyle>
            <a:lvl1pPr marL="0" indent="0">
              <a:spcAft>
                <a:spcPts val="0"/>
              </a:spcAft>
              <a:buNone/>
              <a:defRPr/>
            </a:lvl1pPr>
            <a:lvl2pPr marL="180000" indent="-180000">
              <a:spcAft>
                <a:spcPts val="0"/>
              </a:spcAft>
              <a:defRPr sz="1400"/>
            </a:lvl2pPr>
            <a:lvl3pPr marL="360000" indent="-180000">
              <a:spcAft>
                <a:spcPts val="0"/>
              </a:spcAft>
              <a:defRPr sz="1400"/>
            </a:lvl3pPr>
            <a:lvl4pPr marL="540000" indent="-180000">
              <a:spcAft>
                <a:spcPts val="0"/>
              </a:spcAft>
              <a:defRPr sz="1400"/>
            </a:lvl4pPr>
            <a:lvl5pPr marL="720000" indent="-180000">
              <a:spcAft>
                <a:spcPts val="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3" name="Bildplatzhalter 11">
            <a:extLst>
              <a:ext uri="{FF2B5EF4-FFF2-40B4-BE49-F238E27FC236}">
                <a16:creationId xmlns:a16="http://schemas.microsoft.com/office/drawing/2014/main" id="{423E3F59-C64A-0A76-9A2B-63D74C4FC3AA}"/>
              </a:ext>
            </a:extLst>
          </p:cNvPr>
          <p:cNvSpPr>
            <a:spLocks noGrp="1" noChangeAspect="1"/>
          </p:cNvSpPr>
          <p:nvPr>
            <p:ph type="pic" sz="quarter" idx="13"/>
          </p:nvPr>
        </p:nvSpPr>
        <p:spPr>
          <a:xfrm>
            <a:off x="407987" y="1628775"/>
            <a:ext cx="1152000" cy="1152000"/>
          </a:xfrm>
          <a:prstGeom prst="ellipse">
            <a:avLst/>
          </a:prstGeom>
          <a:solidFill>
            <a:schemeClr val="tx1">
              <a:lumMod val="10000"/>
              <a:lumOff val="90000"/>
            </a:schemeClr>
          </a:solidFill>
        </p:spPr>
        <p:txBody>
          <a:bodyPr/>
          <a:lstStyle>
            <a:lvl1pPr marL="0" indent="0">
              <a:buNone/>
              <a:defRPr sz="1000"/>
            </a:lvl1pPr>
          </a:lstStyle>
          <a:p>
            <a:r>
              <a:rPr lang="en-US"/>
              <a:t>Click icon to add picture</a:t>
            </a:r>
            <a:endParaRPr lang="en-GB" dirty="0"/>
          </a:p>
        </p:txBody>
      </p:sp>
      <p:sp>
        <p:nvSpPr>
          <p:cNvPr id="24" name="Textplatzhalter 3">
            <a:extLst>
              <a:ext uri="{FF2B5EF4-FFF2-40B4-BE49-F238E27FC236}">
                <a16:creationId xmlns:a16="http://schemas.microsoft.com/office/drawing/2014/main" id="{34A68B07-92FB-9999-11EA-7E42B0B3248C}"/>
              </a:ext>
            </a:extLst>
          </p:cNvPr>
          <p:cNvSpPr>
            <a:spLocks noGrp="1"/>
          </p:cNvSpPr>
          <p:nvPr>
            <p:ph type="body" sz="quarter" idx="14"/>
          </p:nvPr>
        </p:nvSpPr>
        <p:spPr>
          <a:xfrm>
            <a:off x="1710759" y="3429000"/>
            <a:ext cx="2304000" cy="1584000"/>
          </a:xfrm>
        </p:spPr>
        <p:txBody>
          <a:bodyPr tIns="144000"/>
          <a:lstStyle>
            <a:lvl1pPr marL="0" indent="0">
              <a:spcAft>
                <a:spcPts val="0"/>
              </a:spcAft>
              <a:buNone/>
              <a:defRPr/>
            </a:lvl1pPr>
            <a:lvl2pPr marL="180000" indent="-180000">
              <a:spcAft>
                <a:spcPts val="0"/>
              </a:spcAft>
              <a:defRPr sz="1400"/>
            </a:lvl2pPr>
            <a:lvl3pPr marL="360000" indent="-180000">
              <a:spcAft>
                <a:spcPts val="0"/>
              </a:spcAft>
              <a:defRPr sz="1400"/>
            </a:lvl3pPr>
            <a:lvl4pPr marL="540000" indent="-180000">
              <a:spcAft>
                <a:spcPts val="0"/>
              </a:spcAft>
              <a:defRPr sz="1400"/>
            </a:lvl4pPr>
            <a:lvl5pPr marL="720000" indent="-180000">
              <a:spcAft>
                <a:spcPts val="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5" name="Bildplatzhalter 11">
            <a:extLst>
              <a:ext uri="{FF2B5EF4-FFF2-40B4-BE49-F238E27FC236}">
                <a16:creationId xmlns:a16="http://schemas.microsoft.com/office/drawing/2014/main" id="{5C0ECC1A-E296-9BB0-FA25-CBC8D26DADCC}"/>
              </a:ext>
            </a:extLst>
          </p:cNvPr>
          <p:cNvSpPr>
            <a:spLocks noGrp="1" noChangeAspect="1"/>
          </p:cNvSpPr>
          <p:nvPr>
            <p:ph type="pic" sz="quarter" idx="15"/>
          </p:nvPr>
        </p:nvSpPr>
        <p:spPr>
          <a:xfrm>
            <a:off x="407988" y="3429000"/>
            <a:ext cx="1152000" cy="1152000"/>
          </a:xfrm>
          <a:prstGeom prst="ellipse">
            <a:avLst/>
          </a:prstGeom>
          <a:solidFill>
            <a:schemeClr val="tx1">
              <a:lumMod val="10000"/>
              <a:lumOff val="90000"/>
            </a:schemeClr>
          </a:solidFill>
        </p:spPr>
        <p:txBody>
          <a:bodyPr/>
          <a:lstStyle>
            <a:lvl1pPr marL="0" marR="0" indent="0" algn="l" defTabSz="914400" rtl="0" eaLnBrk="1" fontAlgn="auto" latinLnBrk="0" hangingPunct="1">
              <a:lnSpc>
                <a:spcPct val="107000"/>
              </a:lnSpc>
              <a:spcBef>
                <a:spcPts val="0"/>
              </a:spcBef>
              <a:spcAft>
                <a:spcPts val="600"/>
              </a:spcAft>
              <a:buClrTx/>
              <a:buSzTx/>
              <a:buFont typeface="Arial" panose="020B0604020202020204" pitchFamily="34" charset="0"/>
              <a:buNone/>
              <a:tabLst/>
              <a:defRPr sz="1000"/>
            </a:lvl1pPr>
          </a:lstStyle>
          <a:p>
            <a:pPr marL="0" marR="0" lvl="0" indent="0" algn="l" defTabSz="914400" rtl="0" eaLnBrk="1" fontAlgn="auto" latinLnBrk="0" hangingPunct="1">
              <a:lnSpc>
                <a:spcPct val="107000"/>
              </a:lnSpc>
              <a:spcBef>
                <a:spcPts val="0"/>
              </a:spcBef>
              <a:spcAft>
                <a:spcPts val="600"/>
              </a:spcAft>
              <a:buClrTx/>
              <a:buSzTx/>
              <a:buFont typeface="Arial" panose="020B0604020202020204" pitchFamily="34" charset="0"/>
              <a:buNone/>
              <a:tabLst/>
              <a:defRPr/>
            </a:pPr>
            <a:r>
              <a:rPr lang="en-US"/>
              <a:t>Click icon to add picture</a:t>
            </a:r>
            <a:endParaRPr lang="en-GB" dirty="0"/>
          </a:p>
        </p:txBody>
      </p:sp>
      <p:sp>
        <p:nvSpPr>
          <p:cNvPr id="26" name="Textplatzhalter 3">
            <a:extLst>
              <a:ext uri="{FF2B5EF4-FFF2-40B4-BE49-F238E27FC236}">
                <a16:creationId xmlns:a16="http://schemas.microsoft.com/office/drawing/2014/main" id="{0106E367-909A-198E-758A-19659B1D95D2}"/>
              </a:ext>
            </a:extLst>
          </p:cNvPr>
          <p:cNvSpPr>
            <a:spLocks noGrp="1"/>
          </p:cNvSpPr>
          <p:nvPr>
            <p:ph type="body" sz="quarter" idx="16"/>
          </p:nvPr>
        </p:nvSpPr>
        <p:spPr>
          <a:xfrm>
            <a:off x="5598546" y="1628775"/>
            <a:ext cx="2304000" cy="1584000"/>
          </a:xfrm>
        </p:spPr>
        <p:txBody>
          <a:bodyPr tIns="144000"/>
          <a:lstStyle>
            <a:lvl1pPr marL="0" indent="0">
              <a:spcAft>
                <a:spcPts val="0"/>
              </a:spcAft>
              <a:buNone/>
              <a:defRPr/>
            </a:lvl1pPr>
            <a:lvl2pPr marL="180000" indent="-180000">
              <a:spcAft>
                <a:spcPts val="0"/>
              </a:spcAft>
              <a:defRPr sz="1400"/>
            </a:lvl2pPr>
            <a:lvl3pPr marL="360000" indent="-180000">
              <a:spcAft>
                <a:spcPts val="0"/>
              </a:spcAft>
              <a:defRPr sz="1400"/>
            </a:lvl3pPr>
            <a:lvl4pPr marL="540000" indent="-180000">
              <a:spcAft>
                <a:spcPts val="0"/>
              </a:spcAft>
              <a:defRPr sz="1400"/>
            </a:lvl4pPr>
            <a:lvl5pPr marL="720000" indent="-180000">
              <a:spcAft>
                <a:spcPts val="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7" name="Bildplatzhalter 11">
            <a:extLst>
              <a:ext uri="{FF2B5EF4-FFF2-40B4-BE49-F238E27FC236}">
                <a16:creationId xmlns:a16="http://schemas.microsoft.com/office/drawing/2014/main" id="{F07E7A1E-F4CD-1316-9056-D0830FB96288}"/>
              </a:ext>
            </a:extLst>
          </p:cNvPr>
          <p:cNvSpPr>
            <a:spLocks noGrp="1" noChangeAspect="1"/>
          </p:cNvSpPr>
          <p:nvPr>
            <p:ph type="pic" sz="quarter" idx="17"/>
          </p:nvPr>
        </p:nvSpPr>
        <p:spPr>
          <a:xfrm>
            <a:off x="4295775" y="1628775"/>
            <a:ext cx="1152000" cy="1152000"/>
          </a:xfrm>
          <a:prstGeom prst="ellipse">
            <a:avLst/>
          </a:prstGeom>
          <a:solidFill>
            <a:schemeClr val="tx1">
              <a:lumMod val="10000"/>
              <a:lumOff val="90000"/>
            </a:schemeClr>
          </a:solidFill>
        </p:spPr>
        <p:txBody>
          <a:bodyPr/>
          <a:lstStyle>
            <a:lvl1pPr marL="0" marR="0" indent="0" algn="l" defTabSz="914400" rtl="0" eaLnBrk="1" fontAlgn="auto" latinLnBrk="0" hangingPunct="1">
              <a:lnSpc>
                <a:spcPct val="107000"/>
              </a:lnSpc>
              <a:spcBef>
                <a:spcPts val="0"/>
              </a:spcBef>
              <a:spcAft>
                <a:spcPts val="600"/>
              </a:spcAft>
              <a:buClrTx/>
              <a:buSzTx/>
              <a:buFont typeface="Arial" panose="020B0604020202020204" pitchFamily="34" charset="0"/>
              <a:buNone/>
              <a:tabLst/>
              <a:defRPr sz="1000"/>
            </a:lvl1pPr>
          </a:lstStyle>
          <a:p>
            <a:pPr marL="0" marR="0" lvl="0" indent="0" algn="l" defTabSz="914400" rtl="0" eaLnBrk="1" fontAlgn="auto" latinLnBrk="0" hangingPunct="1">
              <a:lnSpc>
                <a:spcPct val="107000"/>
              </a:lnSpc>
              <a:spcBef>
                <a:spcPts val="0"/>
              </a:spcBef>
              <a:spcAft>
                <a:spcPts val="600"/>
              </a:spcAft>
              <a:buClrTx/>
              <a:buSzTx/>
              <a:buFont typeface="Arial" panose="020B0604020202020204" pitchFamily="34" charset="0"/>
              <a:buNone/>
              <a:tabLst/>
              <a:defRPr/>
            </a:pPr>
            <a:r>
              <a:rPr lang="en-US"/>
              <a:t>Click icon to add picture</a:t>
            </a:r>
            <a:endParaRPr lang="en-GB" dirty="0"/>
          </a:p>
        </p:txBody>
      </p:sp>
      <p:sp>
        <p:nvSpPr>
          <p:cNvPr id="28" name="Textplatzhalter 3">
            <a:extLst>
              <a:ext uri="{FF2B5EF4-FFF2-40B4-BE49-F238E27FC236}">
                <a16:creationId xmlns:a16="http://schemas.microsoft.com/office/drawing/2014/main" id="{FBA3AD80-1750-E983-04B5-2F3C17988F26}"/>
              </a:ext>
            </a:extLst>
          </p:cNvPr>
          <p:cNvSpPr>
            <a:spLocks noGrp="1"/>
          </p:cNvSpPr>
          <p:nvPr>
            <p:ph type="body" sz="quarter" idx="18"/>
          </p:nvPr>
        </p:nvSpPr>
        <p:spPr>
          <a:xfrm>
            <a:off x="5598547" y="3429000"/>
            <a:ext cx="2304000" cy="1584000"/>
          </a:xfrm>
        </p:spPr>
        <p:txBody>
          <a:bodyPr tIns="144000"/>
          <a:lstStyle>
            <a:lvl1pPr marL="0" indent="0">
              <a:spcAft>
                <a:spcPts val="0"/>
              </a:spcAft>
              <a:buNone/>
              <a:defRPr/>
            </a:lvl1pPr>
            <a:lvl2pPr marL="180000" indent="-180000">
              <a:spcAft>
                <a:spcPts val="0"/>
              </a:spcAft>
              <a:defRPr sz="1400"/>
            </a:lvl2pPr>
            <a:lvl3pPr marL="360000" indent="-180000">
              <a:spcAft>
                <a:spcPts val="0"/>
              </a:spcAft>
              <a:defRPr sz="1400"/>
            </a:lvl3pPr>
            <a:lvl4pPr marL="540000" indent="-180000">
              <a:spcAft>
                <a:spcPts val="0"/>
              </a:spcAft>
              <a:defRPr sz="1400"/>
            </a:lvl4pPr>
            <a:lvl5pPr marL="720000" indent="-180000">
              <a:spcAft>
                <a:spcPts val="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9" name="Bildplatzhalter 11">
            <a:extLst>
              <a:ext uri="{FF2B5EF4-FFF2-40B4-BE49-F238E27FC236}">
                <a16:creationId xmlns:a16="http://schemas.microsoft.com/office/drawing/2014/main" id="{475A4F2C-58A0-A404-B3CA-AEA6F409178A}"/>
              </a:ext>
            </a:extLst>
          </p:cNvPr>
          <p:cNvSpPr>
            <a:spLocks noGrp="1" noChangeAspect="1"/>
          </p:cNvSpPr>
          <p:nvPr>
            <p:ph type="pic" sz="quarter" idx="19"/>
          </p:nvPr>
        </p:nvSpPr>
        <p:spPr>
          <a:xfrm>
            <a:off x="4295776" y="3429000"/>
            <a:ext cx="1152000" cy="1152000"/>
          </a:xfrm>
          <a:prstGeom prst="ellipse">
            <a:avLst/>
          </a:prstGeom>
          <a:solidFill>
            <a:schemeClr val="tx1">
              <a:lumMod val="10000"/>
              <a:lumOff val="90000"/>
            </a:schemeClr>
          </a:solidFill>
        </p:spPr>
        <p:txBody>
          <a:bodyPr/>
          <a:lstStyle>
            <a:lvl1pPr marL="0" marR="0" indent="0" algn="l" defTabSz="914400" rtl="0" eaLnBrk="1" fontAlgn="auto" latinLnBrk="0" hangingPunct="1">
              <a:lnSpc>
                <a:spcPct val="107000"/>
              </a:lnSpc>
              <a:spcBef>
                <a:spcPts val="0"/>
              </a:spcBef>
              <a:spcAft>
                <a:spcPts val="600"/>
              </a:spcAft>
              <a:buClrTx/>
              <a:buSzTx/>
              <a:buFont typeface="Arial" panose="020B0604020202020204" pitchFamily="34" charset="0"/>
              <a:buNone/>
              <a:tabLst/>
              <a:defRPr sz="1000"/>
            </a:lvl1pPr>
          </a:lstStyle>
          <a:p>
            <a:pPr marL="0" marR="0" lvl="0" indent="0" algn="l" defTabSz="914400" rtl="0" eaLnBrk="1" fontAlgn="auto" latinLnBrk="0" hangingPunct="1">
              <a:lnSpc>
                <a:spcPct val="107000"/>
              </a:lnSpc>
              <a:spcBef>
                <a:spcPts val="0"/>
              </a:spcBef>
              <a:spcAft>
                <a:spcPts val="600"/>
              </a:spcAft>
              <a:buClrTx/>
              <a:buSzTx/>
              <a:buFont typeface="Arial" panose="020B0604020202020204" pitchFamily="34" charset="0"/>
              <a:buNone/>
              <a:tabLst/>
              <a:defRPr/>
            </a:pPr>
            <a:r>
              <a:rPr lang="en-US"/>
              <a:t>Click icon to add picture</a:t>
            </a:r>
            <a:endParaRPr lang="en-GB" dirty="0"/>
          </a:p>
        </p:txBody>
      </p:sp>
      <p:sp>
        <p:nvSpPr>
          <p:cNvPr id="30" name="Textplatzhalter 3">
            <a:extLst>
              <a:ext uri="{FF2B5EF4-FFF2-40B4-BE49-F238E27FC236}">
                <a16:creationId xmlns:a16="http://schemas.microsoft.com/office/drawing/2014/main" id="{7EBC502A-042E-5D76-AEB8-3DD5A14B28E5}"/>
              </a:ext>
            </a:extLst>
          </p:cNvPr>
          <p:cNvSpPr>
            <a:spLocks noGrp="1"/>
          </p:cNvSpPr>
          <p:nvPr>
            <p:ph type="body" sz="quarter" idx="20"/>
          </p:nvPr>
        </p:nvSpPr>
        <p:spPr>
          <a:xfrm>
            <a:off x="9486334" y="1628775"/>
            <a:ext cx="2304000" cy="1584000"/>
          </a:xfrm>
        </p:spPr>
        <p:txBody>
          <a:bodyPr tIns="144000"/>
          <a:lstStyle>
            <a:lvl1pPr marL="0" indent="0">
              <a:spcAft>
                <a:spcPts val="0"/>
              </a:spcAft>
              <a:buNone/>
              <a:defRPr/>
            </a:lvl1pPr>
            <a:lvl2pPr marL="180000" indent="-180000">
              <a:spcAft>
                <a:spcPts val="0"/>
              </a:spcAft>
              <a:defRPr sz="1400"/>
            </a:lvl2pPr>
            <a:lvl3pPr marL="360000" indent="-180000">
              <a:spcAft>
                <a:spcPts val="0"/>
              </a:spcAft>
              <a:defRPr sz="1400"/>
            </a:lvl3pPr>
            <a:lvl4pPr marL="540000" indent="-180000">
              <a:spcAft>
                <a:spcPts val="0"/>
              </a:spcAft>
              <a:defRPr sz="1400"/>
            </a:lvl4pPr>
            <a:lvl5pPr marL="720000" indent="-180000">
              <a:spcAft>
                <a:spcPts val="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1" name="Bildplatzhalter 11">
            <a:extLst>
              <a:ext uri="{FF2B5EF4-FFF2-40B4-BE49-F238E27FC236}">
                <a16:creationId xmlns:a16="http://schemas.microsoft.com/office/drawing/2014/main" id="{CFAACFF3-4925-7D64-947D-36F40A93C841}"/>
              </a:ext>
            </a:extLst>
          </p:cNvPr>
          <p:cNvSpPr>
            <a:spLocks noGrp="1" noChangeAspect="1"/>
          </p:cNvSpPr>
          <p:nvPr>
            <p:ph type="pic" sz="quarter" idx="21"/>
          </p:nvPr>
        </p:nvSpPr>
        <p:spPr>
          <a:xfrm>
            <a:off x="8183563" y="1628775"/>
            <a:ext cx="1152000" cy="1152000"/>
          </a:xfrm>
          <a:prstGeom prst="ellipse">
            <a:avLst/>
          </a:prstGeom>
          <a:solidFill>
            <a:schemeClr val="tx1">
              <a:lumMod val="10000"/>
              <a:lumOff val="90000"/>
            </a:schemeClr>
          </a:solidFill>
        </p:spPr>
        <p:txBody>
          <a:bodyPr/>
          <a:lstStyle>
            <a:lvl1pPr marL="0" marR="0" indent="0" algn="l" defTabSz="914400" rtl="0" eaLnBrk="1" fontAlgn="auto" latinLnBrk="0" hangingPunct="1">
              <a:lnSpc>
                <a:spcPct val="107000"/>
              </a:lnSpc>
              <a:spcBef>
                <a:spcPts val="0"/>
              </a:spcBef>
              <a:spcAft>
                <a:spcPts val="600"/>
              </a:spcAft>
              <a:buClrTx/>
              <a:buSzTx/>
              <a:buFont typeface="Arial" panose="020B0604020202020204" pitchFamily="34" charset="0"/>
              <a:buNone/>
              <a:tabLst/>
              <a:defRPr sz="1000"/>
            </a:lvl1pPr>
          </a:lstStyle>
          <a:p>
            <a:pPr marL="0" marR="0" lvl="0" indent="0" algn="l" defTabSz="914400" rtl="0" eaLnBrk="1" fontAlgn="auto" latinLnBrk="0" hangingPunct="1">
              <a:lnSpc>
                <a:spcPct val="107000"/>
              </a:lnSpc>
              <a:spcBef>
                <a:spcPts val="0"/>
              </a:spcBef>
              <a:spcAft>
                <a:spcPts val="600"/>
              </a:spcAft>
              <a:buClrTx/>
              <a:buSzTx/>
              <a:buFont typeface="Arial" panose="020B0604020202020204" pitchFamily="34" charset="0"/>
              <a:buNone/>
              <a:tabLst/>
              <a:defRPr/>
            </a:pPr>
            <a:r>
              <a:rPr lang="en-US"/>
              <a:t>Click icon to add picture</a:t>
            </a:r>
            <a:endParaRPr lang="en-GB" dirty="0"/>
          </a:p>
        </p:txBody>
      </p:sp>
      <p:sp>
        <p:nvSpPr>
          <p:cNvPr id="32" name="Textplatzhalter 3">
            <a:extLst>
              <a:ext uri="{FF2B5EF4-FFF2-40B4-BE49-F238E27FC236}">
                <a16:creationId xmlns:a16="http://schemas.microsoft.com/office/drawing/2014/main" id="{9023E445-C0CA-865A-A0E9-D53DB1AED3B2}"/>
              </a:ext>
            </a:extLst>
          </p:cNvPr>
          <p:cNvSpPr>
            <a:spLocks noGrp="1"/>
          </p:cNvSpPr>
          <p:nvPr>
            <p:ph type="body" sz="quarter" idx="22"/>
          </p:nvPr>
        </p:nvSpPr>
        <p:spPr>
          <a:xfrm>
            <a:off x="9486335" y="3429000"/>
            <a:ext cx="2304000" cy="1584000"/>
          </a:xfrm>
        </p:spPr>
        <p:txBody>
          <a:bodyPr tIns="144000"/>
          <a:lstStyle>
            <a:lvl1pPr marL="0" indent="0">
              <a:spcAft>
                <a:spcPts val="0"/>
              </a:spcAft>
              <a:buNone/>
              <a:defRPr/>
            </a:lvl1pPr>
            <a:lvl2pPr marL="180000" indent="-180000">
              <a:spcAft>
                <a:spcPts val="0"/>
              </a:spcAft>
              <a:defRPr sz="1400"/>
            </a:lvl2pPr>
            <a:lvl3pPr marL="360000" indent="-180000">
              <a:spcAft>
                <a:spcPts val="0"/>
              </a:spcAft>
              <a:defRPr sz="1400"/>
            </a:lvl3pPr>
            <a:lvl4pPr marL="540000" indent="-180000">
              <a:spcAft>
                <a:spcPts val="0"/>
              </a:spcAft>
              <a:defRPr sz="1400"/>
            </a:lvl4pPr>
            <a:lvl5pPr marL="720000" indent="-180000">
              <a:spcAft>
                <a:spcPts val="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3" name="Bildplatzhalter 11">
            <a:extLst>
              <a:ext uri="{FF2B5EF4-FFF2-40B4-BE49-F238E27FC236}">
                <a16:creationId xmlns:a16="http://schemas.microsoft.com/office/drawing/2014/main" id="{46AD9D50-9450-915A-A4BE-930364F24F77}"/>
              </a:ext>
            </a:extLst>
          </p:cNvPr>
          <p:cNvSpPr>
            <a:spLocks noGrp="1" noChangeAspect="1"/>
          </p:cNvSpPr>
          <p:nvPr>
            <p:ph type="pic" sz="quarter" idx="23"/>
          </p:nvPr>
        </p:nvSpPr>
        <p:spPr>
          <a:xfrm>
            <a:off x="8183564" y="3429000"/>
            <a:ext cx="1152000" cy="1152000"/>
          </a:xfrm>
          <a:prstGeom prst="ellipse">
            <a:avLst/>
          </a:prstGeom>
          <a:solidFill>
            <a:schemeClr val="tx1">
              <a:lumMod val="10000"/>
              <a:lumOff val="90000"/>
            </a:schemeClr>
          </a:solidFill>
        </p:spPr>
        <p:txBody>
          <a:bodyPr/>
          <a:lstStyle>
            <a:lvl1pPr marL="0" marR="0" indent="0" algn="l" defTabSz="914400" rtl="0" eaLnBrk="1" fontAlgn="auto" latinLnBrk="0" hangingPunct="1">
              <a:lnSpc>
                <a:spcPct val="107000"/>
              </a:lnSpc>
              <a:spcBef>
                <a:spcPts val="0"/>
              </a:spcBef>
              <a:spcAft>
                <a:spcPts val="600"/>
              </a:spcAft>
              <a:buClrTx/>
              <a:buSzTx/>
              <a:buFont typeface="Arial" panose="020B0604020202020204" pitchFamily="34" charset="0"/>
              <a:buNone/>
              <a:tabLst/>
              <a:defRPr sz="1000"/>
            </a:lvl1pPr>
          </a:lstStyle>
          <a:p>
            <a:pPr marL="0" marR="0" lvl="0" indent="0" algn="l" defTabSz="914400" rtl="0" eaLnBrk="1" fontAlgn="auto" latinLnBrk="0" hangingPunct="1">
              <a:lnSpc>
                <a:spcPct val="107000"/>
              </a:lnSpc>
              <a:spcBef>
                <a:spcPts val="0"/>
              </a:spcBef>
              <a:spcAft>
                <a:spcPts val="600"/>
              </a:spcAft>
              <a:buClrTx/>
              <a:buSzTx/>
              <a:buFont typeface="Arial" panose="020B0604020202020204" pitchFamily="34" charset="0"/>
              <a:buNone/>
              <a:tabLst/>
              <a:defRPr/>
            </a:pPr>
            <a:r>
              <a:rPr lang="en-US"/>
              <a:t>Click icon to add picture</a:t>
            </a:r>
            <a:endParaRPr lang="en-GB" dirty="0"/>
          </a:p>
        </p:txBody>
      </p:sp>
    </p:spTree>
    <p:extLst>
      <p:ext uri="{BB962C8B-B14F-4D97-AF65-F5344CB8AC3E}">
        <p14:creationId xmlns:p14="http://schemas.microsoft.com/office/powerpoint/2010/main" val="1987440681"/>
      </p:ext>
    </p:extLst>
  </p:cSld>
  <p:clrMapOvr>
    <a:masterClrMapping/>
  </p:clrMapOvr>
  <p:extLst>
    <p:ext uri="{DCECCB84-F9BA-43D5-87BE-67443E8EF086}">
      <p15:sldGuideLst xmlns:p15="http://schemas.microsoft.com/office/powerpoint/2012/main">
        <p15:guide id="1" orient="horz" pos="2160" userDrawn="1">
          <p15:clr>
            <a:srgbClr val="F26B43"/>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eratung Kontakt">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E60EA9DB-E68E-4BB9-41DB-AB9F6E5312E5}"/>
              </a:ext>
            </a:extLst>
          </p:cNvPr>
          <p:cNvSpPr>
            <a:spLocks noGrp="1"/>
          </p:cNvSpPr>
          <p:nvPr>
            <p:ph type="body" sz="quarter" idx="12"/>
          </p:nvPr>
        </p:nvSpPr>
        <p:spPr>
          <a:xfrm>
            <a:off x="4583113" y="1557338"/>
            <a:ext cx="7200887" cy="3600000"/>
          </a:xfrm>
        </p:spPr>
        <p:txBody>
          <a:bodyPr anchor="ctr" anchorCtr="0"/>
          <a:lstStyle>
            <a:lvl1pPr marL="0" indent="0">
              <a:buFontTx/>
              <a:buNone/>
              <a:defRPr sz="2800"/>
            </a:lvl1pPr>
            <a:lvl2pPr marL="0" indent="0">
              <a:spcAft>
                <a:spcPts val="0"/>
              </a:spcAft>
              <a:buNone/>
              <a:defRPr/>
            </a:lvl2pPr>
            <a:lvl3pPr marL="360000">
              <a:spcAft>
                <a:spcPts val="0"/>
              </a:spcAft>
              <a:defRPr/>
            </a:lvl3pPr>
            <a:lvl4pPr marL="720000">
              <a:spcAft>
                <a:spcPts val="0"/>
              </a:spcAft>
              <a:defRPr/>
            </a:lvl4pPr>
            <a:lvl5pPr marL="1080000">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Bildplatzhalter 11">
            <a:extLst>
              <a:ext uri="{FF2B5EF4-FFF2-40B4-BE49-F238E27FC236}">
                <a16:creationId xmlns:a16="http://schemas.microsoft.com/office/drawing/2014/main" id="{EA89FABE-7572-1D29-9E79-313DA6769DF2}"/>
              </a:ext>
            </a:extLst>
          </p:cNvPr>
          <p:cNvSpPr>
            <a:spLocks noGrp="1" noChangeAspect="1"/>
          </p:cNvSpPr>
          <p:nvPr>
            <p:ph type="pic" sz="quarter" idx="13"/>
          </p:nvPr>
        </p:nvSpPr>
        <p:spPr>
          <a:xfrm>
            <a:off x="407987" y="1637105"/>
            <a:ext cx="3600002" cy="3600000"/>
          </a:xfrm>
          <a:prstGeom prst="ellipse">
            <a:avLst/>
          </a:prstGeom>
          <a:solidFill>
            <a:schemeClr val="tx1">
              <a:lumMod val="10000"/>
              <a:lumOff val="90000"/>
            </a:schemeClr>
          </a:solidFill>
        </p:spPr>
        <p:txBody>
          <a:bodyPr/>
          <a:lstStyle>
            <a:lvl1pPr marL="0" indent="0">
              <a:buNone/>
              <a:defRPr sz="1000"/>
            </a:lvl1pPr>
          </a:lstStyle>
          <a:p>
            <a:r>
              <a:rPr lang="en-US"/>
              <a:t>Click icon to add picture</a:t>
            </a:r>
            <a:endParaRPr lang="en-GB" dirty="0"/>
          </a:p>
        </p:txBody>
      </p:sp>
      <p:sp>
        <p:nvSpPr>
          <p:cNvPr id="7" name="Foliennummernplatzhalter 6">
            <a:extLst>
              <a:ext uri="{FF2B5EF4-FFF2-40B4-BE49-F238E27FC236}">
                <a16:creationId xmlns:a16="http://schemas.microsoft.com/office/drawing/2014/main" id="{8EF975A0-41A4-8AD0-7E94-96D027C62EBD}"/>
              </a:ext>
            </a:extLst>
          </p:cNvPr>
          <p:cNvSpPr>
            <a:spLocks noGrp="1"/>
          </p:cNvSpPr>
          <p:nvPr>
            <p:ph type="sldNum" sz="quarter" idx="11"/>
          </p:nvPr>
        </p:nvSpPr>
        <p:spPr/>
        <p:txBody>
          <a:bodyPr/>
          <a:lstStyle/>
          <a:p>
            <a:fld id="{A5BA4405-8D4E-49B7-BDA6-6F19819F4CEB}" type="slidenum">
              <a:rPr lang="en-GB" smtClean="0"/>
              <a:pPr/>
              <a:t>‹#›</a:t>
            </a:fld>
            <a:endParaRPr lang="en-GB" dirty="0"/>
          </a:p>
        </p:txBody>
      </p:sp>
      <p:sp>
        <p:nvSpPr>
          <p:cNvPr id="6" name="Fußzeilenplatzhalter 5">
            <a:extLst>
              <a:ext uri="{FF2B5EF4-FFF2-40B4-BE49-F238E27FC236}">
                <a16:creationId xmlns:a16="http://schemas.microsoft.com/office/drawing/2014/main" id="{AE064B9D-9803-51F7-38FA-C33E9F7FF6FC}"/>
              </a:ext>
            </a:extLst>
          </p:cNvPr>
          <p:cNvSpPr>
            <a:spLocks noGrp="1"/>
          </p:cNvSpPr>
          <p:nvPr>
            <p:ph type="ftr" sz="quarter" idx="10"/>
          </p:nvPr>
        </p:nvSpPr>
        <p:spPr/>
        <p:txBody>
          <a:bodyPr/>
          <a:lstStyle/>
          <a:p>
            <a:r>
              <a:rPr lang="en-GB" dirty="0"/>
              <a:t>ZHAW School of Engineering | Institute | Document name</a:t>
            </a:r>
          </a:p>
        </p:txBody>
      </p:sp>
      <p:sp>
        <p:nvSpPr>
          <p:cNvPr id="2" name="Titel 1">
            <a:extLst>
              <a:ext uri="{FF2B5EF4-FFF2-40B4-BE49-F238E27FC236}">
                <a16:creationId xmlns:a16="http://schemas.microsoft.com/office/drawing/2014/main" id="{F696A4B3-7696-681B-2BC8-522284326E48}"/>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3549741794"/>
      </p:ext>
    </p:extLst>
  </p:cSld>
  <p:clrMapOvr>
    <a:masterClrMapping/>
  </p:clrMapOvr>
  <p:extLst>
    <p:ext uri="{DCECCB84-F9BA-43D5-87BE-67443E8EF086}">
      <p15:sldGuideLst xmlns:p15="http://schemas.microsoft.com/office/powerpoint/2012/main">
        <p15:guide id="1" pos="2887" userDrawn="1">
          <p15:clr>
            <a:srgbClr val="F26B43"/>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stimonials hell">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BC958F85-4C1B-2229-8E2C-73C511DF75E6}"/>
              </a:ext>
            </a:extLst>
          </p:cNvPr>
          <p:cNvSpPr/>
          <p:nvPr userDrawn="1"/>
        </p:nvSpPr>
        <p:spPr>
          <a:xfrm>
            <a:off x="408001" y="1628775"/>
            <a:ext cx="11376012" cy="4645025"/>
          </a:xfrm>
          <a:prstGeom prst="rect">
            <a:avLst/>
          </a:prstGeom>
          <a:solidFill>
            <a:srgbClr val="9AD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EFFFF"/>
              </a:solidFill>
              <a:effectLst/>
              <a:uLnTx/>
              <a:uFillTx/>
              <a:latin typeface="Arial" panose="020B0604020202020204"/>
              <a:ea typeface="+mn-ea"/>
              <a:cs typeface="+mn-cs"/>
            </a:endParaRPr>
          </a:p>
        </p:txBody>
      </p:sp>
      <p:sp>
        <p:nvSpPr>
          <p:cNvPr id="15" name="Textplatzhalter 11">
            <a:extLst>
              <a:ext uri="{FF2B5EF4-FFF2-40B4-BE49-F238E27FC236}">
                <a16:creationId xmlns:a16="http://schemas.microsoft.com/office/drawing/2014/main" id="{56CFACA8-F75F-1943-FD32-C0CEE0BE2AFD}"/>
              </a:ext>
            </a:extLst>
          </p:cNvPr>
          <p:cNvSpPr>
            <a:spLocks noGrp="1"/>
          </p:cNvSpPr>
          <p:nvPr>
            <p:ph type="body" sz="quarter" idx="15"/>
          </p:nvPr>
        </p:nvSpPr>
        <p:spPr>
          <a:xfrm>
            <a:off x="5664198" y="4845095"/>
            <a:ext cx="5760000" cy="900000"/>
          </a:xfrm>
        </p:spPr>
        <p:txBody>
          <a:bodyPr tIns="0" anchor="b" anchorCtr="0"/>
          <a:lstStyle>
            <a:lvl1pPr marL="0" indent="0">
              <a:spcAft>
                <a:spcPts val="0"/>
              </a:spcAft>
              <a:buNone/>
              <a:defRPr sz="1800">
                <a:solidFill>
                  <a:srgbClr val="05366C"/>
                </a:solidFill>
              </a:defRPr>
            </a:lvl1pPr>
            <a:lvl2pPr>
              <a:spcAft>
                <a:spcPts val="0"/>
              </a:spcAft>
              <a:defRPr sz="1800">
                <a:solidFill>
                  <a:srgbClr val="05366C"/>
                </a:solidFill>
              </a:defRPr>
            </a:lvl2pPr>
            <a:lvl3pPr>
              <a:spcAft>
                <a:spcPts val="0"/>
              </a:spcAft>
              <a:defRPr sz="1800">
                <a:solidFill>
                  <a:srgbClr val="05366C"/>
                </a:solidFill>
              </a:defRPr>
            </a:lvl3pPr>
            <a:lvl4pPr>
              <a:spcAft>
                <a:spcPts val="0"/>
              </a:spcAft>
              <a:defRPr sz="1800">
                <a:solidFill>
                  <a:srgbClr val="05366C"/>
                </a:solidFill>
              </a:defRPr>
            </a:lvl4pPr>
            <a:lvl5pPr>
              <a:spcAft>
                <a:spcPts val="0"/>
              </a:spcAft>
              <a:defRPr sz="1800">
                <a:solidFill>
                  <a:srgbClr val="05366C"/>
                </a:solidFill>
              </a:defRPr>
            </a:lvl5pPr>
          </a:lstStyle>
          <a:p>
            <a:pPr lvl="0"/>
            <a:r>
              <a:rPr lang="en-US"/>
              <a:t>Click to edit Master text styles</a:t>
            </a:r>
          </a:p>
        </p:txBody>
      </p:sp>
      <p:pic>
        <p:nvPicPr>
          <p:cNvPr id="10" name="Grafik 9">
            <a:extLst>
              <a:ext uri="{FF2B5EF4-FFF2-40B4-BE49-F238E27FC236}">
                <a16:creationId xmlns:a16="http://schemas.microsoft.com/office/drawing/2014/main" id="{ABDA5BC1-6401-1E59-9E4A-3BF57FA40E3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63528" y="2041590"/>
            <a:ext cx="3600837" cy="3600000"/>
          </a:xfrm>
          <a:prstGeom prst="ellipse">
            <a:avLst/>
          </a:prstGeom>
        </p:spPr>
      </p:pic>
      <p:sp>
        <p:nvSpPr>
          <p:cNvPr id="9" name="Bildplatzhalter 11">
            <a:extLst>
              <a:ext uri="{FF2B5EF4-FFF2-40B4-BE49-F238E27FC236}">
                <a16:creationId xmlns:a16="http://schemas.microsoft.com/office/drawing/2014/main" id="{EA89FABE-7572-1D29-9E79-313DA6769DF2}"/>
              </a:ext>
            </a:extLst>
          </p:cNvPr>
          <p:cNvSpPr>
            <a:spLocks noGrp="1" noChangeAspect="1"/>
          </p:cNvSpPr>
          <p:nvPr>
            <p:ph type="pic" sz="quarter" idx="13"/>
          </p:nvPr>
        </p:nvSpPr>
        <p:spPr>
          <a:xfrm>
            <a:off x="1164363" y="2046268"/>
            <a:ext cx="3600002" cy="3600000"/>
          </a:xfrm>
          <a:prstGeom prst="ellipse">
            <a:avLst/>
          </a:prstGeom>
          <a:solidFill>
            <a:schemeClr val="tx1">
              <a:lumMod val="10000"/>
              <a:lumOff val="90000"/>
            </a:schemeClr>
          </a:solidFill>
        </p:spPr>
        <p:txBody>
          <a:bodyPr/>
          <a:lstStyle>
            <a:lvl1pPr marL="0" indent="0">
              <a:buNone/>
              <a:defRPr sz="1000"/>
            </a:lvl1pPr>
          </a:lstStyle>
          <a:p>
            <a:r>
              <a:rPr lang="en-US"/>
              <a:t>Click icon to add picture</a:t>
            </a:r>
            <a:endParaRPr lang="en-GB" dirty="0"/>
          </a:p>
        </p:txBody>
      </p:sp>
      <p:sp>
        <p:nvSpPr>
          <p:cNvPr id="7" name="Foliennummernplatzhalter 6">
            <a:extLst>
              <a:ext uri="{FF2B5EF4-FFF2-40B4-BE49-F238E27FC236}">
                <a16:creationId xmlns:a16="http://schemas.microsoft.com/office/drawing/2014/main" id="{8EF975A0-41A4-8AD0-7E94-96D027C62EBD}"/>
              </a:ext>
            </a:extLst>
          </p:cNvPr>
          <p:cNvSpPr>
            <a:spLocks noGrp="1"/>
          </p:cNvSpPr>
          <p:nvPr>
            <p:ph type="sldNum" sz="quarter" idx="11"/>
          </p:nvPr>
        </p:nvSpPr>
        <p:spPr/>
        <p:txBody>
          <a:bodyPr/>
          <a:lstStyle/>
          <a:p>
            <a:fld id="{A5BA4405-8D4E-49B7-BDA6-6F19819F4CEB}" type="slidenum">
              <a:rPr lang="en-GB" smtClean="0"/>
              <a:pPr/>
              <a:t>‹#›</a:t>
            </a:fld>
            <a:endParaRPr lang="en-GB" dirty="0"/>
          </a:p>
        </p:txBody>
      </p:sp>
      <p:sp>
        <p:nvSpPr>
          <p:cNvPr id="6" name="Fußzeilenplatzhalter 5">
            <a:extLst>
              <a:ext uri="{FF2B5EF4-FFF2-40B4-BE49-F238E27FC236}">
                <a16:creationId xmlns:a16="http://schemas.microsoft.com/office/drawing/2014/main" id="{AE064B9D-9803-51F7-38FA-C33E9F7FF6FC}"/>
              </a:ext>
            </a:extLst>
          </p:cNvPr>
          <p:cNvSpPr>
            <a:spLocks noGrp="1"/>
          </p:cNvSpPr>
          <p:nvPr>
            <p:ph type="ftr" sz="quarter" idx="10"/>
          </p:nvPr>
        </p:nvSpPr>
        <p:spPr/>
        <p:txBody>
          <a:bodyPr/>
          <a:lstStyle/>
          <a:p>
            <a:r>
              <a:rPr lang="en-GB" dirty="0"/>
              <a:t>ZHAW School of Engineering | Institute | Document name</a:t>
            </a:r>
          </a:p>
        </p:txBody>
      </p:sp>
      <p:sp>
        <p:nvSpPr>
          <p:cNvPr id="2" name="Titel 1">
            <a:extLst>
              <a:ext uri="{FF2B5EF4-FFF2-40B4-BE49-F238E27FC236}">
                <a16:creationId xmlns:a16="http://schemas.microsoft.com/office/drawing/2014/main" id="{F696A4B3-7696-681B-2BC8-522284326E48}"/>
              </a:ext>
            </a:extLst>
          </p:cNvPr>
          <p:cNvSpPr>
            <a:spLocks noGrp="1"/>
          </p:cNvSpPr>
          <p:nvPr>
            <p:ph type="title"/>
          </p:nvPr>
        </p:nvSpPr>
        <p:spPr/>
        <p:txBody>
          <a:bodyPr/>
          <a:lstStyle/>
          <a:p>
            <a:r>
              <a:rPr lang="en-US"/>
              <a:t>Click to edit Master title style</a:t>
            </a:r>
            <a:endParaRPr lang="en-GB" dirty="0"/>
          </a:p>
        </p:txBody>
      </p:sp>
      <p:sp>
        <p:nvSpPr>
          <p:cNvPr id="14" name="Textplatzhalter 11">
            <a:extLst>
              <a:ext uri="{FF2B5EF4-FFF2-40B4-BE49-F238E27FC236}">
                <a16:creationId xmlns:a16="http://schemas.microsoft.com/office/drawing/2014/main" id="{3155B078-117B-554A-DE7E-652FEA92A3C7}"/>
              </a:ext>
            </a:extLst>
          </p:cNvPr>
          <p:cNvSpPr>
            <a:spLocks noGrp="1"/>
          </p:cNvSpPr>
          <p:nvPr>
            <p:ph type="body" sz="quarter" idx="14"/>
          </p:nvPr>
        </p:nvSpPr>
        <p:spPr>
          <a:xfrm>
            <a:off x="5664198" y="2046268"/>
            <a:ext cx="5760000" cy="2520000"/>
          </a:xfrm>
        </p:spPr>
        <p:txBody>
          <a:bodyPr tIns="252000" anchor="t" anchorCtr="0"/>
          <a:lstStyle>
            <a:lvl1pPr marL="0" indent="0">
              <a:spcAft>
                <a:spcPts val="0"/>
              </a:spcAft>
              <a:buNone/>
              <a:defRPr sz="2800">
                <a:solidFill>
                  <a:srgbClr val="05366C"/>
                </a:solidFill>
              </a:defRPr>
            </a:lvl1pPr>
            <a:lvl2pPr>
              <a:spcAft>
                <a:spcPts val="0"/>
              </a:spcAft>
              <a:defRPr>
                <a:solidFill>
                  <a:srgbClr val="05366C"/>
                </a:solidFill>
              </a:defRPr>
            </a:lvl2pPr>
            <a:lvl3pPr>
              <a:spcAft>
                <a:spcPts val="0"/>
              </a:spcAft>
              <a:defRPr>
                <a:solidFill>
                  <a:srgbClr val="05366C"/>
                </a:solidFill>
              </a:defRPr>
            </a:lvl3pPr>
            <a:lvl4pPr>
              <a:spcAft>
                <a:spcPts val="0"/>
              </a:spcAft>
              <a:defRPr>
                <a:solidFill>
                  <a:srgbClr val="05366C"/>
                </a:solidFill>
              </a:defRPr>
            </a:lvl4pPr>
            <a:lvl5pPr>
              <a:spcAft>
                <a:spcPts val="0"/>
              </a:spcAft>
              <a:defRPr>
                <a:solidFill>
                  <a:srgbClr val="05366C"/>
                </a:solidFill>
              </a:defRPr>
            </a:lvl5pPr>
          </a:lstStyle>
          <a:p>
            <a:pPr lvl="0"/>
            <a:r>
              <a:rPr lang="en-US"/>
              <a:t>Click to edit Master text styles</a:t>
            </a:r>
          </a:p>
        </p:txBody>
      </p:sp>
    </p:spTree>
    <p:extLst>
      <p:ext uri="{BB962C8B-B14F-4D97-AF65-F5344CB8AC3E}">
        <p14:creationId xmlns:p14="http://schemas.microsoft.com/office/powerpoint/2010/main" val="3248020230"/>
      </p:ext>
    </p:extLst>
  </p:cSld>
  <p:clrMapOvr>
    <a:masterClrMapping/>
  </p:clrMapOvr>
  <p:extLst>
    <p:ext uri="{DCECCB84-F9BA-43D5-87BE-67443E8EF086}">
      <p15:sldGuideLst xmlns:p15="http://schemas.microsoft.com/office/powerpoint/2012/main">
        <p15:guide id="1" pos="3568" userDrawn="1">
          <p15:clr>
            <a:srgbClr val="F26B43"/>
          </p15:clr>
        </p15:guide>
        <p15:guide id="2"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stimonials dunkel">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BC958F85-4C1B-2229-8E2C-73C511DF75E6}"/>
              </a:ext>
            </a:extLst>
          </p:cNvPr>
          <p:cNvSpPr/>
          <p:nvPr userDrawn="1"/>
        </p:nvSpPr>
        <p:spPr>
          <a:xfrm>
            <a:off x="408001" y="1628775"/>
            <a:ext cx="11376012" cy="4645025"/>
          </a:xfrm>
          <a:prstGeom prst="rect">
            <a:avLst/>
          </a:prstGeom>
          <a:solidFill>
            <a:srgbClr val="0536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EFFFF"/>
              </a:solidFill>
              <a:effectLst/>
              <a:uLnTx/>
              <a:uFillTx/>
              <a:latin typeface="Arial" panose="020B0604020202020204"/>
              <a:ea typeface="+mn-ea"/>
              <a:cs typeface="+mn-cs"/>
            </a:endParaRPr>
          </a:p>
        </p:txBody>
      </p:sp>
      <p:sp>
        <p:nvSpPr>
          <p:cNvPr id="9" name="Bildplatzhalter 11">
            <a:extLst>
              <a:ext uri="{FF2B5EF4-FFF2-40B4-BE49-F238E27FC236}">
                <a16:creationId xmlns:a16="http://schemas.microsoft.com/office/drawing/2014/main" id="{EA89FABE-7572-1D29-9E79-313DA6769DF2}"/>
              </a:ext>
            </a:extLst>
          </p:cNvPr>
          <p:cNvSpPr>
            <a:spLocks noGrp="1" noChangeAspect="1"/>
          </p:cNvSpPr>
          <p:nvPr>
            <p:ph type="pic" sz="quarter" idx="13"/>
          </p:nvPr>
        </p:nvSpPr>
        <p:spPr>
          <a:xfrm>
            <a:off x="7725704" y="2046268"/>
            <a:ext cx="3600002" cy="3600000"/>
          </a:xfrm>
          <a:prstGeom prst="ellipse">
            <a:avLst/>
          </a:prstGeom>
          <a:solidFill>
            <a:schemeClr val="tx1">
              <a:lumMod val="10000"/>
              <a:lumOff val="90000"/>
            </a:schemeClr>
          </a:solidFill>
        </p:spPr>
        <p:txBody>
          <a:bodyPr/>
          <a:lstStyle>
            <a:lvl1pPr marL="0" indent="0">
              <a:buNone/>
              <a:defRPr sz="1000"/>
            </a:lvl1pPr>
          </a:lstStyle>
          <a:p>
            <a:r>
              <a:rPr lang="en-US"/>
              <a:t>Click icon to add picture</a:t>
            </a:r>
            <a:endParaRPr lang="en-GB" dirty="0"/>
          </a:p>
        </p:txBody>
      </p:sp>
      <p:sp>
        <p:nvSpPr>
          <p:cNvPr id="15" name="Textplatzhalter 11">
            <a:extLst>
              <a:ext uri="{FF2B5EF4-FFF2-40B4-BE49-F238E27FC236}">
                <a16:creationId xmlns:a16="http://schemas.microsoft.com/office/drawing/2014/main" id="{56CFACA8-F75F-1943-FD32-C0CEE0BE2AFD}"/>
              </a:ext>
            </a:extLst>
          </p:cNvPr>
          <p:cNvSpPr>
            <a:spLocks noGrp="1"/>
          </p:cNvSpPr>
          <p:nvPr>
            <p:ph type="body" sz="quarter" idx="15"/>
          </p:nvPr>
        </p:nvSpPr>
        <p:spPr>
          <a:xfrm>
            <a:off x="911225" y="4845095"/>
            <a:ext cx="5760000" cy="900000"/>
          </a:xfrm>
        </p:spPr>
        <p:txBody>
          <a:bodyPr tIns="0" anchor="b" anchorCtr="0"/>
          <a:lstStyle>
            <a:lvl1pPr marL="0" indent="0">
              <a:spcAft>
                <a:spcPts val="0"/>
              </a:spcAft>
              <a:buNone/>
              <a:defRPr sz="1800">
                <a:solidFill>
                  <a:srgbClr val="FFFFFF"/>
                </a:solidFill>
              </a:defRPr>
            </a:lvl1pPr>
            <a:lvl2pPr>
              <a:spcAft>
                <a:spcPts val="0"/>
              </a:spcAft>
              <a:defRPr sz="1800">
                <a:solidFill>
                  <a:srgbClr val="05366C"/>
                </a:solidFill>
              </a:defRPr>
            </a:lvl2pPr>
            <a:lvl3pPr>
              <a:spcAft>
                <a:spcPts val="0"/>
              </a:spcAft>
              <a:defRPr sz="1800">
                <a:solidFill>
                  <a:srgbClr val="05366C"/>
                </a:solidFill>
              </a:defRPr>
            </a:lvl3pPr>
            <a:lvl4pPr>
              <a:spcAft>
                <a:spcPts val="0"/>
              </a:spcAft>
              <a:defRPr sz="1800">
                <a:solidFill>
                  <a:srgbClr val="05366C"/>
                </a:solidFill>
              </a:defRPr>
            </a:lvl4pPr>
            <a:lvl5pPr>
              <a:spcAft>
                <a:spcPts val="0"/>
              </a:spcAft>
              <a:defRPr sz="1800">
                <a:solidFill>
                  <a:srgbClr val="05366C"/>
                </a:solidFill>
              </a:defRPr>
            </a:lvl5pPr>
          </a:lstStyle>
          <a:p>
            <a:pPr lvl="0"/>
            <a:r>
              <a:rPr lang="en-US"/>
              <a:t>Click to edit Master text styles</a:t>
            </a:r>
          </a:p>
        </p:txBody>
      </p:sp>
      <p:sp>
        <p:nvSpPr>
          <p:cNvPr id="7" name="Foliennummernplatzhalter 6">
            <a:extLst>
              <a:ext uri="{FF2B5EF4-FFF2-40B4-BE49-F238E27FC236}">
                <a16:creationId xmlns:a16="http://schemas.microsoft.com/office/drawing/2014/main" id="{8EF975A0-41A4-8AD0-7E94-96D027C62EBD}"/>
              </a:ext>
            </a:extLst>
          </p:cNvPr>
          <p:cNvSpPr>
            <a:spLocks noGrp="1"/>
          </p:cNvSpPr>
          <p:nvPr>
            <p:ph type="sldNum" sz="quarter" idx="11"/>
          </p:nvPr>
        </p:nvSpPr>
        <p:spPr/>
        <p:txBody>
          <a:bodyPr/>
          <a:lstStyle/>
          <a:p>
            <a:fld id="{A5BA4405-8D4E-49B7-BDA6-6F19819F4CEB}" type="slidenum">
              <a:rPr lang="en-GB" smtClean="0"/>
              <a:pPr/>
              <a:t>‹#›</a:t>
            </a:fld>
            <a:endParaRPr lang="en-GB" dirty="0"/>
          </a:p>
        </p:txBody>
      </p:sp>
      <p:sp>
        <p:nvSpPr>
          <p:cNvPr id="6" name="Fußzeilenplatzhalter 5">
            <a:extLst>
              <a:ext uri="{FF2B5EF4-FFF2-40B4-BE49-F238E27FC236}">
                <a16:creationId xmlns:a16="http://schemas.microsoft.com/office/drawing/2014/main" id="{AE064B9D-9803-51F7-38FA-C33E9F7FF6FC}"/>
              </a:ext>
            </a:extLst>
          </p:cNvPr>
          <p:cNvSpPr>
            <a:spLocks noGrp="1"/>
          </p:cNvSpPr>
          <p:nvPr>
            <p:ph type="ftr" sz="quarter" idx="10"/>
          </p:nvPr>
        </p:nvSpPr>
        <p:spPr/>
        <p:txBody>
          <a:bodyPr/>
          <a:lstStyle/>
          <a:p>
            <a:r>
              <a:rPr lang="en-GB" dirty="0"/>
              <a:t>ZHAW School of Engineering | Institute | Document name</a:t>
            </a:r>
          </a:p>
        </p:txBody>
      </p:sp>
      <p:sp>
        <p:nvSpPr>
          <p:cNvPr id="2" name="Titel 1">
            <a:extLst>
              <a:ext uri="{FF2B5EF4-FFF2-40B4-BE49-F238E27FC236}">
                <a16:creationId xmlns:a16="http://schemas.microsoft.com/office/drawing/2014/main" id="{F696A4B3-7696-681B-2BC8-522284326E48}"/>
              </a:ext>
            </a:extLst>
          </p:cNvPr>
          <p:cNvSpPr>
            <a:spLocks noGrp="1"/>
          </p:cNvSpPr>
          <p:nvPr>
            <p:ph type="title"/>
          </p:nvPr>
        </p:nvSpPr>
        <p:spPr/>
        <p:txBody>
          <a:bodyPr/>
          <a:lstStyle/>
          <a:p>
            <a:r>
              <a:rPr lang="en-US"/>
              <a:t>Click to edit Master title style</a:t>
            </a:r>
            <a:endParaRPr lang="en-GB" dirty="0"/>
          </a:p>
        </p:txBody>
      </p:sp>
      <p:sp>
        <p:nvSpPr>
          <p:cNvPr id="14" name="Textplatzhalter 11">
            <a:extLst>
              <a:ext uri="{FF2B5EF4-FFF2-40B4-BE49-F238E27FC236}">
                <a16:creationId xmlns:a16="http://schemas.microsoft.com/office/drawing/2014/main" id="{3155B078-117B-554A-DE7E-652FEA92A3C7}"/>
              </a:ext>
            </a:extLst>
          </p:cNvPr>
          <p:cNvSpPr>
            <a:spLocks noGrp="1"/>
          </p:cNvSpPr>
          <p:nvPr>
            <p:ph type="body" sz="quarter" idx="14"/>
          </p:nvPr>
        </p:nvSpPr>
        <p:spPr>
          <a:xfrm>
            <a:off x="911225" y="2046268"/>
            <a:ext cx="5760000" cy="2520000"/>
          </a:xfrm>
        </p:spPr>
        <p:txBody>
          <a:bodyPr tIns="252000" anchor="t" anchorCtr="0"/>
          <a:lstStyle>
            <a:lvl1pPr marL="0" indent="0">
              <a:spcAft>
                <a:spcPts val="0"/>
              </a:spcAft>
              <a:buNone/>
              <a:defRPr sz="2800">
                <a:solidFill>
                  <a:srgbClr val="FFFFFF"/>
                </a:solidFill>
              </a:defRPr>
            </a:lvl1pPr>
            <a:lvl2pPr>
              <a:spcAft>
                <a:spcPts val="0"/>
              </a:spcAft>
              <a:defRPr>
                <a:solidFill>
                  <a:srgbClr val="05366C"/>
                </a:solidFill>
              </a:defRPr>
            </a:lvl2pPr>
            <a:lvl3pPr>
              <a:spcAft>
                <a:spcPts val="0"/>
              </a:spcAft>
              <a:defRPr>
                <a:solidFill>
                  <a:srgbClr val="05366C"/>
                </a:solidFill>
              </a:defRPr>
            </a:lvl3pPr>
            <a:lvl4pPr>
              <a:spcAft>
                <a:spcPts val="0"/>
              </a:spcAft>
              <a:defRPr>
                <a:solidFill>
                  <a:srgbClr val="05366C"/>
                </a:solidFill>
              </a:defRPr>
            </a:lvl4pPr>
            <a:lvl5pPr>
              <a:spcAft>
                <a:spcPts val="0"/>
              </a:spcAft>
              <a:defRPr>
                <a:solidFill>
                  <a:srgbClr val="05366C"/>
                </a:solidFill>
              </a:defRPr>
            </a:lvl5pPr>
          </a:lstStyle>
          <a:p>
            <a:pPr lvl="0"/>
            <a:r>
              <a:rPr lang="en-US"/>
              <a:t>Click to edit Master text styles</a:t>
            </a:r>
          </a:p>
        </p:txBody>
      </p:sp>
    </p:spTree>
    <p:extLst>
      <p:ext uri="{BB962C8B-B14F-4D97-AF65-F5344CB8AC3E}">
        <p14:creationId xmlns:p14="http://schemas.microsoft.com/office/powerpoint/2010/main" val="2113486655"/>
      </p:ext>
    </p:extLst>
  </p:cSld>
  <p:clrMapOvr>
    <a:masterClrMapping/>
  </p:clrMapOvr>
  <p:extLst>
    <p:ext uri="{DCECCB84-F9BA-43D5-87BE-67443E8EF086}">
      <p15:sldGuideLst xmlns:p15="http://schemas.microsoft.com/office/powerpoint/2012/main">
        <p15:guide id="1" pos="574" userDrawn="1">
          <p15:clr>
            <a:srgbClr val="F26B43"/>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65395F99-6153-C27E-C2F8-B77463599254}"/>
              </a:ext>
            </a:extLst>
          </p:cNvPr>
          <p:cNvSpPr>
            <a:spLocks noGrp="1"/>
          </p:cNvSpPr>
          <p:nvPr>
            <p:ph type="sldNum" sz="quarter" idx="11"/>
          </p:nvPr>
        </p:nvSpPr>
        <p:spPr/>
        <p:txBody>
          <a:bodyPr/>
          <a:lstStyle/>
          <a:p>
            <a:fld id="{A5BA4405-8D4E-49B7-BDA6-6F19819F4CEB}" type="slidenum">
              <a:rPr lang="en-GB" smtClean="0"/>
              <a:pPr/>
              <a:t>‹#›</a:t>
            </a:fld>
            <a:endParaRPr lang="en-GB" dirty="0"/>
          </a:p>
        </p:txBody>
      </p:sp>
      <p:sp>
        <p:nvSpPr>
          <p:cNvPr id="5" name="Fußzeilenplatzhalter 4">
            <a:extLst>
              <a:ext uri="{FF2B5EF4-FFF2-40B4-BE49-F238E27FC236}">
                <a16:creationId xmlns:a16="http://schemas.microsoft.com/office/drawing/2014/main" id="{A438F756-697B-7018-29B6-F66509D3156A}"/>
              </a:ext>
            </a:extLst>
          </p:cNvPr>
          <p:cNvSpPr>
            <a:spLocks noGrp="1"/>
          </p:cNvSpPr>
          <p:nvPr>
            <p:ph type="ftr" sz="quarter" idx="10"/>
          </p:nvPr>
        </p:nvSpPr>
        <p:spPr/>
        <p:txBody>
          <a:bodyPr/>
          <a:lstStyle/>
          <a:p>
            <a:r>
              <a:rPr lang="en-GB" dirty="0"/>
              <a:t>ZHAW School of Engineering | Institute | Document name</a:t>
            </a:r>
          </a:p>
        </p:txBody>
      </p:sp>
    </p:spTree>
    <p:extLst>
      <p:ext uri="{BB962C8B-B14F-4D97-AF65-F5344CB8AC3E}">
        <p14:creationId xmlns:p14="http://schemas.microsoft.com/office/powerpoint/2010/main" val="30225140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Leer hell">
    <p:bg>
      <p:bgPr>
        <a:solidFill>
          <a:srgbClr val="9ADCF6"/>
        </a:solidFill>
        <a:effectLst/>
      </p:bgPr>
    </p:bg>
    <p:spTree>
      <p:nvGrpSpPr>
        <p:cNvPr id="1" name=""/>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401EB8B8-07F2-55BE-4A60-7EE5EB0CC398}"/>
              </a:ext>
            </a:extLst>
          </p:cNvPr>
          <p:cNvSpPr>
            <a:spLocks noGrp="1"/>
          </p:cNvSpPr>
          <p:nvPr>
            <p:ph type="ftr" sz="quarter" idx="10"/>
          </p:nvPr>
        </p:nvSpPr>
        <p:spPr/>
        <p:txBody>
          <a:bodyPr/>
          <a:lstStyle/>
          <a:p>
            <a:r>
              <a:rPr lang="en-GB" dirty="0"/>
              <a:t>ZHAW School of Engineering | Institute | Document name</a:t>
            </a:r>
          </a:p>
        </p:txBody>
      </p:sp>
      <p:sp>
        <p:nvSpPr>
          <p:cNvPr id="3" name="Foliennummernplatzhalter 2">
            <a:extLst>
              <a:ext uri="{FF2B5EF4-FFF2-40B4-BE49-F238E27FC236}">
                <a16:creationId xmlns:a16="http://schemas.microsoft.com/office/drawing/2014/main" id="{068DC6A6-FEC6-82CF-9CD1-221FC8A175CA}"/>
              </a:ext>
            </a:extLst>
          </p:cNvPr>
          <p:cNvSpPr>
            <a:spLocks noGrp="1"/>
          </p:cNvSpPr>
          <p:nvPr>
            <p:ph type="sldNum" sz="quarter" idx="11"/>
          </p:nvPr>
        </p:nvSpPr>
        <p:spPr/>
        <p:txBody>
          <a:bodyPr/>
          <a:lstStyle/>
          <a:p>
            <a:fld id="{A5BA4405-8D4E-49B7-BDA6-6F19819F4CEB}" type="slidenum">
              <a:rPr lang="en-GB" smtClean="0"/>
              <a:pPr/>
              <a:t>‹#›</a:t>
            </a:fld>
            <a:endParaRPr lang="en-GB" dirty="0"/>
          </a:p>
        </p:txBody>
      </p:sp>
    </p:spTree>
    <p:extLst>
      <p:ext uri="{BB962C8B-B14F-4D97-AF65-F5344CB8AC3E}">
        <p14:creationId xmlns:p14="http://schemas.microsoft.com/office/powerpoint/2010/main" val="41745831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Leer dunkel">
    <p:bg>
      <p:bgPr>
        <a:solidFill>
          <a:srgbClr val="05366C"/>
        </a:solidFill>
        <a:effectLst/>
      </p:bgPr>
    </p:bg>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65395F99-6153-C27E-C2F8-B77463599254}"/>
              </a:ext>
            </a:extLst>
          </p:cNvPr>
          <p:cNvSpPr>
            <a:spLocks noGrp="1"/>
          </p:cNvSpPr>
          <p:nvPr>
            <p:ph type="sldNum" sz="quarter" idx="11"/>
          </p:nvPr>
        </p:nvSpPr>
        <p:spPr/>
        <p:txBody>
          <a:bodyPr/>
          <a:lstStyle>
            <a:lvl1pPr>
              <a:defRPr>
                <a:solidFill>
                  <a:srgbClr val="FFFFFF"/>
                </a:solidFill>
              </a:defRPr>
            </a:lvl1pPr>
          </a:lstStyle>
          <a:p>
            <a:fld id="{A5BA4405-8D4E-49B7-BDA6-6F19819F4CEB}" type="slidenum">
              <a:rPr lang="en-GB" smtClean="0"/>
              <a:pPr/>
              <a:t>‹#›</a:t>
            </a:fld>
            <a:endParaRPr lang="en-GB" dirty="0"/>
          </a:p>
        </p:txBody>
      </p:sp>
      <p:sp>
        <p:nvSpPr>
          <p:cNvPr id="5" name="Fußzeilenplatzhalter 4">
            <a:extLst>
              <a:ext uri="{FF2B5EF4-FFF2-40B4-BE49-F238E27FC236}">
                <a16:creationId xmlns:a16="http://schemas.microsoft.com/office/drawing/2014/main" id="{A438F756-697B-7018-29B6-F66509D3156A}"/>
              </a:ext>
            </a:extLst>
          </p:cNvPr>
          <p:cNvSpPr>
            <a:spLocks noGrp="1"/>
          </p:cNvSpPr>
          <p:nvPr>
            <p:ph type="ftr" sz="quarter" idx="10"/>
          </p:nvPr>
        </p:nvSpPr>
        <p:spPr/>
        <p:txBody>
          <a:bodyPr/>
          <a:lstStyle>
            <a:lvl1pPr>
              <a:defRPr>
                <a:solidFill>
                  <a:srgbClr val="FFFFFF"/>
                </a:solidFill>
              </a:defRPr>
            </a:lvl1pPr>
          </a:lstStyle>
          <a:p>
            <a:r>
              <a:rPr lang="en-GB" dirty="0"/>
              <a:t>ZHAW School of Engineering | Institute | Document name</a:t>
            </a:r>
          </a:p>
        </p:txBody>
      </p:sp>
    </p:spTree>
    <p:extLst>
      <p:ext uri="{BB962C8B-B14F-4D97-AF65-F5344CB8AC3E}">
        <p14:creationId xmlns:p14="http://schemas.microsoft.com/office/powerpoint/2010/main" val="150528903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Dankefolie hell">
    <p:bg>
      <p:bgPr>
        <a:solidFill>
          <a:srgbClr val="9ADCF6"/>
        </a:solidFill>
        <a:effectLst/>
      </p:bgPr>
    </p:bg>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8EF975A0-41A4-8AD0-7E94-96D027C62EBD}"/>
              </a:ext>
            </a:extLst>
          </p:cNvPr>
          <p:cNvSpPr>
            <a:spLocks noGrp="1"/>
          </p:cNvSpPr>
          <p:nvPr>
            <p:ph type="sldNum" sz="quarter" idx="11"/>
          </p:nvPr>
        </p:nvSpPr>
        <p:spPr/>
        <p:txBody>
          <a:bodyPr/>
          <a:lstStyle/>
          <a:p>
            <a:fld id="{A5BA4405-8D4E-49B7-BDA6-6F19819F4CEB}" type="slidenum">
              <a:rPr lang="en-GB" smtClean="0"/>
              <a:pPr/>
              <a:t>‹#›</a:t>
            </a:fld>
            <a:endParaRPr lang="en-GB" dirty="0"/>
          </a:p>
        </p:txBody>
      </p:sp>
      <p:sp>
        <p:nvSpPr>
          <p:cNvPr id="6" name="Fußzeilenplatzhalter 5">
            <a:extLst>
              <a:ext uri="{FF2B5EF4-FFF2-40B4-BE49-F238E27FC236}">
                <a16:creationId xmlns:a16="http://schemas.microsoft.com/office/drawing/2014/main" id="{AE064B9D-9803-51F7-38FA-C33E9F7FF6FC}"/>
              </a:ext>
            </a:extLst>
          </p:cNvPr>
          <p:cNvSpPr>
            <a:spLocks noGrp="1"/>
          </p:cNvSpPr>
          <p:nvPr>
            <p:ph type="ftr" sz="quarter" idx="10"/>
          </p:nvPr>
        </p:nvSpPr>
        <p:spPr/>
        <p:txBody>
          <a:bodyPr/>
          <a:lstStyle/>
          <a:p>
            <a:r>
              <a:rPr lang="en-GB" dirty="0"/>
              <a:t>ZHAW School of Engineering | Institute | Document name</a:t>
            </a:r>
          </a:p>
        </p:txBody>
      </p:sp>
      <p:sp>
        <p:nvSpPr>
          <p:cNvPr id="2" name="Titel 1">
            <a:extLst>
              <a:ext uri="{FF2B5EF4-FFF2-40B4-BE49-F238E27FC236}">
                <a16:creationId xmlns:a16="http://schemas.microsoft.com/office/drawing/2014/main" id="{F696A4B3-7696-681B-2BC8-522284326E48}"/>
              </a:ext>
            </a:extLst>
          </p:cNvPr>
          <p:cNvSpPr>
            <a:spLocks noGrp="1"/>
          </p:cNvSpPr>
          <p:nvPr>
            <p:ph type="title"/>
          </p:nvPr>
        </p:nvSpPr>
        <p:spPr>
          <a:xfrm>
            <a:off x="407988" y="260350"/>
            <a:ext cx="5543550" cy="5653088"/>
          </a:xfrm>
        </p:spPr>
        <p:txBody>
          <a:bodyPr/>
          <a:lstStyle/>
          <a:p>
            <a:r>
              <a:rPr lang="en-US"/>
              <a:t>Click to edit Master title style</a:t>
            </a:r>
            <a:endParaRPr lang="en-GB" dirty="0"/>
          </a:p>
        </p:txBody>
      </p:sp>
    </p:spTree>
    <p:extLst>
      <p:ext uri="{BB962C8B-B14F-4D97-AF65-F5344CB8AC3E}">
        <p14:creationId xmlns:p14="http://schemas.microsoft.com/office/powerpoint/2010/main" val="336006875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Dankefolie dunkel">
    <p:bg>
      <p:bgPr>
        <a:solidFill>
          <a:srgbClr val="05366C"/>
        </a:solidFill>
        <a:effectLst/>
      </p:bgPr>
    </p:bg>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8EF975A0-41A4-8AD0-7E94-96D027C62EBD}"/>
              </a:ext>
            </a:extLst>
          </p:cNvPr>
          <p:cNvSpPr>
            <a:spLocks noGrp="1"/>
          </p:cNvSpPr>
          <p:nvPr>
            <p:ph type="sldNum" sz="quarter" idx="11"/>
          </p:nvPr>
        </p:nvSpPr>
        <p:spPr bwMode="black"/>
        <p:txBody>
          <a:bodyPr/>
          <a:lstStyle>
            <a:lvl1pPr>
              <a:defRPr>
                <a:solidFill>
                  <a:srgbClr val="FFFFFF"/>
                </a:solidFill>
              </a:defRPr>
            </a:lvl1pPr>
          </a:lstStyle>
          <a:p>
            <a:fld id="{A5BA4405-8D4E-49B7-BDA6-6F19819F4CEB}" type="slidenum">
              <a:rPr lang="en-GB" smtClean="0"/>
              <a:pPr/>
              <a:t>‹#›</a:t>
            </a:fld>
            <a:endParaRPr lang="en-GB" dirty="0"/>
          </a:p>
        </p:txBody>
      </p:sp>
      <p:sp>
        <p:nvSpPr>
          <p:cNvPr id="6" name="Fußzeilenplatzhalter 5">
            <a:extLst>
              <a:ext uri="{FF2B5EF4-FFF2-40B4-BE49-F238E27FC236}">
                <a16:creationId xmlns:a16="http://schemas.microsoft.com/office/drawing/2014/main" id="{AE064B9D-9803-51F7-38FA-C33E9F7FF6FC}"/>
              </a:ext>
            </a:extLst>
          </p:cNvPr>
          <p:cNvSpPr>
            <a:spLocks noGrp="1"/>
          </p:cNvSpPr>
          <p:nvPr>
            <p:ph type="ftr" sz="quarter" idx="10"/>
          </p:nvPr>
        </p:nvSpPr>
        <p:spPr bwMode="black"/>
        <p:txBody>
          <a:bodyPr/>
          <a:lstStyle>
            <a:lvl1pPr>
              <a:defRPr>
                <a:solidFill>
                  <a:srgbClr val="FFFFFF"/>
                </a:solidFill>
              </a:defRPr>
            </a:lvl1pPr>
          </a:lstStyle>
          <a:p>
            <a:r>
              <a:rPr lang="en-GB" dirty="0"/>
              <a:t>ZHAW School of Engineering | Institute | Document name</a:t>
            </a:r>
          </a:p>
        </p:txBody>
      </p:sp>
      <p:sp>
        <p:nvSpPr>
          <p:cNvPr id="2" name="Titel 1">
            <a:extLst>
              <a:ext uri="{FF2B5EF4-FFF2-40B4-BE49-F238E27FC236}">
                <a16:creationId xmlns:a16="http://schemas.microsoft.com/office/drawing/2014/main" id="{F696A4B3-7696-681B-2BC8-522284326E48}"/>
              </a:ext>
            </a:extLst>
          </p:cNvPr>
          <p:cNvSpPr>
            <a:spLocks noGrp="1"/>
          </p:cNvSpPr>
          <p:nvPr>
            <p:ph type="title"/>
          </p:nvPr>
        </p:nvSpPr>
        <p:spPr bwMode="black">
          <a:xfrm>
            <a:off x="407988" y="260350"/>
            <a:ext cx="5543550" cy="5653088"/>
          </a:xfrm>
        </p:spPr>
        <p:txBody>
          <a:bodyPr/>
          <a:lstStyle>
            <a:lvl1pPr>
              <a:defRPr>
                <a:solidFill>
                  <a:srgbClr val="FFFFFF"/>
                </a:solidFill>
              </a:defRPr>
            </a:lvl1pPr>
          </a:lstStyle>
          <a:p>
            <a:r>
              <a:rPr lang="en-US"/>
              <a:t>Click to edit Master title style</a:t>
            </a:r>
            <a:endParaRPr lang="en-GB" dirty="0"/>
          </a:p>
        </p:txBody>
      </p:sp>
    </p:spTree>
    <p:extLst>
      <p:ext uri="{BB962C8B-B14F-4D97-AF65-F5344CB8AC3E}">
        <p14:creationId xmlns:p14="http://schemas.microsoft.com/office/powerpoint/2010/main" val="35788675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chlussfolie hell">
    <p:bg>
      <p:bgPr>
        <a:solidFill>
          <a:srgbClr val="9ADCF6"/>
        </a:solidFill>
        <a:effectLst/>
      </p:bgPr>
    </p:bg>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A438F756-697B-7018-29B6-F66509D3156A}"/>
              </a:ext>
            </a:extLst>
          </p:cNvPr>
          <p:cNvSpPr>
            <a:spLocks noGrp="1"/>
          </p:cNvSpPr>
          <p:nvPr>
            <p:ph type="ftr" sz="quarter" idx="10"/>
          </p:nvPr>
        </p:nvSpPr>
        <p:spPr/>
        <p:txBody>
          <a:bodyPr/>
          <a:lstStyle/>
          <a:p>
            <a:r>
              <a:rPr lang="en-GB" dirty="0"/>
              <a:t>ZHAW School of Engineering | Institute | Document name</a:t>
            </a:r>
          </a:p>
        </p:txBody>
      </p:sp>
      <p:sp>
        <p:nvSpPr>
          <p:cNvPr id="9" name="Textplatzhalter 6">
            <a:extLst>
              <a:ext uri="{FF2B5EF4-FFF2-40B4-BE49-F238E27FC236}">
                <a16:creationId xmlns:a16="http://schemas.microsoft.com/office/drawing/2014/main" id="{459C1730-4C19-6280-8779-5CE7D0A8841E}"/>
              </a:ext>
            </a:extLst>
          </p:cNvPr>
          <p:cNvSpPr>
            <a:spLocks noGrp="1"/>
          </p:cNvSpPr>
          <p:nvPr>
            <p:ph type="body" sz="quarter" idx="12" hasCustomPrompt="1"/>
          </p:nvPr>
        </p:nvSpPr>
        <p:spPr>
          <a:xfrm>
            <a:off x="407989" y="883725"/>
            <a:ext cx="3600450" cy="5029714"/>
          </a:xfrm>
        </p:spPr>
        <p:txBody>
          <a:bodyPr/>
          <a:lstStyle>
            <a:lvl1pPr marL="0" indent="0">
              <a:lnSpc>
                <a:spcPct val="107000"/>
              </a:lnSpc>
              <a:spcAft>
                <a:spcPts val="0"/>
              </a:spcAft>
              <a:buNone/>
              <a:defRPr sz="900"/>
            </a:lvl1pPr>
            <a:lvl2pPr marL="180000" indent="0">
              <a:lnSpc>
                <a:spcPct val="107000"/>
              </a:lnSpc>
              <a:buNone/>
              <a:defRPr sz="900"/>
            </a:lvl2pPr>
            <a:lvl3pPr marL="360000" indent="0">
              <a:lnSpc>
                <a:spcPct val="107000"/>
              </a:lnSpc>
              <a:buNone/>
              <a:defRPr sz="900"/>
            </a:lvl3pPr>
            <a:lvl4pPr marL="540000" indent="0">
              <a:lnSpc>
                <a:spcPct val="107000"/>
              </a:lnSpc>
              <a:buNone/>
              <a:defRPr sz="900"/>
            </a:lvl4pPr>
            <a:lvl5pPr marL="720000" indent="0">
              <a:lnSpc>
                <a:spcPct val="107000"/>
              </a:lnSpc>
              <a:buNone/>
              <a:defRPr sz="900"/>
            </a:lvl5pPr>
          </a:lstStyle>
          <a:p>
            <a:pPr lvl="0"/>
            <a:r>
              <a:rPr lang="en-GB" noProof="1"/>
              <a:t>Organisationseinheit, Adresse und Kontaktdaten hinzufügen</a:t>
            </a:r>
          </a:p>
        </p:txBody>
      </p:sp>
      <p:sp>
        <p:nvSpPr>
          <p:cNvPr id="2" name="Titel 1">
            <a:extLst>
              <a:ext uri="{FF2B5EF4-FFF2-40B4-BE49-F238E27FC236}">
                <a16:creationId xmlns:a16="http://schemas.microsoft.com/office/drawing/2014/main" id="{38F0FFA6-C80A-D2AA-36F8-0D827D09052D}"/>
              </a:ext>
            </a:extLst>
          </p:cNvPr>
          <p:cNvSpPr>
            <a:spLocks noGrp="1"/>
          </p:cNvSpPr>
          <p:nvPr>
            <p:ph type="title" hasCustomPrompt="1"/>
          </p:nvPr>
        </p:nvSpPr>
        <p:spPr>
          <a:xfrm>
            <a:off x="407989" y="736601"/>
            <a:ext cx="3600000" cy="144000"/>
          </a:xfrm>
        </p:spPr>
        <p:txBody>
          <a:bodyPr/>
          <a:lstStyle>
            <a:lvl1pPr>
              <a:defRPr lang="de-CH" sz="900" b="1" kern="1200" dirty="0">
                <a:solidFill>
                  <a:schemeClr val="tx1"/>
                </a:solidFill>
                <a:latin typeface="+mn-lt"/>
                <a:ea typeface="+mn-ea"/>
                <a:cs typeface="+mn-cs"/>
              </a:defRPr>
            </a:lvl1pPr>
          </a:lstStyle>
          <a:p>
            <a:pPr marL="0" lvl="0" indent="0" algn="l" defTabSz="914400" rtl="0" eaLnBrk="1" latinLnBrk="0" hangingPunct="1">
              <a:lnSpc>
                <a:spcPct val="107000"/>
              </a:lnSpc>
              <a:spcBef>
                <a:spcPts val="0"/>
              </a:spcBef>
              <a:buFont typeface="Arial" panose="020B0604020202020204" pitchFamily="34" charset="0"/>
              <a:buNone/>
            </a:pPr>
            <a:r>
              <a:rPr lang="en-GB" dirty="0" err="1"/>
              <a:t>Departementsname</a:t>
            </a:r>
            <a:r>
              <a:rPr lang="en-GB" dirty="0"/>
              <a:t> </a:t>
            </a:r>
            <a:r>
              <a:rPr lang="en-GB" dirty="0" err="1"/>
              <a:t>hinzufügen</a:t>
            </a:r>
            <a:endParaRPr lang="en-GB" dirty="0"/>
          </a:p>
        </p:txBody>
      </p:sp>
      <p:sp>
        <p:nvSpPr>
          <p:cNvPr id="8" name="ZHAW">
            <a:extLst>
              <a:ext uri="{FF2B5EF4-FFF2-40B4-BE49-F238E27FC236}">
                <a16:creationId xmlns:a16="http://schemas.microsoft.com/office/drawing/2014/main" id="{154B8393-179C-8341-BA0F-5AD2AFC324ED}"/>
              </a:ext>
            </a:extLst>
          </p:cNvPr>
          <p:cNvSpPr txBox="1"/>
          <p:nvPr userDrawn="1"/>
        </p:nvSpPr>
        <p:spPr>
          <a:xfrm>
            <a:off x="407988" y="343385"/>
            <a:ext cx="3600450" cy="288000"/>
          </a:xfrm>
          <a:prstGeom prst="rect">
            <a:avLst/>
          </a:prstGeom>
          <a:noFill/>
        </p:spPr>
        <p:txBody>
          <a:bodyPr wrap="square" lIns="0" tIns="0" rIns="0" bIns="0" rtlCol="0">
            <a:noAutofit/>
          </a:bodyPr>
          <a:lstStyle/>
          <a:p>
            <a:pPr>
              <a:lnSpc>
                <a:spcPct val="107000"/>
              </a:lnSpc>
            </a:pPr>
            <a:r>
              <a:rPr lang="en-GB" sz="900" dirty="0"/>
              <a:t>Zurich University of</a:t>
            </a:r>
          </a:p>
          <a:p>
            <a:pPr>
              <a:lnSpc>
                <a:spcPct val="107000"/>
              </a:lnSpc>
            </a:pPr>
            <a:r>
              <a:rPr lang="en-GB" sz="900" dirty="0"/>
              <a:t>Applied Sciences</a:t>
            </a:r>
          </a:p>
        </p:txBody>
      </p:sp>
    </p:spTree>
    <p:extLst>
      <p:ext uri="{BB962C8B-B14F-4D97-AF65-F5344CB8AC3E}">
        <p14:creationId xmlns:p14="http://schemas.microsoft.com/office/powerpoint/2010/main" val="310146872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chlussfolie dunkel">
    <p:bg>
      <p:bgPr>
        <a:solidFill>
          <a:srgbClr val="05366C"/>
        </a:solidFill>
        <a:effectLst/>
      </p:bgPr>
    </p:bg>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A438F756-697B-7018-29B6-F66509D3156A}"/>
              </a:ext>
            </a:extLst>
          </p:cNvPr>
          <p:cNvSpPr>
            <a:spLocks noGrp="1"/>
          </p:cNvSpPr>
          <p:nvPr>
            <p:ph type="ftr" sz="quarter" idx="10"/>
          </p:nvPr>
        </p:nvSpPr>
        <p:spPr bwMode="black"/>
        <p:txBody>
          <a:bodyPr/>
          <a:lstStyle>
            <a:lvl1pPr>
              <a:defRPr>
                <a:solidFill>
                  <a:srgbClr val="FFFFFF"/>
                </a:solidFill>
              </a:defRPr>
            </a:lvl1pPr>
          </a:lstStyle>
          <a:p>
            <a:r>
              <a:rPr lang="en-GB" dirty="0"/>
              <a:t>ZHAW School of Engineering | Institute | Document name</a:t>
            </a:r>
          </a:p>
        </p:txBody>
      </p:sp>
      <p:sp>
        <p:nvSpPr>
          <p:cNvPr id="9" name="Textplatzhalter 6">
            <a:extLst>
              <a:ext uri="{FF2B5EF4-FFF2-40B4-BE49-F238E27FC236}">
                <a16:creationId xmlns:a16="http://schemas.microsoft.com/office/drawing/2014/main" id="{459C1730-4C19-6280-8779-5CE7D0A8841E}"/>
              </a:ext>
            </a:extLst>
          </p:cNvPr>
          <p:cNvSpPr>
            <a:spLocks noGrp="1"/>
          </p:cNvSpPr>
          <p:nvPr>
            <p:ph type="body" sz="quarter" idx="12" hasCustomPrompt="1"/>
          </p:nvPr>
        </p:nvSpPr>
        <p:spPr bwMode="black">
          <a:xfrm>
            <a:off x="407989" y="883725"/>
            <a:ext cx="3600450" cy="5029714"/>
          </a:xfrm>
        </p:spPr>
        <p:txBody>
          <a:bodyPr/>
          <a:lstStyle>
            <a:lvl1pPr marL="0" indent="0">
              <a:lnSpc>
                <a:spcPct val="107000"/>
              </a:lnSpc>
              <a:spcAft>
                <a:spcPts val="0"/>
              </a:spcAft>
              <a:buNone/>
              <a:defRPr sz="900">
                <a:solidFill>
                  <a:srgbClr val="FFFFFF"/>
                </a:solidFill>
              </a:defRPr>
            </a:lvl1pPr>
            <a:lvl2pPr marL="180000" indent="0">
              <a:lnSpc>
                <a:spcPct val="107000"/>
              </a:lnSpc>
              <a:buNone/>
              <a:defRPr sz="900"/>
            </a:lvl2pPr>
            <a:lvl3pPr marL="360000" indent="0">
              <a:lnSpc>
                <a:spcPct val="107000"/>
              </a:lnSpc>
              <a:buNone/>
              <a:defRPr sz="900"/>
            </a:lvl3pPr>
            <a:lvl4pPr marL="540000" indent="0">
              <a:lnSpc>
                <a:spcPct val="107000"/>
              </a:lnSpc>
              <a:buNone/>
              <a:defRPr sz="900"/>
            </a:lvl4pPr>
            <a:lvl5pPr marL="720000" indent="0">
              <a:lnSpc>
                <a:spcPct val="107000"/>
              </a:lnSpc>
              <a:buNone/>
              <a:defRPr sz="900"/>
            </a:lvl5pPr>
          </a:lstStyle>
          <a:p>
            <a:pPr lvl="0"/>
            <a:r>
              <a:rPr lang="en-GB" noProof="1"/>
              <a:t>Organisationseinheit, Adresse und Kontaktdaten hinzufügen</a:t>
            </a:r>
          </a:p>
        </p:txBody>
      </p:sp>
      <p:sp>
        <p:nvSpPr>
          <p:cNvPr id="2" name="Titel 1">
            <a:extLst>
              <a:ext uri="{FF2B5EF4-FFF2-40B4-BE49-F238E27FC236}">
                <a16:creationId xmlns:a16="http://schemas.microsoft.com/office/drawing/2014/main" id="{28E43518-0F09-3CA5-3200-52C3D37C5108}"/>
              </a:ext>
            </a:extLst>
          </p:cNvPr>
          <p:cNvSpPr>
            <a:spLocks noGrp="1"/>
          </p:cNvSpPr>
          <p:nvPr>
            <p:ph type="title" hasCustomPrompt="1"/>
          </p:nvPr>
        </p:nvSpPr>
        <p:spPr bwMode="black">
          <a:xfrm>
            <a:off x="407989" y="736601"/>
            <a:ext cx="3600000" cy="144000"/>
          </a:xfrm>
        </p:spPr>
        <p:txBody>
          <a:bodyPr/>
          <a:lstStyle>
            <a:lvl1pPr>
              <a:lnSpc>
                <a:spcPct val="107000"/>
              </a:lnSpc>
              <a:defRPr sz="900" b="1">
                <a:solidFill>
                  <a:srgbClr val="FFFFFF"/>
                </a:solidFill>
              </a:defRPr>
            </a:lvl1pPr>
          </a:lstStyle>
          <a:p>
            <a:r>
              <a:rPr lang="en-GB" noProof="1"/>
              <a:t>Departementsname hinzufügen</a:t>
            </a:r>
          </a:p>
        </p:txBody>
      </p:sp>
      <p:sp>
        <p:nvSpPr>
          <p:cNvPr id="8" name="ZHAW">
            <a:extLst>
              <a:ext uri="{FF2B5EF4-FFF2-40B4-BE49-F238E27FC236}">
                <a16:creationId xmlns:a16="http://schemas.microsoft.com/office/drawing/2014/main" id="{154B8393-179C-8341-BA0F-5AD2AFC324ED}"/>
              </a:ext>
            </a:extLst>
          </p:cNvPr>
          <p:cNvSpPr txBox="1"/>
          <p:nvPr userDrawn="1"/>
        </p:nvSpPr>
        <p:spPr bwMode="black">
          <a:xfrm>
            <a:off x="407988" y="343385"/>
            <a:ext cx="3600450" cy="288000"/>
          </a:xfrm>
          <a:prstGeom prst="rect">
            <a:avLst/>
          </a:prstGeom>
          <a:noFill/>
        </p:spPr>
        <p:txBody>
          <a:bodyPr wrap="square" lIns="0" tIns="0" rIns="0" bIns="0" rtlCol="0">
            <a:noAutofit/>
          </a:bodyPr>
          <a:lstStyle/>
          <a:p>
            <a:pPr>
              <a:lnSpc>
                <a:spcPct val="107000"/>
              </a:lnSpc>
            </a:pPr>
            <a:r>
              <a:rPr lang="en-GB" sz="900" dirty="0">
                <a:solidFill>
                  <a:srgbClr val="FFFFFF"/>
                </a:solidFill>
              </a:rPr>
              <a:t>Zurich University of</a:t>
            </a:r>
          </a:p>
          <a:p>
            <a:pPr>
              <a:lnSpc>
                <a:spcPct val="107000"/>
              </a:lnSpc>
            </a:pPr>
            <a:r>
              <a:rPr lang="en-GB" sz="900" dirty="0">
                <a:solidFill>
                  <a:srgbClr val="FFFFFF"/>
                </a:solidFill>
              </a:rPr>
              <a:t>Applied Sciences</a:t>
            </a:r>
          </a:p>
        </p:txBody>
      </p:sp>
    </p:spTree>
    <p:extLst>
      <p:ext uri="{BB962C8B-B14F-4D97-AF65-F5344CB8AC3E}">
        <p14:creationId xmlns:p14="http://schemas.microsoft.com/office/powerpoint/2010/main" val="657299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a:extLst>
              <a:ext uri="{FF2B5EF4-FFF2-40B4-BE49-F238E27FC236}">
                <a16:creationId xmlns:a16="http://schemas.microsoft.com/office/drawing/2014/main" id="{293D77F6-C4F0-8E92-92A6-E00C1AE53354}"/>
              </a:ext>
            </a:extLst>
          </p:cNvPr>
          <p:cNvSpPr>
            <a:spLocks noGrp="1"/>
          </p:cNvSpPr>
          <p:nvPr>
            <p:ph type="sldNum" sz="quarter" idx="4"/>
          </p:nvPr>
        </p:nvSpPr>
        <p:spPr bwMode="gray">
          <a:xfrm>
            <a:off x="10128249" y="6293853"/>
            <a:ext cx="1655751" cy="216000"/>
          </a:xfrm>
          <a:prstGeom prst="rect">
            <a:avLst/>
          </a:prstGeom>
        </p:spPr>
        <p:txBody>
          <a:bodyPr vert="horz" lIns="0" tIns="0" rIns="0" bIns="0" rtlCol="0" anchor="b" anchorCtr="0">
            <a:noAutofit/>
          </a:bodyPr>
          <a:lstStyle>
            <a:lvl1pPr algn="r">
              <a:defRPr sz="900">
                <a:solidFill>
                  <a:schemeClr val="tx1"/>
                </a:solidFill>
              </a:defRPr>
            </a:lvl1pPr>
          </a:lstStyle>
          <a:p>
            <a:fld id="{A5BA4405-8D4E-49B7-BDA6-6F19819F4CEB}" type="slidenum">
              <a:rPr lang="en-GB" smtClean="0"/>
              <a:pPr/>
              <a:t>‹#›</a:t>
            </a:fld>
            <a:endParaRPr lang="en-GB" dirty="0"/>
          </a:p>
        </p:txBody>
      </p:sp>
      <p:sp>
        <p:nvSpPr>
          <p:cNvPr id="5" name="Fußzeilenplatzhalter">
            <a:extLst>
              <a:ext uri="{FF2B5EF4-FFF2-40B4-BE49-F238E27FC236}">
                <a16:creationId xmlns:a16="http://schemas.microsoft.com/office/drawing/2014/main" id="{2B767734-84E9-6BF6-9588-7AF0C0DEE648}"/>
              </a:ext>
            </a:extLst>
          </p:cNvPr>
          <p:cNvSpPr>
            <a:spLocks noGrp="1"/>
          </p:cNvSpPr>
          <p:nvPr>
            <p:ph type="ftr" sz="quarter" idx="3"/>
          </p:nvPr>
        </p:nvSpPr>
        <p:spPr bwMode="gray">
          <a:xfrm>
            <a:off x="407987" y="6299296"/>
            <a:ext cx="9432925" cy="216000"/>
          </a:xfrm>
          <a:prstGeom prst="rect">
            <a:avLst/>
          </a:prstGeom>
        </p:spPr>
        <p:txBody>
          <a:bodyPr vert="horz" lIns="0" tIns="0" rIns="0" bIns="0" rtlCol="0" anchor="b" anchorCtr="0">
            <a:noAutofit/>
          </a:bodyPr>
          <a:lstStyle>
            <a:lvl1pPr algn="l">
              <a:defRPr sz="900">
                <a:solidFill>
                  <a:schemeClr val="tx1"/>
                </a:solidFill>
              </a:defRPr>
            </a:lvl1pPr>
          </a:lstStyle>
          <a:p>
            <a:r>
              <a:rPr lang="en-GB" dirty="0"/>
              <a:t>ZHAW School of Engineering | Institute | Document name</a:t>
            </a:r>
          </a:p>
        </p:txBody>
      </p:sp>
      <p:sp>
        <p:nvSpPr>
          <p:cNvPr id="3" name="Textplatzhalter 2">
            <a:extLst>
              <a:ext uri="{FF2B5EF4-FFF2-40B4-BE49-F238E27FC236}">
                <a16:creationId xmlns:a16="http://schemas.microsoft.com/office/drawing/2014/main" id="{F62201B2-0BB9-7D94-6A9F-AE2A7FC29B09}"/>
              </a:ext>
            </a:extLst>
          </p:cNvPr>
          <p:cNvSpPr>
            <a:spLocks noGrp="1"/>
          </p:cNvSpPr>
          <p:nvPr>
            <p:ph type="body" idx="1"/>
          </p:nvPr>
        </p:nvSpPr>
        <p:spPr bwMode="gray">
          <a:xfrm>
            <a:off x="408000" y="1566584"/>
            <a:ext cx="11376000" cy="4356000"/>
          </a:xfrm>
          <a:prstGeom prst="rect">
            <a:avLst/>
          </a:prstGeom>
        </p:spPr>
        <p:txBody>
          <a:bodyPr vert="horz" lIns="0" tIns="0" rIns="0" bIns="0" rtlCol="0">
            <a:noAutofit/>
          </a:bodyPr>
          <a:lstStyle/>
          <a:p>
            <a:pPr lvl="0"/>
            <a:r>
              <a:rPr lang="en-GB" dirty="0" err="1"/>
              <a:t>Mastertextformat</a:t>
            </a:r>
            <a:r>
              <a:rPr lang="en-GB" dirty="0"/>
              <a:t> </a:t>
            </a:r>
            <a:r>
              <a:rPr lang="en-GB" dirty="0" err="1"/>
              <a:t>bearbeiten</a:t>
            </a:r>
            <a:endParaRPr lang="en-GB" dirty="0"/>
          </a:p>
          <a:p>
            <a:pPr lvl="1"/>
            <a:r>
              <a:rPr lang="en-GB" dirty="0" err="1"/>
              <a:t>Zweite</a:t>
            </a:r>
            <a:r>
              <a:rPr lang="en-GB" dirty="0"/>
              <a:t> Ebene</a:t>
            </a:r>
          </a:p>
          <a:p>
            <a:pPr lvl="2"/>
            <a:r>
              <a:rPr lang="en-GB" dirty="0" err="1"/>
              <a:t>Dritte</a:t>
            </a:r>
            <a:r>
              <a:rPr lang="en-GB" dirty="0"/>
              <a:t> Ebene</a:t>
            </a:r>
          </a:p>
          <a:p>
            <a:pPr lvl="3"/>
            <a:r>
              <a:rPr lang="en-GB" dirty="0" err="1"/>
              <a:t>Vierte</a:t>
            </a:r>
            <a:r>
              <a:rPr lang="en-GB" dirty="0"/>
              <a:t> Ebene</a:t>
            </a:r>
          </a:p>
          <a:p>
            <a:pPr lvl="4"/>
            <a:r>
              <a:rPr lang="en-GB" dirty="0" err="1"/>
              <a:t>Fünfte</a:t>
            </a:r>
            <a:r>
              <a:rPr lang="en-GB" dirty="0"/>
              <a:t> Ebene</a:t>
            </a:r>
          </a:p>
          <a:p>
            <a:pPr lvl="5"/>
            <a:r>
              <a:rPr lang="en-GB" dirty="0" err="1"/>
              <a:t>Sechste</a:t>
            </a:r>
            <a:r>
              <a:rPr lang="en-GB" dirty="0"/>
              <a:t> Ebene</a:t>
            </a:r>
          </a:p>
          <a:p>
            <a:pPr lvl="6"/>
            <a:r>
              <a:rPr lang="en-GB" dirty="0" err="1"/>
              <a:t>Siebte</a:t>
            </a:r>
            <a:r>
              <a:rPr lang="en-GB" dirty="0"/>
              <a:t> Ebene</a:t>
            </a:r>
          </a:p>
          <a:p>
            <a:pPr lvl="7"/>
            <a:r>
              <a:rPr lang="en-GB" dirty="0" err="1"/>
              <a:t>Achte</a:t>
            </a:r>
            <a:r>
              <a:rPr lang="en-GB" dirty="0"/>
              <a:t> Ebene</a:t>
            </a:r>
          </a:p>
          <a:p>
            <a:pPr lvl="8"/>
            <a:r>
              <a:rPr lang="en-GB" dirty="0" err="1"/>
              <a:t>Neunte</a:t>
            </a:r>
            <a:r>
              <a:rPr lang="en-GB" dirty="0"/>
              <a:t> Ebene</a:t>
            </a:r>
          </a:p>
        </p:txBody>
      </p:sp>
      <p:sp>
        <p:nvSpPr>
          <p:cNvPr id="2" name="Titelplatzhalter 1">
            <a:extLst>
              <a:ext uri="{FF2B5EF4-FFF2-40B4-BE49-F238E27FC236}">
                <a16:creationId xmlns:a16="http://schemas.microsoft.com/office/drawing/2014/main" id="{20BAF2CF-97A2-2922-F12F-3A198496DD6F}"/>
              </a:ext>
            </a:extLst>
          </p:cNvPr>
          <p:cNvSpPr>
            <a:spLocks noGrp="1"/>
          </p:cNvSpPr>
          <p:nvPr>
            <p:ph type="title"/>
          </p:nvPr>
        </p:nvSpPr>
        <p:spPr bwMode="gray">
          <a:xfrm>
            <a:off x="407988" y="260350"/>
            <a:ext cx="11376026" cy="1080000"/>
          </a:xfrm>
          <a:prstGeom prst="rect">
            <a:avLst/>
          </a:prstGeom>
        </p:spPr>
        <p:txBody>
          <a:bodyPr vert="horz" lIns="0" tIns="0" rIns="0" bIns="0" rtlCol="0" anchor="t" anchorCtr="0">
            <a:noAutofit/>
          </a:bodyPr>
          <a:lstStyle/>
          <a:p>
            <a:r>
              <a:rPr lang="en-GB" dirty="0" err="1"/>
              <a:t>Mastertitelformat</a:t>
            </a:r>
            <a:r>
              <a:rPr lang="en-GB" dirty="0"/>
              <a:t> </a:t>
            </a:r>
            <a:r>
              <a:rPr lang="en-GB" dirty="0" err="1"/>
              <a:t>bearbeiten</a:t>
            </a:r>
            <a:endParaRPr lang="en-GB" dirty="0"/>
          </a:p>
        </p:txBody>
      </p:sp>
    </p:spTree>
    <p:extLst>
      <p:ext uri="{BB962C8B-B14F-4D97-AF65-F5344CB8AC3E}">
        <p14:creationId xmlns:p14="http://schemas.microsoft.com/office/powerpoint/2010/main" val="4047143430"/>
      </p:ext>
    </p:extLst>
  </p:cSld>
  <p:clrMap bg1="lt1" tx1="dk1" bg2="lt2" tx2="dk2" accent1="accent1" accent2="accent2" accent3="accent3" accent4="accent4" accent5="accent5" accent6="accent6" hlink="hlink" folHlink="folHlink"/>
  <p:sldLayoutIdLst>
    <p:sldLayoutId id="2147483672" r:id="rId1"/>
    <p:sldLayoutId id="2147483691" r:id="rId2"/>
    <p:sldLayoutId id="2147483733" r:id="rId3"/>
    <p:sldLayoutId id="2147483734" r:id="rId4"/>
    <p:sldLayoutId id="2147483737" r:id="rId5"/>
    <p:sldLayoutId id="2147483738" r:id="rId6"/>
    <p:sldLayoutId id="2147483739" r:id="rId7"/>
    <p:sldLayoutId id="2147483740" r:id="rId8"/>
    <p:sldLayoutId id="2147483741" r:id="rId9"/>
    <p:sldLayoutId id="2147483656" r:id="rId10"/>
    <p:sldLayoutId id="2147483675" r:id="rId11"/>
    <p:sldLayoutId id="2147483676" r:id="rId12"/>
    <p:sldLayoutId id="2147483657" r:id="rId13"/>
    <p:sldLayoutId id="2147483650" r:id="rId14"/>
    <p:sldLayoutId id="2147483679" r:id="rId15"/>
    <p:sldLayoutId id="2147483658" r:id="rId16"/>
    <p:sldLayoutId id="2147483659" r:id="rId17"/>
    <p:sldLayoutId id="2147483660" r:id="rId18"/>
    <p:sldLayoutId id="2147483661" r:id="rId19"/>
    <p:sldLayoutId id="2147483662" r:id="rId20"/>
    <p:sldLayoutId id="2147483663" r:id="rId21"/>
    <p:sldLayoutId id="2147483664" r:id="rId22"/>
    <p:sldLayoutId id="2147483665" r:id="rId23"/>
    <p:sldLayoutId id="2147483666" r:id="rId24"/>
    <p:sldLayoutId id="2147483680" r:id="rId25"/>
    <p:sldLayoutId id="2147483683" r:id="rId26"/>
    <p:sldLayoutId id="2147483747" r:id="rId27"/>
    <p:sldLayoutId id="2147483684" r:id="rId28"/>
    <p:sldLayoutId id="2147483685" r:id="rId29"/>
    <p:sldLayoutId id="2147483686" r:id="rId30"/>
    <p:sldLayoutId id="2147483673" r:id="rId31"/>
    <p:sldLayoutId id="2147483674" r:id="rId32"/>
    <p:sldLayoutId id="2147483654" r:id="rId33"/>
    <p:sldLayoutId id="2147483748" r:id="rId34"/>
    <p:sldLayoutId id="2147483681" r:id="rId35"/>
    <p:sldLayoutId id="2147483742" r:id="rId36"/>
    <p:sldLayoutId id="2147483743" r:id="rId37"/>
    <p:sldLayoutId id="2147483744" r:id="rId38"/>
    <p:sldLayoutId id="2147483745" r:id="rId39"/>
    <p:sldLayoutId id="2147483746" r:id="rId40"/>
    <p:sldLayoutId id="2147483655" r:id="rId41"/>
    <p:sldLayoutId id="2147483749" r:id="rId42"/>
    <p:sldLayoutId id="2147483682" r:id="rId43"/>
    <p:sldLayoutId id="2147483668" r:id="rId44"/>
    <p:sldLayoutId id="2147483677" r:id="rId45"/>
    <p:sldLayoutId id="2147483667" r:id="rId46"/>
    <p:sldLayoutId id="2147483678" r:id="rId47"/>
  </p:sldLayoutIdLst>
  <p:hf hdr="0" dt="0"/>
  <p:txStyles>
    <p:titleStyle>
      <a:lvl1pPr algn="l" defTabSz="914400" rtl="0" eaLnBrk="1" latinLnBrk="0" hangingPunct="1">
        <a:lnSpc>
          <a:spcPct val="100000"/>
        </a:lnSpc>
        <a:spcBef>
          <a:spcPct val="0"/>
        </a:spcBef>
        <a:buNone/>
        <a:defRPr sz="3500" kern="1200">
          <a:solidFill>
            <a:schemeClr val="tx1"/>
          </a:solidFill>
          <a:latin typeface="+mj-lt"/>
          <a:ea typeface="+mj-ea"/>
          <a:cs typeface="+mj-cs"/>
        </a:defRPr>
      </a:lvl1pPr>
    </p:titleStyle>
    <p:bodyStyle>
      <a:lvl1pPr marL="360000" indent="-360000" algn="l" defTabSz="914400" rtl="0" eaLnBrk="1" latinLnBrk="0" hangingPunct="1">
        <a:lnSpc>
          <a:spcPct val="107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1pPr>
      <a:lvl2pPr marL="720000" indent="-360000" algn="l" defTabSz="914400" rtl="0" eaLnBrk="1" latinLnBrk="0" hangingPunct="1">
        <a:lnSpc>
          <a:spcPct val="107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2pPr>
      <a:lvl3pPr marL="1080000" indent="-360000" algn="l" defTabSz="914400" rtl="0" eaLnBrk="1" latinLnBrk="0" hangingPunct="1">
        <a:lnSpc>
          <a:spcPct val="107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1440000" indent="-360000" algn="l" defTabSz="914400" rtl="0" eaLnBrk="1" latinLnBrk="0" hangingPunct="1">
        <a:lnSpc>
          <a:spcPct val="107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4pPr>
      <a:lvl5pPr marL="1800000" indent="-360000" algn="l" defTabSz="914400" rtl="0" eaLnBrk="1" latinLnBrk="0" hangingPunct="1">
        <a:lnSpc>
          <a:spcPct val="107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5pPr>
      <a:lvl6pPr marL="2160000" indent="-360000" algn="l" defTabSz="914400" rtl="0" eaLnBrk="1" latinLnBrk="0" hangingPunct="1">
        <a:lnSpc>
          <a:spcPct val="107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6pPr>
      <a:lvl7pPr marL="2520000" indent="-360000" algn="l" defTabSz="914400" rtl="0" eaLnBrk="1" latinLnBrk="0" hangingPunct="1">
        <a:lnSpc>
          <a:spcPct val="107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7pPr>
      <a:lvl8pPr marL="2880000" indent="-360000" algn="l" defTabSz="914400" rtl="0" eaLnBrk="1" latinLnBrk="0" hangingPunct="1">
        <a:lnSpc>
          <a:spcPct val="107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8pPr>
      <a:lvl9pPr marL="3240000" indent="-360000" algn="l" defTabSz="914400" rtl="0" eaLnBrk="1" latinLnBrk="0" hangingPunct="1">
        <a:lnSpc>
          <a:spcPct val="107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2000" kern="1200">
          <a:solidFill>
            <a:schemeClr val="tx1"/>
          </a:solidFill>
          <a:latin typeface="+mn-lt"/>
          <a:ea typeface="+mn-ea"/>
          <a:cs typeface="+mn-cs"/>
        </a:defRPr>
      </a:lvl2pPr>
      <a:lvl3pPr marL="914400" algn="l" defTabSz="914400" rtl="0" eaLnBrk="1" latinLnBrk="0" hangingPunct="1">
        <a:defRPr sz="2000" kern="1200">
          <a:solidFill>
            <a:schemeClr val="tx1"/>
          </a:solidFill>
          <a:latin typeface="+mn-lt"/>
          <a:ea typeface="+mn-ea"/>
          <a:cs typeface="+mn-cs"/>
        </a:defRPr>
      </a:lvl3pPr>
      <a:lvl4pPr marL="1371600" algn="l" defTabSz="914400" rtl="0" eaLnBrk="1" latinLnBrk="0" hangingPunct="1">
        <a:defRPr sz="2000" kern="1200">
          <a:solidFill>
            <a:schemeClr val="tx1"/>
          </a:solidFill>
          <a:latin typeface="+mn-lt"/>
          <a:ea typeface="+mn-ea"/>
          <a:cs typeface="+mn-cs"/>
        </a:defRPr>
      </a:lvl4pPr>
      <a:lvl5pPr marL="1828800" algn="l" defTabSz="914400" rtl="0" eaLnBrk="1" latinLnBrk="0" hangingPunct="1">
        <a:defRPr sz="2000" kern="1200">
          <a:solidFill>
            <a:schemeClr val="tx1"/>
          </a:solidFill>
          <a:latin typeface="+mn-lt"/>
          <a:ea typeface="+mn-ea"/>
          <a:cs typeface="+mn-cs"/>
        </a:defRPr>
      </a:lvl5pPr>
      <a:lvl6pPr marL="2286000" algn="l" defTabSz="914400" rtl="0" eaLnBrk="1" latinLnBrk="0" hangingPunct="1">
        <a:defRPr sz="2000" kern="1200">
          <a:solidFill>
            <a:schemeClr val="tx1"/>
          </a:solidFill>
          <a:latin typeface="+mn-lt"/>
          <a:ea typeface="+mn-ea"/>
          <a:cs typeface="+mn-cs"/>
        </a:defRPr>
      </a:lvl6pPr>
      <a:lvl7pPr marL="2743200" algn="l" defTabSz="914400" rtl="0" eaLnBrk="1" latinLnBrk="0" hangingPunct="1">
        <a:defRPr sz="2000" kern="1200">
          <a:solidFill>
            <a:schemeClr val="tx1"/>
          </a:solidFill>
          <a:latin typeface="+mn-lt"/>
          <a:ea typeface="+mn-ea"/>
          <a:cs typeface="+mn-cs"/>
        </a:defRPr>
      </a:lvl7pPr>
      <a:lvl8pPr marL="3200400" algn="l" defTabSz="914400" rtl="0" eaLnBrk="1" latinLnBrk="0" hangingPunct="1">
        <a:defRPr sz="2000" kern="1200">
          <a:solidFill>
            <a:schemeClr val="tx1"/>
          </a:solidFill>
          <a:latin typeface="+mn-lt"/>
          <a:ea typeface="+mn-ea"/>
          <a:cs typeface="+mn-cs"/>
        </a:defRPr>
      </a:lvl8pPr>
      <a:lvl9pPr marL="3657600" algn="l" defTabSz="914400" rtl="0" eaLnBrk="1" latinLnBrk="0" hangingPunct="1">
        <a:defRPr sz="20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749" userDrawn="1">
          <p15:clr>
            <a:srgbClr val="A4A3A4"/>
          </p15:clr>
        </p15:guide>
        <p15:guide id="4" pos="3931" userDrawn="1">
          <p15:clr>
            <a:srgbClr val="A4A3A4"/>
          </p15:clr>
        </p15:guide>
        <p15:guide id="5" pos="2706" userDrawn="1">
          <p15:clr>
            <a:srgbClr val="A4A3A4"/>
          </p15:clr>
        </p15:guide>
        <p15:guide id="6" pos="2525" userDrawn="1">
          <p15:clr>
            <a:srgbClr val="A4A3A4"/>
          </p15:clr>
        </p15:guide>
        <p15:guide id="7" pos="1481" userDrawn="1">
          <p15:clr>
            <a:srgbClr val="A4A3A4"/>
          </p15:clr>
        </p15:guide>
        <p15:guide id="8" pos="1300" userDrawn="1">
          <p15:clr>
            <a:srgbClr val="A4A3A4"/>
          </p15:clr>
        </p15:guide>
        <p15:guide id="9" pos="257" userDrawn="1">
          <p15:clr>
            <a:srgbClr val="F26B43"/>
          </p15:clr>
        </p15:guide>
        <p15:guide id="10" pos="4974" userDrawn="1">
          <p15:clr>
            <a:srgbClr val="A4A3A4"/>
          </p15:clr>
        </p15:guide>
        <p15:guide id="11" pos="5155" userDrawn="1">
          <p15:clr>
            <a:srgbClr val="A4A3A4"/>
          </p15:clr>
        </p15:guide>
        <p15:guide id="12" pos="6199" userDrawn="1">
          <p15:clr>
            <a:srgbClr val="A4A3A4"/>
          </p15:clr>
        </p15:guide>
        <p15:guide id="13" pos="6380" userDrawn="1">
          <p15:clr>
            <a:srgbClr val="A4A3A4"/>
          </p15:clr>
        </p15:guide>
        <p15:guide id="14" pos="7423" userDrawn="1">
          <p15:clr>
            <a:srgbClr val="F26B43"/>
          </p15:clr>
        </p15:guide>
        <p15:guide id="17" orient="horz" pos="3725" userDrawn="1">
          <p15:clr>
            <a:srgbClr val="F26B43"/>
          </p15:clr>
        </p15:guide>
        <p15:guide id="18" orient="horz" pos="1026" userDrawn="1">
          <p15:clr>
            <a:srgbClr val="F26B43"/>
          </p15:clr>
        </p15:guide>
        <p15:guide id="21" orient="horz" pos="164" userDrawn="1">
          <p15:clr>
            <a:srgbClr val="F26B43"/>
          </p15:clr>
        </p15:guide>
        <p15:guide id="23" orient="horz" pos="981" userDrawn="1">
          <p15:clr>
            <a:srgbClr val="F26B43"/>
          </p15:clr>
        </p15:guide>
        <p15:guide id="24" orient="horz" pos="4110" userDrawn="1">
          <p15:clr>
            <a:srgbClr val="F26B43"/>
          </p15:clr>
        </p15:guide>
        <p15:guide id="25" orient="horz" pos="395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2.xml"/><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slideLayout" Target="../slideLayouts/slideLayout41.xml"/><Relationship Id="rId7" Type="http://schemas.openxmlformats.org/officeDocument/2006/relationships/image" Target="../media/image16.png"/><Relationship Id="rId2" Type="http://schemas.microsoft.com/office/2007/relationships/media" Target="../media/media1.wav"/><Relationship Id="rId1" Type="http://schemas.openxmlformats.org/officeDocument/2006/relationships/audio" Target="NULL" TargetMode="Externa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2.xml"/><Relationship Id="rId5" Type="http://schemas.openxmlformats.org/officeDocument/2006/relationships/image" Target="../media/image27.jpeg"/><Relationship Id="rId4" Type="http://schemas.openxmlformats.org/officeDocument/2006/relationships/image" Target="../media/image26.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366C"/>
        </a:solidFill>
        <a:effectLst/>
      </p:bgPr>
    </p:bg>
    <p:spTree>
      <p:nvGrpSpPr>
        <p:cNvPr id="1" name="">
          <a:extLst>
            <a:ext uri="{FF2B5EF4-FFF2-40B4-BE49-F238E27FC236}">
              <a16:creationId xmlns:a16="http://schemas.microsoft.com/office/drawing/2014/main" id="{D92C42C0-99CA-4DBC-C131-5A432C6FE3D3}"/>
            </a:ext>
          </a:extLst>
        </p:cNvPr>
        <p:cNvGrpSpPr/>
        <p:nvPr/>
      </p:nvGrpSpPr>
      <p:grpSpPr>
        <a:xfrm>
          <a:off x="0" y="0"/>
          <a:ext cx="0" cy="0"/>
          <a:chOff x="0" y="0"/>
          <a:chExt cx="0" cy="0"/>
        </a:xfrm>
      </p:grpSpPr>
      <p:pic>
        <p:nvPicPr>
          <p:cNvPr id="10" name="Bildplatzhalter 9">
            <a:extLst>
              <a:ext uri="{FF2B5EF4-FFF2-40B4-BE49-F238E27FC236}">
                <a16:creationId xmlns:a16="http://schemas.microsoft.com/office/drawing/2014/main" id="{FFE83210-6BBC-50AD-5F1A-51E4E24C5B02}"/>
              </a:ext>
              <a:ext uri="{C183D7F6-B498-43B3-948B-1728B52AA6E4}">
                <adec:decorative xmlns:adec="http://schemas.microsoft.com/office/drawing/2017/decorative" val="1"/>
              </a:ext>
            </a:extLst>
          </p:cNvPr>
          <p:cNvPicPr>
            <a:picLocks noGrp="1" noChangeAspect="1"/>
          </p:cNvPicPr>
          <p:nvPr>
            <p:ph type="pic" sz="quarter" idx="14"/>
          </p:nvPr>
        </p:nvPicPr>
        <p:blipFill>
          <a:blip r:embed="rId3" cstate="screen">
            <a:alphaModFix/>
            <a:extLst>
              <a:ext uri="{BEBA8EAE-BF5A-486C-A8C5-ECC9F3942E4B}">
                <a14:imgProps xmlns:a14="http://schemas.microsoft.com/office/drawing/2010/main">
                  <a14:imgLayer r:embed="rId4">
                    <a14:imgEffect>
                      <a14:colorTemperature colorTemp="4700"/>
                    </a14:imgEffect>
                  </a14:imgLayer>
                </a14:imgProps>
              </a:ext>
              <a:ext uri="{28A0092B-C50C-407E-A947-70E740481C1C}">
                <a14:useLocalDpi xmlns:a14="http://schemas.microsoft.com/office/drawing/2010/main"/>
              </a:ext>
            </a:extLst>
          </a:blip>
          <a:srcRect t="29881" b="29881"/>
          <a:stretch/>
        </p:blipFill>
        <p:spPr>
          <a:xfrm>
            <a:off x="0" y="-1"/>
            <a:ext cx="12192000" cy="3429001"/>
          </a:xfrm>
        </p:spPr>
      </p:pic>
      <p:sp>
        <p:nvSpPr>
          <p:cNvPr id="6" name="Titel 5">
            <a:extLst>
              <a:ext uri="{FF2B5EF4-FFF2-40B4-BE49-F238E27FC236}">
                <a16:creationId xmlns:a16="http://schemas.microsoft.com/office/drawing/2014/main" id="{207E6983-797A-3B7A-2E01-4F69435AAD07}"/>
              </a:ext>
            </a:extLst>
          </p:cNvPr>
          <p:cNvSpPr>
            <a:spLocks noGrp="1"/>
          </p:cNvSpPr>
          <p:nvPr>
            <p:ph type="ctrTitle"/>
          </p:nvPr>
        </p:nvSpPr>
        <p:spPr>
          <a:xfrm>
            <a:off x="1677221" y="2567455"/>
            <a:ext cx="8837558" cy="1723089"/>
          </a:xfrm>
          <a:solidFill>
            <a:srgbClr val="9ADCF6"/>
          </a:solidFill>
        </p:spPr>
        <p:txBody>
          <a:bodyPr/>
          <a:lstStyle/>
          <a:p>
            <a:r>
              <a:rPr lang="en-GB" noProof="0" dirty="0"/>
              <a:t>Contactless Radar-Based</a:t>
            </a:r>
            <a:br>
              <a:rPr lang="en-GB" noProof="0" dirty="0"/>
            </a:br>
            <a:r>
              <a:rPr lang="en-GB" noProof="0" dirty="0"/>
              <a:t>Heart Rate Monitoring Device</a:t>
            </a:r>
          </a:p>
        </p:txBody>
      </p:sp>
      <p:sp>
        <p:nvSpPr>
          <p:cNvPr id="3" name="Untertitel 2">
            <a:extLst>
              <a:ext uri="{FF2B5EF4-FFF2-40B4-BE49-F238E27FC236}">
                <a16:creationId xmlns:a16="http://schemas.microsoft.com/office/drawing/2014/main" id="{CA6F0466-822F-7130-07B4-CDB4E3D12803}"/>
              </a:ext>
            </a:extLst>
          </p:cNvPr>
          <p:cNvSpPr>
            <a:spLocks noGrp="1"/>
          </p:cNvSpPr>
          <p:nvPr>
            <p:ph type="subTitle" idx="1"/>
          </p:nvPr>
        </p:nvSpPr>
        <p:spPr>
          <a:xfrm>
            <a:off x="1677221" y="5867400"/>
            <a:ext cx="4500562" cy="571247"/>
          </a:xfrm>
        </p:spPr>
        <p:txBody>
          <a:bodyPr anchor="t"/>
          <a:lstStyle/>
          <a:p>
            <a:r>
              <a:rPr lang="en-GB" noProof="0" dirty="0"/>
              <a:t>ZHAW PM4 Electronics Project</a:t>
            </a:r>
          </a:p>
          <a:p>
            <a:r>
              <a:rPr lang="en-GB" dirty="0"/>
              <a:t>16.05.2026</a:t>
            </a:r>
            <a:r>
              <a:rPr lang="en-GB" noProof="0" dirty="0"/>
              <a:t> | B. </a:t>
            </a:r>
            <a:r>
              <a:rPr lang="en-GB" dirty="0"/>
              <a:t>Grebnevs, T. Perri</a:t>
            </a:r>
            <a:endParaRPr lang="en-GB" noProof="0" dirty="0"/>
          </a:p>
        </p:txBody>
      </p:sp>
      <p:sp>
        <p:nvSpPr>
          <p:cNvPr id="16" name="Textplatzhalter 15" descr="zhaw">
            <a:extLst>
              <a:ext uri="{FF2B5EF4-FFF2-40B4-BE49-F238E27FC236}">
                <a16:creationId xmlns:a16="http://schemas.microsoft.com/office/drawing/2014/main" id="{E3FA158D-8D6F-436C-B319-86792D26520A}"/>
              </a:ext>
            </a:extLst>
          </p:cNvPr>
          <p:cNvSpPr>
            <a:spLocks noGrp="1"/>
          </p:cNvSpPr>
          <p:nvPr>
            <p:ph type="body" sz="quarter" idx="18"/>
          </p:nvPr>
        </p:nvSpPr>
        <p:spPr/>
        <p:txBody>
          <a:bodyPr/>
          <a:lstStyle/>
          <a:p>
            <a:endParaRPr lang="en-GB" noProof="0" dirty="0"/>
          </a:p>
        </p:txBody>
      </p:sp>
      <p:sp>
        <p:nvSpPr>
          <p:cNvPr id="4" name="Textplatzhalter 3">
            <a:extLst>
              <a:ext uri="{FF2B5EF4-FFF2-40B4-BE49-F238E27FC236}">
                <a16:creationId xmlns:a16="http://schemas.microsoft.com/office/drawing/2014/main" id="{63944BA2-5F19-0B6F-72E1-58342606CF4B}"/>
              </a:ext>
            </a:extLst>
          </p:cNvPr>
          <p:cNvSpPr>
            <a:spLocks noGrp="1"/>
          </p:cNvSpPr>
          <p:nvPr>
            <p:ph type="body" sz="quarter" idx="16"/>
          </p:nvPr>
        </p:nvSpPr>
        <p:spPr>
          <a:xfrm>
            <a:off x="6240464" y="512613"/>
            <a:ext cx="5543550" cy="324000"/>
          </a:xfrm>
        </p:spPr>
        <p:txBody>
          <a:bodyPr/>
          <a:lstStyle/>
          <a:p>
            <a:r>
              <a:rPr lang="en-GB" noProof="0" dirty="0"/>
              <a:t>School of Engineering</a:t>
            </a:r>
          </a:p>
        </p:txBody>
      </p:sp>
    </p:spTree>
    <p:extLst>
      <p:ext uri="{BB962C8B-B14F-4D97-AF65-F5344CB8AC3E}">
        <p14:creationId xmlns:p14="http://schemas.microsoft.com/office/powerpoint/2010/main" val="1759267428"/>
      </p:ext>
    </p:extLst>
  </p:cSld>
  <p:clrMapOvr>
    <a:masterClrMapping/>
  </p:clrMapOvr>
  <mc:AlternateContent xmlns:mc="http://schemas.openxmlformats.org/markup-compatibility/2006" xmlns:p14="http://schemas.microsoft.com/office/powerpoint/2010/main">
    <mc:Choice Requires="p14">
      <p:transition p14:dur="10" advClick="0" advTm="6000"/>
    </mc:Choice>
    <mc:Fallback xmlns="">
      <p:transition advClick="0" advTm="6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2369B-C77B-C232-C211-2B02DDB28BFD}"/>
            </a:ext>
          </a:extLst>
        </p:cNvPr>
        <p:cNvGrpSpPr/>
        <p:nvPr/>
      </p:nvGrpSpPr>
      <p:grpSpPr>
        <a:xfrm>
          <a:off x="0" y="0"/>
          <a:ext cx="0" cy="0"/>
          <a:chOff x="0" y="0"/>
          <a:chExt cx="0" cy="0"/>
        </a:xfrm>
      </p:grpSpPr>
      <p:pic>
        <p:nvPicPr>
          <p:cNvPr id="30" name="Picture 29" descr="ECG Test: What It Reveals About Your Heart - Blanket Health - Broward ...">
            <a:extLst>
              <a:ext uri="{FF2B5EF4-FFF2-40B4-BE49-F238E27FC236}">
                <a16:creationId xmlns:a16="http://schemas.microsoft.com/office/drawing/2014/main" id="{7EE90D5B-BE6B-BE94-26E0-DCC0ABB2D26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37" r="15608"/>
          <a:stretch>
            <a:fillRect/>
          </a:stretch>
        </p:blipFill>
        <p:spPr bwMode="auto">
          <a:xfrm>
            <a:off x="7523269" y="262998"/>
            <a:ext cx="4668731" cy="6332003"/>
          </a:xfrm>
          <a:custGeom>
            <a:avLst/>
            <a:gdLst>
              <a:gd name="csX0" fmla="*/ 1077731 w 4668731"/>
              <a:gd name="csY0" fmla="*/ 0 h 6332003"/>
              <a:gd name="csX1" fmla="*/ 4668731 w 4668731"/>
              <a:gd name="csY1" fmla="*/ 0 h 6332003"/>
              <a:gd name="csX2" fmla="*/ 3472732 w 4668731"/>
              <a:gd name="csY2" fmla="*/ 6332003 h 6332003"/>
              <a:gd name="csX3" fmla="*/ 0 w 4668731"/>
              <a:gd name="csY3" fmla="*/ 6332003 h 6332003"/>
              <a:gd name="csX4" fmla="*/ 0 w 4668731"/>
              <a:gd name="csY4" fmla="*/ 5705852 h 6332003"/>
            </a:gdLst>
            <a:ahLst/>
            <a:cxnLst>
              <a:cxn ang="0">
                <a:pos x="csX0" y="csY0"/>
              </a:cxn>
              <a:cxn ang="0">
                <a:pos x="csX1" y="csY1"/>
              </a:cxn>
              <a:cxn ang="0">
                <a:pos x="csX2" y="csY2"/>
              </a:cxn>
              <a:cxn ang="0">
                <a:pos x="csX3" y="csY3"/>
              </a:cxn>
              <a:cxn ang="0">
                <a:pos x="csX4" y="csY4"/>
              </a:cxn>
            </a:cxnLst>
            <a:rect l="l" t="t" r="r" b="b"/>
            <a:pathLst>
              <a:path w="4668731" h="6332003">
                <a:moveTo>
                  <a:pt x="1077731" y="0"/>
                </a:moveTo>
                <a:lnTo>
                  <a:pt x="4668731" y="0"/>
                </a:lnTo>
                <a:lnTo>
                  <a:pt x="3472732" y="6332003"/>
                </a:lnTo>
                <a:lnTo>
                  <a:pt x="0" y="6332003"/>
                </a:lnTo>
                <a:lnTo>
                  <a:pt x="0" y="5705852"/>
                </a:lnTo>
                <a:close/>
              </a:path>
            </a:pathLst>
          </a:custGeom>
          <a:noFill/>
          <a:extLst>
            <a:ext uri="{909E8E84-426E-40DD-AFC4-6F175D3DCCD1}">
              <a14:hiddenFill xmlns:a14="http://schemas.microsoft.com/office/drawing/2010/main">
                <a:solidFill>
                  <a:srgbClr val="FFFFFF"/>
                </a:solidFill>
              </a14:hiddenFill>
            </a:ext>
          </a:extLst>
        </p:spPr>
      </p:pic>
      <p:pic>
        <p:nvPicPr>
          <p:cNvPr id="29" name="Picture 28" descr="Best Heart Rate Monitors for Running of 2024 - iRunFar">
            <a:extLst>
              <a:ext uri="{FF2B5EF4-FFF2-40B4-BE49-F238E27FC236}">
                <a16:creationId xmlns:a16="http://schemas.microsoft.com/office/drawing/2014/main" id="{DFAE3719-3254-B361-95FE-EF6AF27FD56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7014" r="6446" b="7630"/>
          <a:stretch>
            <a:fillRect/>
          </a:stretch>
        </p:blipFill>
        <p:spPr bwMode="auto">
          <a:xfrm>
            <a:off x="3702252" y="260349"/>
            <a:ext cx="4787495" cy="6334626"/>
          </a:xfrm>
          <a:custGeom>
            <a:avLst/>
            <a:gdLst>
              <a:gd name="csX0" fmla="*/ 1196495 w 4787495"/>
              <a:gd name="csY0" fmla="*/ 0 h 6334626"/>
              <a:gd name="csX1" fmla="*/ 4787495 w 4787495"/>
              <a:gd name="csY1" fmla="*/ 0 h 6334626"/>
              <a:gd name="csX2" fmla="*/ 3591000 w 4787495"/>
              <a:gd name="csY2" fmla="*/ 6334626 h 6334626"/>
              <a:gd name="csX3" fmla="*/ 0 w 4787495"/>
              <a:gd name="csY3" fmla="*/ 6334626 h 6334626"/>
            </a:gdLst>
            <a:ahLst/>
            <a:cxnLst>
              <a:cxn ang="0">
                <a:pos x="csX0" y="csY0"/>
              </a:cxn>
              <a:cxn ang="0">
                <a:pos x="csX1" y="csY1"/>
              </a:cxn>
              <a:cxn ang="0">
                <a:pos x="csX2" y="csY2"/>
              </a:cxn>
              <a:cxn ang="0">
                <a:pos x="csX3" y="csY3"/>
              </a:cxn>
            </a:cxnLst>
            <a:rect l="l" t="t" r="r" b="b"/>
            <a:pathLst>
              <a:path w="4787495" h="6334626">
                <a:moveTo>
                  <a:pt x="1196495" y="0"/>
                </a:moveTo>
                <a:lnTo>
                  <a:pt x="4787495" y="0"/>
                </a:lnTo>
                <a:lnTo>
                  <a:pt x="3591000" y="6334626"/>
                </a:lnTo>
                <a:lnTo>
                  <a:pt x="0" y="6334626"/>
                </a:lnTo>
                <a:close/>
              </a:path>
            </a:pathLst>
          </a:custGeom>
          <a:noFill/>
          <a:extLst>
            <a:ext uri="{909E8E84-426E-40DD-AFC4-6F175D3DCCD1}">
              <a14:hiddenFill xmlns:a14="http://schemas.microsoft.com/office/drawing/2010/main">
                <a:solidFill>
                  <a:srgbClr val="FFFFFF"/>
                </a:solidFill>
              </a14:hiddenFill>
            </a:ext>
          </a:extLst>
        </p:spPr>
      </p:pic>
      <p:pic>
        <p:nvPicPr>
          <p:cNvPr id="35" name="Picture 34" descr="How to lower your resting heart rate - Harvard Health">
            <a:extLst>
              <a:ext uri="{FF2B5EF4-FFF2-40B4-BE49-F238E27FC236}">
                <a16:creationId xmlns:a16="http://schemas.microsoft.com/office/drawing/2014/main" id="{BB332102-8068-6B42-D351-9107CD80611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0280" r="9325" b="42"/>
          <a:stretch>
            <a:fillRect/>
          </a:stretch>
        </p:blipFill>
        <p:spPr bwMode="auto">
          <a:xfrm>
            <a:off x="-1" y="260323"/>
            <a:ext cx="4786494" cy="6329325"/>
          </a:xfrm>
          <a:custGeom>
            <a:avLst/>
            <a:gdLst>
              <a:gd name="csX0" fmla="*/ 1195494 w 4786494"/>
              <a:gd name="csY0" fmla="*/ 0 h 6329325"/>
              <a:gd name="csX1" fmla="*/ 4786494 w 4786494"/>
              <a:gd name="csY1" fmla="*/ 0 h 6329325"/>
              <a:gd name="csX2" fmla="*/ 3591000 w 4786494"/>
              <a:gd name="csY2" fmla="*/ 6329325 h 6329325"/>
              <a:gd name="csX3" fmla="*/ 0 w 4786494"/>
              <a:gd name="csY3" fmla="*/ 6329325 h 6329325"/>
            </a:gdLst>
            <a:ahLst/>
            <a:cxnLst>
              <a:cxn ang="0">
                <a:pos x="csX0" y="csY0"/>
              </a:cxn>
              <a:cxn ang="0">
                <a:pos x="csX1" y="csY1"/>
              </a:cxn>
              <a:cxn ang="0">
                <a:pos x="csX2" y="csY2"/>
              </a:cxn>
              <a:cxn ang="0">
                <a:pos x="csX3" y="csY3"/>
              </a:cxn>
            </a:cxnLst>
            <a:rect l="l" t="t" r="r" b="b"/>
            <a:pathLst>
              <a:path w="4786494" h="6329325">
                <a:moveTo>
                  <a:pt x="1195494" y="0"/>
                </a:moveTo>
                <a:lnTo>
                  <a:pt x="4786494" y="0"/>
                </a:lnTo>
                <a:lnTo>
                  <a:pt x="3591000" y="6329325"/>
                </a:lnTo>
                <a:lnTo>
                  <a:pt x="0" y="6329325"/>
                </a:lnTo>
                <a:close/>
              </a:path>
            </a:pathLst>
          </a:custGeom>
          <a:noFill/>
          <a:extLst>
            <a:ext uri="{909E8E84-426E-40DD-AFC4-6F175D3DCCD1}">
              <a14:hiddenFill xmlns:a14="http://schemas.microsoft.com/office/drawing/2010/main">
                <a:solidFill>
                  <a:srgbClr val="FFFFFF"/>
                </a:solidFill>
              </a14:hiddenFill>
            </a:ext>
          </a:extLst>
        </p:spPr>
      </p:pic>
      <p:sp>
        <p:nvSpPr>
          <p:cNvPr id="10" name="Title 9">
            <a:extLst>
              <a:ext uri="{FF2B5EF4-FFF2-40B4-BE49-F238E27FC236}">
                <a16:creationId xmlns:a16="http://schemas.microsoft.com/office/drawing/2014/main" id="{2AF1297C-382A-16EB-ADA0-DC18DEE041BB}"/>
              </a:ext>
            </a:extLst>
          </p:cNvPr>
          <p:cNvSpPr>
            <a:spLocks noGrp="1"/>
          </p:cNvSpPr>
          <p:nvPr>
            <p:ph type="title"/>
          </p:nvPr>
        </p:nvSpPr>
        <p:spPr>
          <a:xfrm>
            <a:off x="0" y="4994275"/>
            <a:ext cx="12192000" cy="1080000"/>
          </a:xfrm>
          <a:solidFill>
            <a:srgbClr val="FFFFFF">
              <a:alpha val="80000"/>
            </a:srgbClr>
          </a:solidFill>
        </p:spPr>
        <p:txBody>
          <a:bodyPr lIns="360000" anchor="ctr" anchorCtr="0"/>
          <a:lstStyle/>
          <a:p>
            <a:r>
              <a:rPr lang="en-GB" dirty="0">
                <a:solidFill>
                  <a:srgbClr val="05366C"/>
                </a:solidFill>
              </a:rPr>
              <a:t>Heart rate. Still contact-based</a:t>
            </a:r>
            <a:endParaRPr lang="LID4096" dirty="0">
              <a:solidFill>
                <a:srgbClr val="05366C"/>
              </a:solidFill>
            </a:endParaRPr>
          </a:p>
        </p:txBody>
      </p:sp>
    </p:spTree>
    <p:extLst>
      <p:ext uri="{BB962C8B-B14F-4D97-AF65-F5344CB8AC3E}">
        <p14:creationId xmlns:p14="http://schemas.microsoft.com/office/powerpoint/2010/main" val="1999375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0" advClick="0" advTm="0">
        <p159:morph option="byObject"/>
      </p:transition>
    </mc:Choice>
    <mc:Fallback xmlns="">
      <p:transition spd="slow" advClick="0" advTm="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1E15D-8476-BE70-33CA-12C60D634A9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79FE65D-8F80-87DF-E753-D81F3EA55FF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040" t="-42" r="28730" b="42"/>
          <a:stretch>
            <a:fillRect/>
          </a:stretch>
        </p:blipFill>
        <p:spPr bwMode="auto">
          <a:xfrm>
            <a:off x="7523269" y="262998"/>
            <a:ext cx="4668731" cy="6332003"/>
          </a:xfrm>
          <a:custGeom>
            <a:avLst/>
            <a:gdLst>
              <a:gd name="csX0" fmla="*/ 1077731 w 4668731"/>
              <a:gd name="csY0" fmla="*/ 0 h 6332003"/>
              <a:gd name="csX1" fmla="*/ 4668731 w 4668731"/>
              <a:gd name="csY1" fmla="*/ 0 h 6332003"/>
              <a:gd name="csX2" fmla="*/ 3472732 w 4668731"/>
              <a:gd name="csY2" fmla="*/ 6332003 h 6332003"/>
              <a:gd name="csX3" fmla="*/ 0 w 4668731"/>
              <a:gd name="csY3" fmla="*/ 6332003 h 6332003"/>
              <a:gd name="csX4" fmla="*/ 0 w 4668731"/>
              <a:gd name="csY4" fmla="*/ 5705852 h 6332003"/>
            </a:gdLst>
            <a:ahLst/>
            <a:cxnLst>
              <a:cxn ang="0">
                <a:pos x="csX0" y="csY0"/>
              </a:cxn>
              <a:cxn ang="0">
                <a:pos x="csX1" y="csY1"/>
              </a:cxn>
              <a:cxn ang="0">
                <a:pos x="csX2" y="csY2"/>
              </a:cxn>
              <a:cxn ang="0">
                <a:pos x="csX3" y="csY3"/>
              </a:cxn>
              <a:cxn ang="0">
                <a:pos x="csX4" y="csY4"/>
              </a:cxn>
            </a:cxnLst>
            <a:rect l="l" t="t" r="r" b="b"/>
            <a:pathLst>
              <a:path w="4668731" h="6332003">
                <a:moveTo>
                  <a:pt x="1077731" y="0"/>
                </a:moveTo>
                <a:lnTo>
                  <a:pt x="4668731" y="0"/>
                </a:lnTo>
                <a:lnTo>
                  <a:pt x="3472732" y="6332003"/>
                </a:lnTo>
                <a:lnTo>
                  <a:pt x="0" y="6332003"/>
                </a:lnTo>
                <a:lnTo>
                  <a:pt x="0" y="5705852"/>
                </a:lnTo>
                <a:close/>
              </a:path>
            </a:pathLst>
          </a:cu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3A9B96F6-7B56-F519-A871-26B81F449D7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4" r="39632"/>
          <a:stretch>
            <a:fillRect/>
          </a:stretch>
        </p:blipFill>
        <p:spPr bwMode="auto">
          <a:xfrm>
            <a:off x="3702252" y="260349"/>
            <a:ext cx="4787495" cy="6334626"/>
          </a:xfrm>
          <a:custGeom>
            <a:avLst/>
            <a:gdLst>
              <a:gd name="csX0" fmla="*/ 1196495 w 4787495"/>
              <a:gd name="csY0" fmla="*/ 0 h 6334626"/>
              <a:gd name="csX1" fmla="*/ 4787495 w 4787495"/>
              <a:gd name="csY1" fmla="*/ 0 h 6334626"/>
              <a:gd name="csX2" fmla="*/ 3591000 w 4787495"/>
              <a:gd name="csY2" fmla="*/ 6334626 h 6334626"/>
              <a:gd name="csX3" fmla="*/ 0 w 4787495"/>
              <a:gd name="csY3" fmla="*/ 6334626 h 6334626"/>
            </a:gdLst>
            <a:ahLst/>
            <a:cxnLst>
              <a:cxn ang="0">
                <a:pos x="csX0" y="csY0"/>
              </a:cxn>
              <a:cxn ang="0">
                <a:pos x="csX1" y="csY1"/>
              </a:cxn>
              <a:cxn ang="0">
                <a:pos x="csX2" y="csY2"/>
              </a:cxn>
              <a:cxn ang="0">
                <a:pos x="csX3" y="csY3"/>
              </a:cxn>
            </a:cxnLst>
            <a:rect l="l" t="t" r="r" b="b"/>
            <a:pathLst>
              <a:path w="4787495" h="6334626">
                <a:moveTo>
                  <a:pt x="1196495" y="0"/>
                </a:moveTo>
                <a:lnTo>
                  <a:pt x="4787495" y="0"/>
                </a:lnTo>
                <a:lnTo>
                  <a:pt x="3591000" y="6334626"/>
                </a:lnTo>
                <a:lnTo>
                  <a:pt x="0" y="6334626"/>
                </a:lnTo>
                <a:close/>
              </a:path>
            </a:pathLst>
          </a:cu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F33032A4-EEC7-3946-FA57-C25795E6645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3382"/>
          <a:stretch>
            <a:fillRect/>
          </a:stretch>
        </p:blipFill>
        <p:spPr bwMode="auto">
          <a:xfrm>
            <a:off x="-1" y="260323"/>
            <a:ext cx="4786494" cy="6329325"/>
          </a:xfrm>
          <a:custGeom>
            <a:avLst/>
            <a:gdLst>
              <a:gd name="csX0" fmla="*/ 1195494 w 4786494"/>
              <a:gd name="csY0" fmla="*/ 0 h 6329325"/>
              <a:gd name="csX1" fmla="*/ 4786494 w 4786494"/>
              <a:gd name="csY1" fmla="*/ 0 h 6329325"/>
              <a:gd name="csX2" fmla="*/ 3591000 w 4786494"/>
              <a:gd name="csY2" fmla="*/ 6329325 h 6329325"/>
              <a:gd name="csX3" fmla="*/ 0 w 4786494"/>
              <a:gd name="csY3" fmla="*/ 6329325 h 6329325"/>
            </a:gdLst>
            <a:ahLst/>
            <a:cxnLst>
              <a:cxn ang="0">
                <a:pos x="csX0" y="csY0"/>
              </a:cxn>
              <a:cxn ang="0">
                <a:pos x="csX1" y="csY1"/>
              </a:cxn>
              <a:cxn ang="0">
                <a:pos x="csX2" y="csY2"/>
              </a:cxn>
              <a:cxn ang="0">
                <a:pos x="csX3" y="csY3"/>
              </a:cxn>
            </a:cxnLst>
            <a:rect l="l" t="t" r="r" b="b"/>
            <a:pathLst>
              <a:path w="4786494" h="6329325">
                <a:moveTo>
                  <a:pt x="1195494" y="0"/>
                </a:moveTo>
                <a:lnTo>
                  <a:pt x="4786494" y="0"/>
                </a:lnTo>
                <a:lnTo>
                  <a:pt x="3591000" y="6329325"/>
                </a:lnTo>
                <a:lnTo>
                  <a:pt x="0" y="6329325"/>
                </a:lnTo>
                <a:close/>
              </a:path>
            </a:pathLst>
          </a:custGeom>
          <a:noFill/>
          <a:extLst>
            <a:ext uri="{909E8E84-426E-40DD-AFC4-6F175D3DCCD1}">
              <a14:hiddenFill xmlns:a14="http://schemas.microsoft.com/office/drawing/2010/main">
                <a:solidFill>
                  <a:srgbClr val="FFFFFF"/>
                </a:solidFill>
              </a14:hiddenFill>
            </a:ext>
          </a:extLst>
        </p:spPr>
      </p:pic>
      <p:sp>
        <p:nvSpPr>
          <p:cNvPr id="6" name="Text Placeholder 5">
            <a:extLst>
              <a:ext uri="{FF2B5EF4-FFF2-40B4-BE49-F238E27FC236}">
                <a16:creationId xmlns:a16="http://schemas.microsoft.com/office/drawing/2014/main" id="{C6A1F186-5B57-32C2-0EE3-23387CABFFE5}"/>
              </a:ext>
            </a:extLst>
          </p:cNvPr>
          <p:cNvSpPr>
            <a:spLocks noGrp="1"/>
          </p:cNvSpPr>
          <p:nvPr>
            <p:ph type="body" sz="quarter" idx="13"/>
          </p:nvPr>
        </p:nvSpPr>
        <p:spPr>
          <a:xfrm>
            <a:off x="0" y="3924021"/>
            <a:ext cx="12192000" cy="2160000"/>
          </a:xfrm>
          <a:solidFill>
            <a:srgbClr val="FFFFFF">
              <a:alpha val="80000"/>
            </a:srgbClr>
          </a:solidFill>
        </p:spPr>
        <p:txBody>
          <a:bodyPr anchor="ctr"/>
          <a:lstStyle/>
          <a:p>
            <a:pPr marL="806450" indent="-358775">
              <a:buFont typeface="Arial" panose="020B0604020202020204" pitchFamily="34" charset="0"/>
              <a:buChar char="•"/>
            </a:pPr>
            <a:r>
              <a:rPr lang="en-US" sz="3500" dirty="0">
                <a:solidFill>
                  <a:srgbClr val="05366C"/>
                </a:solidFill>
              </a:rPr>
              <a:t> Comfortable</a:t>
            </a:r>
          </a:p>
          <a:p>
            <a:pPr marL="806450" indent="-358775">
              <a:buFont typeface="Arial" panose="020B0604020202020204" pitchFamily="34" charset="0"/>
              <a:buChar char="•"/>
            </a:pPr>
            <a:r>
              <a:rPr lang="en-US" sz="3500" dirty="0">
                <a:solidFill>
                  <a:srgbClr val="05366C"/>
                </a:solidFill>
              </a:rPr>
              <a:t>Continuous</a:t>
            </a:r>
          </a:p>
          <a:p>
            <a:pPr marL="806450" indent="-358775">
              <a:buFont typeface="Arial" panose="020B0604020202020204" pitchFamily="34" charset="0"/>
              <a:buChar char="•"/>
            </a:pPr>
            <a:r>
              <a:rPr lang="en-US" sz="3500" dirty="0">
                <a:solidFill>
                  <a:srgbClr val="05366C"/>
                </a:solidFill>
              </a:rPr>
              <a:t>Contact-free</a:t>
            </a:r>
            <a:endParaRPr lang="LID4096" sz="3500" dirty="0">
              <a:solidFill>
                <a:srgbClr val="05366C"/>
              </a:solidFill>
            </a:endParaRPr>
          </a:p>
        </p:txBody>
      </p:sp>
    </p:spTree>
    <p:extLst>
      <p:ext uri="{BB962C8B-B14F-4D97-AF65-F5344CB8AC3E}">
        <p14:creationId xmlns:p14="http://schemas.microsoft.com/office/powerpoint/2010/main" val="503518565"/>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79B73EE-4087-6094-8016-7DF36D604942}"/>
              </a:ext>
            </a:extLst>
          </p:cNvPr>
          <p:cNvSpPr>
            <a:spLocks noGrp="1"/>
          </p:cNvSpPr>
          <p:nvPr>
            <p:ph type="title"/>
          </p:nvPr>
        </p:nvSpPr>
        <p:spPr/>
        <p:txBody>
          <a:bodyPr/>
          <a:lstStyle/>
          <a:p>
            <a:r>
              <a:rPr lang="en-US" dirty="0"/>
              <a:t>Product reveal</a:t>
            </a:r>
            <a:endParaRPr lang="LID4096" dirty="0"/>
          </a:p>
        </p:txBody>
      </p:sp>
    </p:spTree>
    <p:extLst>
      <p:ext uri="{BB962C8B-B14F-4D97-AF65-F5344CB8AC3E}">
        <p14:creationId xmlns:p14="http://schemas.microsoft.com/office/powerpoint/2010/main" val="3541878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E00F334-1D76-9B33-76DA-F19B71A243B3}"/>
              </a:ext>
            </a:extLst>
          </p:cNvPr>
          <p:cNvPicPr>
            <a:picLocks noChangeAspect="1"/>
          </p:cNvPicPr>
          <p:nvPr/>
        </p:nvPicPr>
        <p:blipFill>
          <a:blip r:embed="rId4">
            <a:clrChange>
              <a:clrFrom>
                <a:srgbClr val="FFFFFF"/>
              </a:clrFrom>
              <a:clrTo>
                <a:srgbClr val="FFFFFF">
                  <a:alpha val="0"/>
                </a:srgbClr>
              </a:clrTo>
            </a:clrChange>
          </a:blip>
          <a:stretch>
            <a:fillRect/>
          </a:stretch>
        </p:blipFill>
        <p:spPr>
          <a:xfrm flipH="1">
            <a:off x="171634" y="153000"/>
            <a:ext cx="4972173" cy="6552000"/>
          </a:xfrm>
          <a:prstGeom prst="rect">
            <a:avLst/>
          </a:prstGeom>
        </p:spPr>
      </p:pic>
      <p:pic>
        <p:nvPicPr>
          <p:cNvPr id="10" name="Picture 9">
            <a:extLst>
              <a:ext uri="{FF2B5EF4-FFF2-40B4-BE49-F238E27FC236}">
                <a16:creationId xmlns:a16="http://schemas.microsoft.com/office/drawing/2014/main" id="{DC47775E-8C24-E8C0-923A-446FEE544289}"/>
              </a:ext>
            </a:extLst>
          </p:cNvPr>
          <p:cNvPicPr>
            <a:picLocks noChangeAspect="1"/>
          </p:cNvPicPr>
          <p:nvPr/>
        </p:nvPicPr>
        <p:blipFill>
          <a:blip r:embed="rId5"/>
          <a:srcRect l="32525" t="2666" r="32010" b="2133"/>
          <a:stretch>
            <a:fillRect/>
          </a:stretch>
        </p:blipFill>
        <p:spPr>
          <a:xfrm>
            <a:off x="8368722" y="0"/>
            <a:ext cx="3254454" cy="6552000"/>
          </a:xfrm>
          <a:prstGeom prst="rect">
            <a:avLst/>
          </a:prstGeom>
        </p:spPr>
      </p:pic>
      <p:pic>
        <p:nvPicPr>
          <p:cNvPr id="6" name="Picture 5">
            <a:extLst>
              <a:ext uri="{FF2B5EF4-FFF2-40B4-BE49-F238E27FC236}">
                <a16:creationId xmlns:a16="http://schemas.microsoft.com/office/drawing/2014/main" id="{0B3FB028-1226-747E-7242-920B88272D55}"/>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t="13802" b="14731"/>
          <a:stretch>
            <a:fillRect/>
          </a:stretch>
        </p:blipFill>
        <p:spPr>
          <a:xfrm>
            <a:off x="3807942" y="1781269"/>
            <a:ext cx="4515834" cy="640080"/>
          </a:xfrm>
          <a:prstGeom prst="rect">
            <a:avLst/>
          </a:prstGeom>
        </p:spPr>
      </p:pic>
      <p:pic>
        <p:nvPicPr>
          <p:cNvPr id="15" name="Picture 14">
            <a:extLst>
              <a:ext uri="{FF2B5EF4-FFF2-40B4-BE49-F238E27FC236}">
                <a16:creationId xmlns:a16="http://schemas.microsoft.com/office/drawing/2014/main" id="{FE4C3FD8-40ED-1873-6AB0-EF585678CA6C}"/>
              </a:ext>
            </a:extLst>
          </p:cNvPr>
          <p:cNvPicPr>
            <a:picLocks noChangeAspect="1"/>
          </p:cNvPicPr>
          <p:nvPr/>
        </p:nvPicPr>
        <p:blipFill>
          <a:blip r:embed="rId7"/>
          <a:stretch>
            <a:fillRect/>
          </a:stretch>
        </p:blipFill>
        <p:spPr>
          <a:xfrm>
            <a:off x="171063" y="150885"/>
            <a:ext cx="4972744" cy="6554115"/>
          </a:xfrm>
          <a:prstGeom prst="rect">
            <a:avLst/>
          </a:prstGeom>
        </p:spPr>
      </p:pic>
      <p:sp>
        <p:nvSpPr>
          <p:cNvPr id="16" name="Callout: Bent Line 15">
            <a:extLst>
              <a:ext uri="{FF2B5EF4-FFF2-40B4-BE49-F238E27FC236}">
                <a16:creationId xmlns:a16="http://schemas.microsoft.com/office/drawing/2014/main" id="{165EB761-1B39-170B-CBFF-C19F838D0D63}"/>
              </a:ext>
            </a:extLst>
          </p:cNvPr>
          <p:cNvSpPr/>
          <p:nvPr/>
        </p:nvSpPr>
        <p:spPr>
          <a:xfrm flipH="1">
            <a:off x="6987911" y="954698"/>
            <a:ext cx="1260000" cy="612000"/>
          </a:xfrm>
          <a:prstGeom prst="borderCallout2">
            <a:avLst>
              <a:gd name="adj1" fmla="val 49856"/>
              <a:gd name="adj2" fmla="val -172"/>
              <a:gd name="adj3" fmla="val 49856"/>
              <a:gd name="adj4" fmla="val -17913"/>
              <a:gd name="adj5" fmla="val 170666"/>
              <a:gd name="adj6" fmla="val -85102"/>
            </a:avLst>
          </a:prstGeom>
          <a:solidFill>
            <a:srgbClr val="FFFFFF"/>
          </a:solidFill>
          <a:ln w="19050">
            <a:solidFill>
              <a:srgbClr val="053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5366C"/>
                </a:solidFill>
              </a:rPr>
              <a:t>Radar module</a:t>
            </a:r>
            <a:endParaRPr lang="LID4096" dirty="0" err="1">
              <a:solidFill>
                <a:srgbClr val="05366C"/>
              </a:solidFill>
            </a:endParaRPr>
          </a:p>
        </p:txBody>
      </p:sp>
      <p:pic>
        <p:nvPicPr>
          <p:cNvPr id="18" name="05">
            <a:hlinkClick r:id="" action="ppaction://media"/>
            <a:extLst>
              <a:ext uri="{FF2B5EF4-FFF2-40B4-BE49-F238E27FC236}">
                <a16:creationId xmlns:a16="http://schemas.microsoft.com/office/drawing/2014/main" id="{B81D9345-06A0-E280-7299-6F16623D770E}"/>
              </a:ext>
            </a:extLst>
          </p:cNvPr>
          <p:cNvPicPr>
            <a:picLocks noChangeAspect="1"/>
          </p:cNvPicPr>
          <p:nvPr>
            <a:audioFile r:link="rId1"/>
            <p:extLst>
              <p:ext uri="{DAA4B4D4-6D71-4841-9C94-3DE7FCFB9230}">
                <p14:media xmlns:p14="http://schemas.microsoft.com/office/powerpoint/2010/main" r:embed="rId2">
                  <p14:trim st="500" end="546"/>
                </p14:media>
              </p:ext>
            </p:extLst>
          </p:nvPr>
        </p:nvPicPr>
        <p:blipFill>
          <a:blip r:embed="rId8"/>
          <a:stretch>
            <a:fillRect/>
          </a:stretch>
        </p:blipFill>
        <p:spPr>
          <a:xfrm>
            <a:off x="11785600" y="6858000"/>
            <a:ext cx="406400" cy="406400"/>
          </a:xfrm>
          <a:prstGeom prst="rect">
            <a:avLst/>
          </a:prstGeom>
        </p:spPr>
      </p:pic>
      <p:sp>
        <p:nvSpPr>
          <p:cNvPr id="19" name="Callout: Bent Line 18">
            <a:extLst>
              <a:ext uri="{FF2B5EF4-FFF2-40B4-BE49-F238E27FC236}">
                <a16:creationId xmlns:a16="http://schemas.microsoft.com/office/drawing/2014/main" id="{1FFAAA5E-4178-0908-DC72-EABA70D63CA8}"/>
              </a:ext>
            </a:extLst>
          </p:cNvPr>
          <p:cNvSpPr/>
          <p:nvPr/>
        </p:nvSpPr>
        <p:spPr>
          <a:xfrm>
            <a:off x="3275738" y="954698"/>
            <a:ext cx="1440000" cy="612000"/>
          </a:xfrm>
          <a:prstGeom prst="borderCallout2">
            <a:avLst>
              <a:gd name="adj1" fmla="val 49856"/>
              <a:gd name="adj2" fmla="val -172"/>
              <a:gd name="adj3" fmla="val 49856"/>
              <a:gd name="adj4" fmla="val -17913"/>
              <a:gd name="adj5" fmla="val 167192"/>
              <a:gd name="adj6" fmla="val -58028"/>
            </a:avLst>
          </a:prstGeom>
          <a:solidFill>
            <a:srgbClr val="FFFFFF"/>
          </a:solidFill>
          <a:ln w="19050">
            <a:solidFill>
              <a:srgbClr val="053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5366C"/>
                </a:solidFill>
              </a:rPr>
              <a:t>Chest movements</a:t>
            </a:r>
            <a:endParaRPr lang="LID4096" dirty="0" err="1">
              <a:solidFill>
                <a:srgbClr val="05366C"/>
              </a:solidFill>
            </a:endParaRPr>
          </a:p>
        </p:txBody>
      </p:sp>
      <p:sp>
        <p:nvSpPr>
          <p:cNvPr id="21" name="Arrow: Right 20">
            <a:extLst>
              <a:ext uri="{FF2B5EF4-FFF2-40B4-BE49-F238E27FC236}">
                <a16:creationId xmlns:a16="http://schemas.microsoft.com/office/drawing/2014/main" id="{FE5B48EF-80D8-AFBE-89E2-9F6A6CA3D44C}"/>
              </a:ext>
            </a:extLst>
          </p:cNvPr>
          <p:cNvSpPr/>
          <p:nvPr/>
        </p:nvSpPr>
        <p:spPr>
          <a:xfrm flipH="1">
            <a:off x="4715738" y="2664000"/>
            <a:ext cx="2488018" cy="612000"/>
          </a:xfrm>
          <a:prstGeom prst="rightArrow">
            <a:avLst>
              <a:gd name="adj1" fmla="val 50000"/>
              <a:gd name="adj2" fmla="val 87353"/>
            </a:avLst>
          </a:prstGeom>
          <a:solidFill>
            <a:srgbClr val="FFFFFF"/>
          </a:solidFill>
          <a:ln w="19050">
            <a:solidFill>
              <a:srgbClr val="053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5366C"/>
                </a:solidFill>
              </a:rPr>
              <a:t>Radar signal</a:t>
            </a:r>
            <a:endParaRPr lang="LID4096" dirty="0" err="1">
              <a:solidFill>
                <a:srgbClr val="05366C"/>
              </a:solidFill>
            </a:endParaRPr>
          </a:p>
        </p:txBody>
      </p:sp>
      <p:sp>
        <p:nvSpPr>
          <p:cNvPr id="22" name="Arrow: Right 21">
            <a:extLst>
              <a:ext uri="{FF2B5EF4-FFF2-40B4-BE49-F238E27FC236}">
                <a16:creationId xmlns:a16="http://schemas.microsoft.com/office/drawing/2014/main" id="{13E2329C-C729-7009-CC36-9114B680C9DF}"/>
              </a:ext>
            </a:extLst>
          </p:cNvPr>
          <p:cNvSpPr/>
          <p:nvPr/>
        </p:nvSpPr>
        <p:spPr>
          <a:xfrm>
            <a:off x="5298221" y="3276000"/>
            <a:ext cx="2488018" cy="612000"/>
          </a:xfrm>
          <a:prstGeom prst="rightArrow">
            <a:avLst>
              <a:gd name="adj1" fmla="val 50000"/>
              <a:gd name="adj2" fmla="val 87353"/>
            </a:avLst>
          </a:prstGeom>
          <a:solidFill>
            <a:srgbClr val="FFFFFF"/>
          </a:solidFill>
          <a:ln w="19050">
            <a:solidFill>
              <a:srgbClr val="053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5366C"/>
                </a:solidFill>
              </a:rPr>
              <a:t>Reflected signal</a:t>
            </a:r>
            <a:endParaRPr lang="LID4096" dirty="0" err="1">
              <a:solidFill>
                <a:srgbClr val="05366C"/>
              </a:solidFill>
            </a:endParaRPr>
          </a:p>
        </p:txBody>
      </p:sp>
    </p:spTree>
    <p:extLst>
      <p:ext uri="{BB962C8B-B14F-4D97-AF65-F5344CB8AC3E}">
        <p14:creationId xmlns:p14="http://schemas.microsoft.com/office/powerpoint/2010/main" val="2547566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6454" fill="hold"/>
                                        <p:tgtEl>
                                          <p:spTgt spid="18"/>
                                        </p:tgtEl>
                                      </p:cBhvr>
                                    </p:cmd>
                                  </p:childTnLst>
                                </p:cTn>
                              </p:par>
                              <p:par>
                                <p:cTn id="7" presetID="10" presetClass="entr" presetSubtype="0" fill="hold" grpId="0" nodeType="withEffect">
                                  <p:stCondLst>
                                    <p:cond delay="4000"/>
                                  </p:stCondLst>
                                  <p:childTnLst>
                                    <p:set>
                                      <p:cBhvr>
                                        <p:cTn id="8" dur="1" fill="hold">
                                          <p:stCondLst>
                                            <p:cond delay="0"/>
                                          </p:stCondLst>
                                        </p:cTn>
                                        <p:tgtEl>
                                          <p:spTgt spid="16"/>
                                        </p:tgtEl>
                                        <p:attrNameLst>
                                          <p:attrName>style.visibility</p:attrName>
                                        </p:attrNameLst>
                                      </p:cBhvr>
                                      <p:to>
                                        <p:strVal val="visible"/>
                                      </p:to>
                                    </p:set>
                                    <p:animEffect transition="in" filter="fade">
                                      <p:cBhvr>
                                        <p:cTn id="9" dur="500"/>
                                        <p:tgtEl>
                                          <p:spTgt spid="16"/>
                                        </p:tgtEl>
                                      </p:cBhvr>
                                    </p:animEffect>
                                  </p:childTnLst>
                                </p:cTn>
                              </p:par>
                              <p:par>
                                <p:cTn id="10" presetID="10" presetClass="entr" presetSubtype="0" fill="hold" nodeType="withEffect">
                                  <p:stCondLst>
                                    <p:cond delay="60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35" presetClass="path" presetSubtype="0" accel="50000" decel="50000" fill="hold" nodeType="withEffect">
                                  <p:stCondLst>
                                    <p:cond delay="6000"/>
                                  </p:stCondLst>
                                  <p:childTnLst>
                                    <p:animMotion origin="layout" path="M 1.875E-6 -1.48148E-6 L -0.49206 0.00046 " pathEditMode="relative" rAng="0" ptsTypes="AA">
                                      <p:cBhvr>
                                        <p:cTn id="14" dur="3000" fill="hold"/>
                                        <p:tgtEl>
                                          <p:spTgt spid="6"/>
                                        </p:tgtEl>
                                        <p:attrNameLst>
                                          <p:attrName>ppt_x</p:attrName>
                                          <p:attrName>ppt_y</p:attrName>
                                        </p:attrNameLst>
                                      </p:cBhvr>
                                      <p:rCtr x="-24609" y="23"/>
                                    </p:animMotion>
                                  </p:childTnLst>
                                </p:cTn>
                              </p:par>
                              <p:par>
                                <p:cTn id="15" presetID="10" presetClass="entr" presetSubtype="0" fill="hold" grpId="0" nodeType="withEffect">
                                  <p:stCondLst>
                                    <p:cond delay="625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750"/>
                                        <p:tgtEl>
                                          <p:spTgt spid="21"/>
                                        </p:tgtEl>
                                      </p:cBhvr>
                                    </p:animEffect>
                                  </p:childTnLst>
                                </p:cTn>
                              </p:par>
                              <p:par>
                                <p:cTn id="18" presetID="26" presetClass="emph" presetSubtype="0" repeatCount="3000" fill="hold" nodeType="withEffect">
                                  <p:stCondLst>
                                    <p:cond delay="9000"/>
                                  </p:stCondLst>
                                  <p:childTnLst>
                                    <p:animEffect transition="out" filter="fade">
                                      <p:cBhvr>
                                        <p:cTn id="19" dur="1500" tmFilter="0, 0; .2, .5; .8, .5; 1, 0"/>
                                        <p:tgtEl>
                                          <p:spTgt spid="15"/>
                                        </p:tgtEl>
                                      </p:cBhvr>
                                    </p:animEffect>
                                    <p:animScale>
                                      <p:cBhvr>
                                        <p:cTn id="20" dur="750" autoRev="1" fill="hold"/>
                                        <p:tgtEl>
                                          <p:spTgt spid="15"/>
                                        </p:tgtEl>
                                      </p:cBhvr>
                                      <p:by x="105000" y="105000"/>
                                    </p:animScale>
                                  </p:childTnLst>
                                </p:cTn>
                              </p:par>
                              <p:par>
                                <p:cTn id="21" presetID="10" presetClass="entr" presetSubtype="0" fill="hold" grpId="0" nodeType="withEffect">
                                  <p:stCondLst>
                                    <p:cond delay="920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par>
                                <p:cTn id="24" presetID="63" presetClass="path" presetSubtype="0" accel="50000" decel="50000" fill="hold" nodeType="withEffect">
                                  <p:stCondLst>
                                    <p:cond delay="13500"/>
                                  </p:stCondLst>
                                  <p:childTnLst>
                                    <p:animMotion origin="layout" path="M -0.49205 0.00046 L 1.875E-6 -1.48148E-6 " pathEditMode="relative" rAng="0" ptsTypes="AA">
                                      <p:cBhvr>
                                        <p:cTn id="25" dur="3000" fill="hold"/>
                                        <p:tgtEl>
                                          <p:spTgt spid="6"/>
                                        </p:tgtEl>
                                        <p:attrNameLst>
                                          <p:attrName>ppt_x</p:attrName>
                                          <p:attrName>ppt_y</p:attrName>
                                        </p:attrNameLst>
                                      </p:cBhvr>
                                      <p:rCtr x="24414" y="23"/>
                                    </p:animMotion>
                                  </p:childTnLst>
                                </p:cTn>
                              </p:par>
                              <p:par>
                                <p:cTn id="26" presetID="10" presetClass="entr" presetSubtype="0" fill="hold" grpId="0" nodeType="withEffect">
                                  <p:stCondLst>
                                    <p:cond delay="1375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750"/>
                                        <p:tgtEl>
                                          <p:spTgt spid="22"/>
                                        </p:tgtEl>
                                      </p:cBhvr>
                                    </p:animEffect>
                                  </p:childTnLst>
                                </p:cTn>
                              </p:par>
                              <p:par>
                                <p:cTn id="29" presetID="10" presetClass="exit" presetSubtype="0" fill="hold" nodeType="withEffect">
                                  <p:stCondLst>
                                    <p:cond delay="16000"/>
                                  </p:stCondLst>
                                  <p:childTnLst>
                                    <p:animEffect transition="out" filter="fade">
                                      <p:cBhvr>
                                        <p:cTn id="30" dur="500"/>
                                        <p:tgtEl>
                                          <p:spTgt spid="6"/>
                                        </p:tgtEl>
                                      </p:cBhvr>
                                    </p:animEffect>
                                    <p:set>
                                      <p:cBhvr>
                                        <p:cTn id="31"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audio>
              <p:cMediaNode vol="100000">
                <p:cTn id="32" fill="hold" display="0">
                  <p:stCondLst>
                    <p:cond delay="indefinite"/>
                  </p:stCondLst>
                  <p:endCondLst>
                    <p:cond evt="onStopAudio" delay="0">
                      <p:tgtEl>
                        <p:sldTgt/>
                      </p:tgtEl>
                    </p:cond>
                  </p:endCondLst>
                </p:cTn>
                <p:tgtEl>
                  <p:spTgt spid="18"/>
                </p:tgtEl>
              </p:cMediaNode>
            </p:audio>
          </p:childTnLst>
        </p:cTn>
      </p:par>
    </p:tnLst>
    <p:bldLst>
      <p:bldP spid="16" grpId="0" animBg="1"/>
      <p:bldP spid="19" grpId="0" animBg="1"/>
      <p:bldP spid="21"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366C"/>
        </a:solidFill>
        <a:effectLst/>
      </p:bgPr>
    </p:bg>
    <p:spTree>
      <p:nvGrpSpPr>
        <p:cNvPr id="1" name="">
          <a:extLst>
            <a:ext uri="{FF2B5EF4-FFF2-40B4-BE49-F238E27FC236}">
              <a16:creationId xmlns:a16="http://schemas.microsoft.com/office/drawing/2014/main" id="{32D7E4C5-738E-8AE7-0528-CB0D405870FF}"/>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54EE69C7-87C0-AA7E-95EB-3C5B352CF323}"/>
              </a:ext>
            </a:extLst>
          </p:cNvPr>
          <p:cNvSpPr>
            <a:spLocks noGrp="1"/>
          </p:cNvSpPr>
          <p:nvPr>
            <p:ph type="title"/>
          </p:nvPr>
        </p:nvSpPr>
        <p:spPr>
          <a:xfrm>
            <a:off x="407988" y="260350"/>
            <a:ext cx="11376026" cy="1080000"/>
          </a:xfrm>
        </p:spPr>
        <p:txBody>
          <a:bodyPr/>
          <a:lstStyle/>
          <a:p>
            <a:r>
              <a:rPr lang="en-GB" noProof="0" dirty="0"/>
              <a:t>Chapter One</a:t>
            </a:r>
          </a:p>
        </p:txBody>
      </p:sp>
      <p:sp>
        <p:nvSpPr>
          <p:cNvPr id="13" name="Textplatzhalter 12">
            <a:extLst>
              <a:ext uri="{FF2B5EF4-FFF2-40B4-BE49-F238E27FC236}">
                <a16:creationId xmlns:a16="http://schemas.microsoft.com/office/drawing/2014/main" id="{FF527DC6-537F-C6AF-F3F8-65142BB520F5}"/>
              </a:ext>
            </a:extLst>
          </p:cNvPr>
          <p:cNvSpPr>
            <a:spLocks noGrp="1"/>
          </p:cNvSpPr>
          <p:nvPr>
            <p:ph type="body" sz="quarter" idx="13"/>
          </p:nvPr>
        </p:nvSpPr>
        <p:spPr/>
        <p:txBody>
          <a:bodyPr/>
          <a:lstStyle/>
          <a:p>
            <a:r>
              <a:rPr lang="en-GB" noProof="0" dirty="0"/>
              <a:t>I’m a chapter divider slide. You can use me with or without text. ‘Night’ colour, white lettering.</a:t>
            </a:r>
          </a:p>
        </p:txBody>
      </p:sp>
    </p:spTree>
    <p:extLst>
      <p:ext uri="{BB962C8B-B14F-4D97-AF65-F5344CB8AC3E}">
        <p14:creationId xmlns:p14="http://schemas.microsoft.com/office/powerpoint/2010/main" val="1054328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0AC6A-8AFE-6391-039B-11DCCC6FC143}"/>
            </a:ext>
          </a:extLst>
        </p:cNvPr>
        <p:cNvGrpSpPr/>
        <p:nvPr/>
      </p:nvGrpSpPr>
      <p:grpSpPr>
        <a:xfrm>
          <a:off x="0" y="0"/>
          <a:ext cx="0" cy="0"/>
          <a:chOff x="0" y="0"/>
          <a:chExt cx="0" cy="0"/>
        </a:xfrm>
      </p:grpSpPr>
      <p:pic>
        <p:nvPicPr>
          <p:cNvPr id="20" name="Bildplatzhalter 12">
            <a:extLst>
              <a:ext uri="{FF2B5EF4-FFF2-40B4-BE49-F238E27FC236}">
                <a16:creationId xmlns:a16="http://schemas.microsoft.com/office/drawing/2014/main" id="{1BEAC7F2-8596-2CFC-7343-1D2401042D9E}"/>
              </a:ext>
              <a:ext uri="{C183D7F6-B498-43B3-948B-1728B52AA6E4}">
                <adec:decorative xmlns:adec="http://schemas.microsoft.com/office/drawing/2017/decorative" val="1"/>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l="39" r="39"/>
          <a:stretch/>
        </p:blipFill>
        <p:spPr/>
      </p:pic>
      <p:sp>
        <p:nvSpPr>
          <p:cNvPr id="12" name="Titel 11">
            <a:extLst>
              <a:ext uri="{FF2B5EF4-FFF2-40B4-BE49-F238E27FC236}">
                <a16:creationId xmlns:a16="http://schemas.microsoft.com/office/drawing/2014/main" id="{0F2733B8-6705-4C96-22EB-F8B2F838DB54}"/>
              </a:ext>
            </a:extLst>
          </p:cNvPr>
          <p:cNvSpPr>
            <a:spLocks noGrp="1"/>
          </p:cNvSpPr>
          <p:nvPr>
            <p:ph type="title"/>
          </p:nvPr>
        </p:nvSpPr>
        <p:spPr/>
        <p:txBody>
          <a:bodyPr/>
          <a:lstStyle/>
          <a:p>
            <a:r>
              <a:rPr lang="en-GB" noProof="0" dirty="0"/>
              <a:t>Full-screen images are also possible as chapter dividers. When selecting images, please make sure that the lettering remains legible. </a:t>
            </a:r>
          </a:p>
        </p:txBody>
      </p:sp>
    </p:spTree>
    <p:extLst>
      <p:ext uri="{BB962C8B-B14F-4D97-AF65-F5344CB8AC3E}">
        <p14:creationId xmlns:p14="http://schemas.microsoft.com/office/powerpoint/2010/main" val="3909673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F116C2E5-911F-2F0C-2D95-8795FFA27703}"/>
              </a:ext>
            </a:extLst>
          </p:cNvPr>
          <p:cNvSpPr>
            <a:spLocks noGrp="1"/>
          </p:cNvSpPr>
          <p:nvPr>
            <p:ph type="title"/>
          </p:nvPr>
        </p:nvSpPr>
        <p:spPr>
          <a:xfrm>
            <a:off x="407988" y="260350"/>
            <a:ext cx="11376026" cy="1080000"/>
          </a:xfrm>
        </p:spPr>
        <p:txBody>
          <a:bodyPr/>
          <a:lstStyle/>
          <a:p>
            <a:r>
              <a:rPr lang="en-GB" noProof="0" dirty="0"/>
              <a:t>This is a headline; there is space for a graphic below</a:t>
            </a:r>
          </a:p>
        </p:txBody>
      </p:sp>
      <p:sp>
        <p:nvSpPr>
          <p:cNvPr id="9" name="Inhaltsplatzhalter 8">
            <a:extLst>
              <a:ext uri="{FF2B5EF4-FFF2-40B4-BE49-F238E27FC236}">
                <a16:creationId xmlns:a16="http://schemas.microsoft.com/office/drawing/2014/main" id="{73C9C886-AA7C-7CD5-F381-A8899F07C40C}"/>
              </a:ext>
            </a:extLst>
          </p:cNvPr>
          <p:cNvSpPr>
            <a:spLocks noGrp="1"/>
          </p:cNvSpPr>
          <p:nvPr>
            <p:ph idx="1"/>
          </p:nvPr>
        </p:nvSpPr>
        <p:spPr/>
        <p:txBody>
          <a:bodyPr/>
          <a:lstStyle/>
          <a:p>
            <a:endParaRPr lang="en-GB" noProof="0" dirty="0"/>
          </a:p>
        </p:txBody>
      </p:sp>
    </p:spTree>
    <p:extLst>
      <p:ext uri="{BB962C8B-B14F-4D97-AF65-F5344CB8AC3E}">
        <p14:creationId xmlns:p14="http://schemas.microsoft.com/office/powerpoint/2010/main" val="2498781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Bildplatzhalter 13">
            <a:extLst>
              <a:ext uri="{FF2B5EF4-FFF2-40B4-BE49-F238E27FC236}">
                <a16:creationId xmlns:a16="http://schemas.microsoft.com/office/drawing/2014/main" id="{AFF3A380-D7FE-3C58-B42C-E3E286B891B6}"/>
              </a:ext>
              <a:ext uri="{C183D7F6-B498-43B3-948B-1728B52AA6E4}">
                <adec:decorative xmlns:adec="http://schemas.microsoft.com/office/drawing/2017/decorative" val="1"/>
              </a:ext>
            </a:extLst>
          </p:cNvPr>
          <p:cNvPicPr>
            <a:picLocks noGrp="1" noChangeAspect="1"/>
          </p:cNvPicPr>
          <p:nvPr>
            <p:ph type="pic" sz="quarter" idx="14"/>
          </p:nvPr>
        </p:nvPicPr>
        <p:blipFill>
          <a:blip r:embed="rId3" cstate="screen">
            <a:extLst>
              <a:ext uri="{28A0092B-C50C-407E-A947-70E740481C1C}">
                <a14:useLocalDpi xmlns:a14="http://schemas.microsoft.com/office/drawing/2010/main"/>
              </a:ext>
            </a:extLst>
          </a:blip>
          <a:srcRect t="6" b="6"/>
          <a:stretch/>
        </p:blipFill>
        <p:spPr>
          <a:xfrm>
            <a:off x="6096000" y="0"/>
            <a:ext cx="6096000" cy="6858000"/>
          </a:xfrm>
        </p:spPr>
      </p:pic>
      <p:sp>
        <p:nvSpPr>
          <p:cNvPr id="6" name="Titel 5">
            <a:extLst>
              <a:ext uri="{FF2B5EF4-FFF2-40B4-BE49-F238E27FC236}">
                <a16:creationId xmlns:a16="http://schemas.microsoft.com/office/drawing/2014/main" id="{09A4C6A1-44C3-01F8-F30F-14EAE64454AD}"/>
              </a:ext>
            </a:extLst>
          </p:cNvPr>
          <p:cNvSpPr>
            <a:spLocks noGrp="1"/>
          </p:cNvSpPr>
          <p:nvPr>
            <p:ph type="title"/>
          </p:nvPr>
        </p:nvSpPr>
        <p:spPr>
          <a:xfrm>
            <a:off x="407988" y="260350"/>
            <a:ext cx="5543550" cy="1080000"/>
          </a:xfrm>
        </p:spPr>
        <p:txBody>
          <a:bodyPr/>
          <a:lstStyle/>
          <a:p>
            <a:r>
              <a:rPr lang="en-GB" noProof="0" dirty="0"/>
              <a:t>Slide half text, half image.</a:t>
            </a:r>
          </a:p>
        </p:txBody>
      </p:sp>
      <p:sp>
        <p:nvSpPr>
          <p:cNvPr id="13" name="Textplatzhalter 4">
            <a:extLst>
              <a:ext uri="{FF2B5EF4-FFF2-40B4-BE49-F238E27FC236}">
                <a16:creationId xmlns:a16="http://schemas.microsoft.com/office/drawing/2014/main" id="{6DEF6287-B14D-FC56-7A31-39A02038121B}"/>
              </a:ext>
            </a:extLst>
          </p:cNvPr>
          <p:cNvSpPr>
            <a:spLocks noGrp="1"/>
          </p:cNvSpPr>
          <p:nvPr>
            <p:ph type="body" sz="quarter" idx="13"/>
          </p:nvPr>
        </p:nvSpPr>
        <p:spPr>
          <a:xfrm>
            <a:off x="407989" y="1557338"/>
            <a:ext cx="5543550" cy="4356100"/>
          </a:xfrm>
        </p:spPr>
        <p:txBody>
          <a:bodyPr/>
          <a:lstStyle/>
          <a:p>
            <a:pPr marL="0" indent="0">
              <a:buNone/>
            </a:pPr>
            <a:r>
              <a:rPr lang="en-GB" b="1" noProof="0" dirty="0"/>
              <a:t>An optional subheading can be placed </a:t>
            </a:r>
            <a:br>
              <a:rPr lang="en-GB" b="1" noProof="0" dirty="0"/>
            </a:br>
            <a:r>
              <a:rPr lang="en-GB" b="1" noProof="0" dirty="0"/>
              <a:t>here. </a:t>
            </a:r>
          </a:p>
          <a:p>
            <a:endParaRPr lang="en-GB" noProof="0" dirty="0"/>
          </a:p>
          <a:p>
            <a:r>
              <a:rPr lang="en-GB" noProof="0" dirty="0"/>
              <a:t>The image can be removed and replaced </a:t>
            </a:r>
            <a:br>
              <a:rPr lang="en-GB" noProof="0" dirty="0"/>
            </a:br>
            <a:r>
              <a:rPr lang="en-GB" noProof="0" dirty="0"/>
              <a:t>by clicking on the icon.  </a:t>
            </a:r>
          </a:p>
          <a:p>
            <a:r>
              <a:rPr lang="en-GB" noProof="0" dirty="0"/>
              <a:t>Ensure accessibility: when inserting </a:t>
            </a:r>
            <a:br>
              <a:rPr lang="en-GB" noProof="0" dirty="0"/>
            </a:br>
            <a:r>
              <a:rPr lang="en-GB" noProof="0" dirty="0"/>
              <a:t>images, add suitable alternative text or </a:t>
            </a:r>
            <a:br>
              <a:rPr lang="en-GB" noProof="0" dirty="0"/>
            </a:br>
            <a:r>
              <a:rPr lang="en-GB" noProof="0" dirty="0"/>
              <a:t>mark the image as ‘decorative’ if </a:t>
            </a:r>
            <a:br>
              <a:rPr lang="en-GB" noProof="0" dirty="0"/>
            </a:br>
            <a:r>
              <a:rPr lang="en-GB" noProof="0" dirty="0"/>
              <a:t>applicable. (Right-click on the image: </a:t>
            </a:r>
            <a:br>
              <a:rPr lang="en-GB" noProof="0" dirty="0"/>
            </a:br>
            <a:r>
              <a:rPr lang="en-GB" noProof="0" dirty="0"/>
              <a:t>show alt text.) </a:t>
            </a:r>
          </a:p>
        </p:txBody>
      </p:sp>
    </p:spTree>
    <p:extLst>
      <p:ext uri="{BB962C8B-B14F-4D97-AF65-F5344CB8AC3E}">
        <p14:creationId xmlns:p14="http://schemas.microsoft.com/office/powerpoint/2010/main" val="963038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4049D74-BBE0-D8A6-0F00-B3410DFE7C17}"/>
              </a:ext>
            </a:extLst>
          </p:cNvPr>
          <p:cNvSpPr>
            <a:spLocks noGrp="1"/>
          </p:cNvSpPr>
          <p:nvPr>
            <p:ph type="title"/>
          </p:nvPr>
        </p:nvSpPr>
        <p:spPr>
          <a:xfrm>
            <a:off x="407988" y="260350"/>
            <a:ext cx="11376026" cy="1080000"/>
          </a:xfrm>
        </p:spPr>
        <p:txBody>
          <a:bodyPr/>
          <a:lstStyle/>
          <a:p>
            <a:r>
              <a:rPr lang="en-GB" noProof="0" dirty="0"/>
              <a:t>Template for lists in very large font </a:t>
            </a:r>
          </a:p>
        </p:txBody>
      </p:sp>
      <p:sp>
        <p:nvSpPr>
          <p:cNvPr id="5" name="Textplatzhalter 4">
            <a:extLst>
              <a:ext uri="{FF2B5EF4-FFF2-40B4-BE49-F238E27FC236}">
                <a16:creationId xmlns:a16="http://schemas.microsoft.com/office/drawing/2014/main" id="{5224E12B-29CF-3444-E8D0-E30664D5B28D}"/>
              </a:ext>
            </a:extLst>
          </p:cNvPr>
          <p:cNvSpPr>
            <a:spLocks noGrp="1"/>
          </p:cNvSpPr>
          <p:nvPr>
            <p:ph type="body" sz="quarter" idx="13"/>
          </p:nvPr>
        </p:nvSpPr>
        <p:spPr>
          <a:xfrm>
            <a:off x="407989" y="1557338"/>
            <a:ext cx="9432924" cy="4356100"/>
          </a:xfrm>
        </p:spPr>
        <p:txBody>
          <a:bodyPr/>
          <a:lstStyle/>
          <a:p>
            <a:pPr>
              <a:spcAft>
                <a:spcPts val="2400"/>
              </a:spcAft>
            </a:pPr>
            <a:r>
              <a:rPr lang="en-GB" sz="2800" noProof="0" dirty="0"/>
              <a:t>The larger the font, the more paragraph spacing is required in lists. Here there is already 24pt paragraph spacing.</a:t>
            </a:r>
          </a:p>
          <a:p>
            <a:pPr>
              <a:spcAft>
                <a:spcPts val="2400"/>
              </a:spcAft>
            </a:pPr>
            <a:r>
              <a:rPr lang="en-GB" sz="2800" noProof="0" dirty="0"/>
              <a:t>The paragraph spacing can be adjusted as follows: Select lettering/Format/Paragraph/‘Spacing after’. </a:t>
            </a:r>
          </a:p>
          <a:p>
            <a:pPr>
              <a:spcAft>
                <a:spcPts val="2400"/>
              </a:spcAft>
            </a:pPr>
            <a:r>
              <a:rPr lang="en-GB" sz="2800" noProof="0" dirty="0"/>
              <a:t>The lettering in the text should never be larger than the title of the slide. </a:t>
            </a:r>
          </a:p>
        </p:txBody>
      </p:sp>
    </p:spTree>
    <p:extLst>
      <p:ext uri="{BB962C8B-B14F-4D97-AF65-F5344CB8AC3E}">
        <p14:creationId xmlns:p14="http://schemas.microsoft.com/office/powerpoint/2010/main" val="3969995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748E-BBF8-EE41-4112-D6184CEC6ED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3972B07-6FC3-A908-FB9D-473E43A8B2FB}"/>
              </a:ext>
            </a:extLst>
          </p:cNvPr>
          <p:cNvSpPr>
            <a:spLocks noGrp="1"/>
          </p:cNvSpPr>
          <p:nvPr>
            <p:ph type="title"/>
          </p:nvPr>
        </p:nvSpPr>
        <p:spPr>
          <a:xfrm>
            <a:off x="407988" y="260350"/>
            <a:ext cx="11376026" cy="1080000"/>
          </a:xfrm>
        </p:spPr>
        <p:txBody>
          <a:bodyPr/>
          <a:lstStyle/>
          <a:p>
            <a:r>
              <a:rPr lang="en-GB" noProof="0" dirty="0"/>
              <a:t>I’m a slide template for two-column text with a coloured background. </a:t>
            </a:r>
          </a:p>
        </p:txBody>
      </p:sp>
      <p:sp>
        <p:nvSpPr>
          <p:cNvPr id="5" name="Textplatzhalter 4">
            <a:extLst>
              <a:ext uri="{FF2B5EF4-FFF2-40B4-BE49-F238E27FC236}">
                <a16:creationId xmlns:a16="http://schemas.microsoft.com/office/drawing/2014/main" id="{44554F13-51AD-4669-8091-5A80CEB8ABA5}"/>
              </a:ext>
            </a:extLst>
          </p:cNvPr>
          <p:cNvSpPr>
            <a:spLocks noGrp="1"/>
          </p:cNvSpPr>
          <p:nvPr>
            <p:ph type="body" sz="quarter" idx="13"/>
          </p:nvPr>
        </p:nvSpPr>
        <p:spPr>
          <a:xfrm>
            <a:off x="407989" y="1557338"/>
            <a:ext cx="5543550" cy="4356100"/>
          </a:xfrm>
          <a:solidFill>
            <a:srgbClr val="05366C"/>
          </a:solidFill>
        </p:spPr>
        <p:txBody>
          <a:bodyPr lIns="144000" tIns="144000" rIns="144000" bIns="144000"/>
          <a:lstStyle/>
          <a:p>
            <a:pPr marL="0" indent="0">
              <a:buNone/>
            </a:pPr>
            <a:r>
              <a:rPr lang="en-GB" noProof="0" dirty="0">
                <a:solidFill>
                  <a:srgbClr val="FFFFFF"/>
                </a:solidFill>
              </a:rPr>
              <a:t>The text can also be set in two columns. Here, too, ensure that the font size is sufficient. </a:t>
            </a:r>
          </a:p>
          <a:p>
            <a:pPr marL="0" indent="0">
              <a:buNone/>
            </a:pPr>
            <a:endParaRPr lang="en-GB" noProof="0" dirty="0">
              <a:solidFill>
                <a:srgbClr val="FFFFFF"/>
              </a:solidFill>
            </a:endParaRPr>
          </a:p>
          <a:p>
            <a:pPr marL="0" indent="0">
              <a:buNone/>
            </a:pPr>
            <a:r>
              <a:rPr lang="en-GB" noProof="0" dirty="0">
                <a:solidFill>
                  <a:srgbClr val="FFFFFF"/>
                </a:solidFill>
              </a:rPr>
              <a:t>Lorem ipsum dolour sit </a:t>
            </a:r>
            <a:r>
              <a:rPr lang="en-GB" noProof="0" dirty="0" err="1">
                <a:solidFill>
                  <a:srgbClr val="FFFFFF"/>
                </a:solidFill>
              </a:rPr>
              <a:t>amet</a:t>
            </a:r>
            <a:r>
              <a:rPr lang="en-GB" noProof="0" dirty="0">
                <a:solidFill>
                  <a:srgbClr val="FFFFFF"/>
                </a:solidFill>
              </a:rPr>
              <a:t>, </a:t>
            </a:r>
            <a:r>
              <a:rPr lang="en-GB" noProof="0" dirty="0" err="1">
                <a:solidFill>
                  <a:srgbClr val="FFFFFF"/>
                </a:solidFill>
              </a:rPr>
              <a:t>consetetur</a:t>
            </a:r>
            <a:r>
              <a:rPr lang="en-GB" noProof="0" dirty="0">
                <a:solidFill>
                  <a:srgbClr val="FFFFFF"/>
                </a:solidFill>
              </a:rPr>
              <a:t> </a:t>
            </a:r>
            <a:r>
              <a:rPr lang="en-GB" noProof="0" dirty="0" err="1">
                <a:solidFill>
                  <a:srgbClr val="FFFFFF"/>
                </a:solidFill>
              </a:rPr>
              <a:t>sadipscing</a:t>
            </a:r>
            <a:r>
              <a:rPr lang="en-GB" noProof="0" dirty="0">
                <a:solidFill>
                  <a:srgbClr val="FFFFFF"/>
                </a:solidFill>
              </a:rPr>
              <a:t> </a:t>
            </a:r>
            <a:r>
              <a:rPr lang="en-GB" noProof="0" dirty="0" err="1">
                <a:solidFill>
                  <a:srgbClr val="FFFFFF"/>
                </a:solidFill>
              </a:rPr>
              <a:t>elitr</a:t>
            </a:r>
            <a:r>
              <a:rPr lang="en-GB" noProof="0" dirty="0">
                <a:solidFill>
                  <a:srgbClr val="FFFFFF"/>
                </a:solidFill>
              </a:rPr>
              <a:t>, </a:t>
            </a:r>
            <a:r>
              <a:rPr lang="en-GB" noProof="0" dirty="0" err="1">
                <a:solidFill>
                  <a:srgbClr val="FFFFFF"/>
                </a:solidFill>
              </a:rPr>
              <a:t>sed</a:t>
            </a:r>
            <a:r>
              <a:rPr lang="en-GB" noProof="0" dirty="0">
                <a:solidFill>
                  <a:srgbClr val="FFFFFF"/>
                </a:solidFill>
              </a:rPr>
              <a:t> </a:t>
            </a:r>
            <a:r>
              <a:rPr lang="en-GB" noProof="0" dirty="0" err="1">
                <a:solidFill>
                  <a:srgbClr val="FFFFFF"/>
                </a:solidFill>
              </a:rPr>
              <a:t>diam</a:t>
            </a:r>
            <a:r>
              <a:rPr lang="en-GB" noProof="0" dirty="0">
                <a:solidFill>
                  <a:srgbClr val="FFFFFF"/>
                </a:solidFill>
              </a:rPr>
              <a:t> </a:t>
            </a:r>
            <a:r>
              <a:rPr lang="en-GB" noProof="0" dirty="0" err="1">
                <a:solidFill>
                  <a:srgbClr val="FFFFFF"/>
                </a:solidFill>
              </a:rPr>
              <a:t>nonumy</a:t>
            </a:r>
            <a:r>
              <a:rPr lang="en-GB" noProof="0" dirty="0">
                <a:solidFill>
                  <a:srgbClr val="FFFFFF"/>
                </a:solidFill>
              </a:rPr>
              <a:t> </a:t>
            </a:r>
            <a:r>
              <a:rPr lang="en-GB" noProof="0" dirty="0" err="1">
                <a:solidFill>
                  <a:srgbClr val="FFFFFF"/>
                </a:solidFill>
              </a:rPr>
              <a:t>eirmod</a:t>
            </a:r>
            <a:r>
              <a:rPr lang="en-GB" noProof="0" dirty="0">
                <a:solidFill>
                  <a:srgbClr val="FFFFFF"/>
                </a:solidFill>
              </a:rPr>
              <a:t> </a:t>
            </a:r>
            <a:r>
              <a:rPr lang="en-GB" noProof="0" dirty="0" err="1">
                <a:solidFill>
                  <a:srgbClr val="FFFFFF"/>
                </a:solidFill>
              </a:rPr>
              <a:t>tempor</a:t>
            </a:r>
            <a:r>
              <a:rPr lang="en-GB" noProof="0" dirty="0">
                <a:solidFill>
                  <a:srgbClr val="FFFFFF"/>
                </a:solidFill>
              </a:rPr>
              <a:t> </a:t>
            </a:r>
            <a:r>
              <a:rPr lang="en-GB" noProof="0" dirty="0" err="1">
                <a:solidFill>
                  <a:srgbClr val="FFFFFF"/>
                </a:solidFill>
              </a:rPr>
              <a:t>invidunt</a:t>
            </a:r>
            <a:r>
              <a:rPr lang="en-GB" noProof="0" dirty="0">
                <a:solidFill>
                  <a:srgbClr val="FFFFFF"/>
                </a:solidFill>
              </a:rPr>
              <a:t> </a:t>
            </a:r>
            <a:r>
              <a:rPr lang="en-GB" noProof="0" dirty="0" err="1">
                <a:solidFill>
                  <a:srgbClr val="FFFFFF"/>
                </a:solidFill>
              </a:rPr>
              <a:t>ut</a:t>
            </a:r>
            <a:r>
              <a:rPr lang="en-GB" noProof="0" dirty="0">
                <a:solidFill>
                  <a:srgbClr val="FFFFFF"/>
                </a:solidFill>
              </a:rPr>
              <a:t> labore aet dolore magna </a:t>
            </a:r>
            <a:r>
              <a:rPr lang="en-GB" noProof="0" dirty="0" err="1">
                <a:solidFill>
                  <a:srgbClr val="FFFFFF"/>
                </a:solidFill>
              </a:rPr>
              <a:t>aliquyam</a:t>
            </a:r>
            <a:r>
              <a:rPr lang="en-GB" noProof="0" dirty="0">
                <a:solidFill>
                  <a:srgbClr val="FFFFFF"/>
                </a:solidFill>
              </a:rPr>
              <a:t> </a:t>
            </a:r>
            <a:r>
              <a:rPr lang="en-GB" noProof="0" dirty="0" err="1">
                <a:solidFill>
                  <a:srgbClr val="FFFFFF"/>
                </a:solidFill>
              </a:rPr>
              <a:t>erat</a:t>
            </a:r>
            <a:r>
              <a:rPr lang="en-GB" noProof="0" dirty="0">
                <a:solidFill>
                  <a:srgbClr val="FFFFFF"/>
                </a:solidFill>
              </a:rPr>
              <a:t>, </a:t>
            </a:r>
            <a:r>
              <a:rPr lang="en-GB" noProof="0" dirty="0" err="1">
                <a:solidFill>
                  <a:srgbClr val="FFFFFF"/>
                </a:solidFill>
              </a:rPr>
              <a:t>sed</a:t>
            </a:r>
            <a:r>
              <a:rPr lang="en-GB" noProof="0" dirty="0">
                <a:solidFill>
                  <a:srgbClr val="FFFFFF"/>
                </a:solidFill>
              </a:rPr>
              <a:t> </a:t>
            </a:r>
            <a:r>
              <a:rPr lang="en-GB" noProof="0" dirty="0" err="1">
                <a:solidFill>
                  <a:srgbClr val="FFFFFF"/>
                </a:solidFill>
              </a:rPr>
              <a:t>diam</a:t>
            </a:r>
            <a:r>
              <a:rPr lang="en-GB" noProof="0" dirty="0">
                <a:solidFill>
                  <a:srgbClr val="FFFFFF"/>
                </a:solidFill>
              </a:rPr>
              <a:t> </a:t>
            </a:r>
            <a:r>
              <a:rPr lang="en-GB" noProof="0" dirty="0" err="1">
                <a:solidFill>
                  <a:srgbClr val="FFFFFF"/>
                </a:solidFill>
              </a:rPr>
              <a:t>voluptua</a:t>
            </a:r>
            <a:r>
              <a:rPr lang="en-GB" noProof="0" dirty="0">
                <a:solidFill>
                  <a:srgbClr val="FFFFFF"/>
                </a:solidFill>
              </a:rPr>
              <a:t>. At </a:t>
            </a:r>
            <a:r>
              <a:rPr lang="en-GB" noProof="0" dirty="0" err="1">
                <a:solidFill>
                  <a:srgbClr val="FFFFFF"/>
                </a:solidFill>
              </a:rPr>
              <a:t>vero</a:t>
            </a:r>
            <a:r>
              <a:rPr lang="en-GB" noProof="0" dirty="0">
                <a:solidFill>
                  <a:srgbClr val="FFFFFF"/>
                </a:solidFill>
              </a:rPr>
              <a:t> </a:t>
            </a:r>
            <a:r>
              <a:rPr lang="en-GB" noProof="0" dirty="0" err="1">
                <a:solidFill>
                  <a:srgbClr val="FFFFFF"/>
                </a:solidFill>
              </a:rPr>
              <a:t>eos</a:t>
            </a:r>
            <a:r>
              <a:rPr lang="en-GB" noProof="0" dirty="0">
                <a:solidFill>
                  <a:srgbClr val="FFFFFF"/>
                </a:solidFill>
              </a:rPr>
              <a:t> aet </a:t>
            </a:r>
            <a:r>
              <a:rPr lang="en-GB" noProof="0" dirty="0" err="1">
                <a:solidFill>
                  <a:srgbClr val="FFFFFF"/>
                </a:solidFill>
              </a:rPr>
              <a:t>accusam</a:t>
            </a:r>
            <a:r>
              <a:rPr lang="en-GB" noProof="0" dirty="0">
                <a:solidFill>
                  <a:srgbClr val="FFFFFF"/>
                </a:solidFill>
              </a:rPr>
              <a:t> aet </a:t>
            </a:r>
            <a:r>
              <a:rPr lang="en-GB" noProof="0" dirty="0" err="1">
                <a:solidFill>
                  <a:srgbClr val="FFFFFF"/>
                </a:solidFill>
              </a:rPr>
              <a:t>justo</a:t>
            </a:r>
            <a:r>
              <a:rPr lang="en-GB" noProof="0" dirty="0">
                <a:solidFill>
                  <a:srgbClr val="FFFFFF"/>
                </a:solidFill>
              </a:rPr>
              <a:t> duo </a:t>
            </a:r>
            <a:r>
              <a:rPr lang="en-GB" noProof="0" dirty="0" err="1">
                <a:solidFill>
                  <a:srgbClr val="FFFFFF"/>
                </a:solidFill>
              </a:rPr>
              <a:t>dolores</a:t>
            </a:r>
            <a:r>
              <a:rPr lang="en-GB" noProof="0" dirty="0">
                <a:solidFill>
                  <a:srgbClr val="FFFFFF"/>
                </a:solidFill>
              </a:rPr>
              <a:t> aet </a:t>
            </a:r>
            <a:r>
              <a:rPr lang="en-GB" noProof="0" dirty="0" err="1">
                <a:solidFill>
                  <a:srgbClr val="FFFFFF"/>
                </a:solidFill>
              </a:rPr>
              <a:t>ea</a:t>
            </a:r>
            <a:r>
              <a:rPr lang="en-GB" noProof="0" dirty="0">
                <a:solidFill>
                  <a:srgbClr val="FFFFFF"/>
                </a:solidFill>
              </a:rPr>
              <a:t> </a:t>
            </a:r>
            <a:r>
              <a:rPr lang="en-GB" noProof="0" dirty="0" err="1">
                <a:solidFill>
                  <a:srgbClr val="FFFFFF"/>
                </a:solidFill>
              </a:rPr>
              <a:t>rebum</a:t>
            </a:r>
            <a:r>
              <a:rPr lang="en-GB" noProof="0" dirty="0">
                <a:solidFill>
                  <a:srgbClr val="FFFFFF"/>
                </a:solidFill>
              </a:rPr>
              <a:t>.</a:t>
            </a:r>
          </a:p>
        </p:txBody>
      </p:sp>
      <p:sp>
        <p:nvSpPr>
          <p:cNvPr id="6" name="Textplatzhalter 5">
            <a:extLst>
              <a:ext uri="{FF2B5EF4-FFF2-40B4-BE49-F238E27FC236}">
                <a16:creationId xmlns:a16="http://schemas.microsoft.com/office/drawing/2014/main" id="{07F717E9-C789-D579-10A5-E0446544DCB5}"/>
              </a:ext>
            </a:extLst>
          </p:cNvPr>
          <p:cNvSpPr>
            <a:spLocks noGrp="1"/>
          </p:cNvSpPr>
          <p:nvPr>
            <p:ph type="body" sz="quarter" idx="14"/>
          </p:nvPr>
        </p:nvSpPr>
        <p:spPr>
          <a:xfrm>
            <a:off x="6240450" y="1557338"/>
            <a:ext cx="5543550" cy="4356100"/>
          </a:xfrm>
          <a:solidFill>
            <a:srgbClr val="05366C"/>
          </a:solidFill>
        </p:spPr>
        <p:txBody>
          <a:bodyPr lIns="144000" tIns="144000" rIns="144000" bIns="144000"/>
          <a:lstStyle/>
          <a:p>
            <a:pPr>
              <a:buFont typeface="+mj-lt"/>
              <a:buAutoNum type="arabicPeriod"/>
            </a:pPr>
            <a:r>
              <a:rPr lang="en-GB" noProof="0" dirty="0">
                <a:solidFill>
                  <a:srgbClr val="FFFFFF"/>
                </a:solidFill>
              </a:rPr>
              <a:t>Lorem ipsum </a:t>
            </a:r>
            <a:r>
              <a:rPr lang="en-GB" noProof="0" dirty="0" err="1">
                <a:solidFill>
                  <a:srgbClr val="FFFFFF"/>
                </a:solidFill>
              </a:rPr>
              <a:t>dolor</a:t>
            </a:r>
            <a:r>
              <a:rPr lang="en-GB" noProof="0" dirty="0">
                <a:solidFill>
                  <a:srgbClr val="FFFFFF"/>
                </a:solidFill>
              </a:rPr>
              <a:t> sit </a:t>
            </a:r>
            <a:r>
              <a:rPr lang="en-GB" noProof="0" dirty="0" err="1">
                <a:solidFill>
                  <a:srgbClr val="FFFFFF"/>
                </a:solidFill>
              </a:rPr>
              <a:t>amet</a:t>
            </a:r>
            <a:r>
              <a:rPr lang="en-GB" noProof="0" dirty="0">
                <a:solidFill>
                  <a:srgbClr val="FFFFFF"/>
                </a:solidFill>
              </a:rPr>
              <a:t>, </a:t>
            </a:r>
            <a:r>
              <a:rPr lang="en-GB" noProof="0" dirty="0" err="1">
                <a:solidFill>
                  <a:srgbClr val="FFFFFF"/>
                </a:solidFill>
              </a:rPr>
              <a:t>consetetur</a:t>
            </a:r>
            <a:r>
              <a:rPr lang="en-GB" noProof="0" dirty="0">
                <a:solidFill>
                  <a:srgbClr val="FFFFFF"/>
                </a:solidFill>
              </a:rPr>
              <a:t> </a:t>
            </a:r>
            <a:r>
              <a:rPr lang="en-GB" noProof="0" dirty="0" err="1">
                <a:solidFill>
                  <a:srgbClr val="FFFFFF"/>
                </a:solidFill>
              </a:rPr>
              <a:t>sadipscing</a:t>
            </a:r>
            <a:r>
              <a:rPr lang="en-GB" noProof="0" dirty="0">
                <a:solidFill>
                  <a:srgbClr val="FFFFFF"/>
                </a:solidFill>
              </a:rPr>
              <a:t> </a:t>
            </a:r>
            <a:r>
              <a:rPr lang="en-GB" noProof="0" dirty="0" err="1">
                <a:solidFill>
                  <a:srgbClr val="FFFFFF"/>
                </a:solidFill>
              </a:rPr>
              <a:t>elitr</a:t>
            </a:r>
            <a:r>
              <a:rPr lang="en-GB" noProof="0" dirty="0">
                <a:solidFill>
                  <a:srgbClr val="FFFFFF"/>
                </a:solidFill>
              </a:rPr>
              <a:t>, </a:t>
            </a:r>
            <a:r>
              <a:rPr lang="en-GB" noProof="0" dirty="0" err="1">
                <a:solidFill>
                  <a:srgbClr val="FFFFFF"/>
                </a:solidFill>
              </a:rPr>
              <a:t>sed</a:t>
            </a:r>
            <a:r>
              <a:rPr lang="en-GB" noProof="0" dirty="0">
                <a:solidFill>
                  <a:srgbClr val="FFFFFF"/>
                </a:solidFill>
              </a:rPr>
              <a:t> </a:t>
            </a:r>
            <a:r>
              <a:rPr lang="en-GB" noProof="0" dirty="0" err="1">
                <a:solidFill>
                  <a:srgbClr val="FFFFFF"/>
                </a:solidFill>
              </a:rPr>
              <a:t>diam</a:t>
            </a:r>
            <a:r>
              <a:rPr lang="en-GB" noProof="0" dirty="0">
                <a:solidFill>
                  <a:srgbClr val="FFFFFF"/>
                </a:solidFill>
              </a:rPr>
              <a:t> </a:t>
            </a:r>
            <a:r>
              <a:rPr lang="en-GB" noProof="0" dirty="0" err="1">
                <a:solidFill>
                  <a:srgbClr val="FFFFFF"/>
                </a:solidFill>
              </a:rPr>
              <a:t>nonumy</a:t>
            </a:r>
            <a:r>
              <a:rPr lang="en-GB" noProof="0" dirty="0">
                <a:solidFill>
                  <a:srgbClr val="FFFFFF"/>
                </a:solidFill>
              </a:rPr>
              <a:t> </a:t>
            </a:r>
            <a:r>
              <a:rPr lang="en-GB" noProof="0" dirty="0" err="1">
                <a:solidFill>
                  <a:srgbClr val="FFFFFF"/>
                </a:solidFill>
              </a:rPr>
              <a:t>eirmod</a:t>
            </a:r>
            <a:r>
              <a:rPr lang="en-GB" noProof="0" dirty="0">
                <a:solidFill>
                  <a:srgbClr val="FFFFFF"/>
                </a:solidFill>
              </a:rPr>
              <a:t> </a:t>
            </a:r>
            <a:r>
              <a:rPr lang="en-GB" noProof="0" dirty="0" err="1">
                <a:solidFill>
                  <a:srgbClr val="FFFFFF"/>
                </a:solidFill>
              </a:rPr>
              <a:t>tempor</a:t>
            </a:r>
            <a:r>
              <a:rPr lang="en-GB" noProof="0" dirty="0">
                <a:solidFill>
                  <a:srgbClr val="FFFFFF"/>
                </a:solidFill>
              </a:rPr>
              <a:t> </a:t>
            </a:r>
            <a:r>
              <a:rPr lang="en-GB" noProof="0" dirty="0" err="1">
                <a:solidFill>
                  <a:srgbClr val="FFFFFF"/>
                </a:solidFill>
              </a:rPr>
              <a:t>invidunt</a:t>
            </a:r>
            <a:r>
              <a:rPr lang="en-GB" noProof="0" dirty="0">
                <a:solidFill>
                  <a:srgbClr val="FFFFFF"/>
                </a:solidFill>
              </a:rPr>
              <a:t> </a:t>
            </a:r>
            <a:r>
              <a:rPr lang="en-GB" noProof="0" dirty="0" err="1">
                <a:solidFill>
                  <a:srgbClr val="FFFFFF"/>
                </a:solidFill>
              </a:rPr>
              <a:t>ut</a:t>
            </a:r>
            <a:r>
              <a:rPr lang="en-GB" noProof="0" dirty="0">
                <a:solidFill>
                  <a:srgbClr val="FFFFFF"/>
                </a:solidFill>
              </a:rPr>
              <a:t> labore et dolore magna </a:t>
            </a:r>
            <a:r>
              <a:rPr lang="en-GB" noProof="0" dirty="0" err="1">
                <a:solidFill>
                  <a:srgbClr val="FFFFFF"/>
                </a:solidFill>
              </a:rPr>
              <a:t>aliquyam</a:t>
            </a:r>
            <a:r>
              <a:rPr lang="en-GB" noProof="0" dirty="0">
                <a:solidFill>
                  <a:srgbClr val="FFFFFF"/>
                </a:solidFill>
              </a:rPr>
              <a:t> </a:t>
            </a:r>
            <a:r>
              <a:rPr lang="en-GB" noProof="0" dirty="0" err="1">
                <a:solidFill>
                  <a:srgbClr val="FFFFFF"/>
                </a:solidFill>
              </a:rPr>
              <a:t>erat</a:t>
            </a:r>
            <a:r>
              <a:rPr lang="en-GB" noProof="0" dirty="0">
                <a:solidFill>
                  <a:srgbClr val="FFFFFF"/>
                </a:solidFill>
              </a:rPr>
              <a:t>, </a:t>
            </a:r>
            <a:r>
              <a:rPr lang="en-GB" noProof="0" dirty="0" err="1">
                <a:solidFill>
                  <a:srgbClr val="FFFFFF"/>
                </a:solidFill>
              </a:rPr>
              <a:t>sed</a:t>
            </a:r>
            <a:r>
              <a:rPr lang="en-GB" noProof="0" dirty="0">
                <a:solidFill>
                  <a:srgbClr val="FFFFFF"/>
                </a:solidFill>
              </a:rPr>
              <a:t> </a:t>
            </a:r>
            <a:r>
              <a:rPr lang="en-GB" noProof="0" dirty="0" err="1">
                <a:solidFill>
                  <a:srgbClr val="FFFFFF"/>
                </a:solidFill>
              </a:rPr>
              <a:t>diam</a:t>
            </a:r>
            <a:r>
              <a:rPr lang="en-GB" noProof="0" dirty="0">
                <a:solidFill>
                  <a:srgbClr val="FFFFFF"/>
                </a:solidFill>
              </a:rPr>
              <a:t> </a:t>
            </a:r>
            <a:r>
              <a:rPr lang="en-GB" noProof="0" dirty="0" err="1">
                <a:solidFill>
                  <a:srgbClr val="FFFFFF"/>
                </a:solidFill>
              </a:rPr>
              <a:t>voluptua</a:t>
            </a:r>
            <a:r>
              <a:rPr lang="en-GB" noProof="0" dirty="0">
                <a:solidFill>
                  <a:srgbClr val="FFFFFF"/>
                </a:solidFill>
              </a:rPr>
              <a:t>. </a:t>
            </a:r>
          </a:p>
          <a:p>
            <a:pPr>
              <a:buFont typeface="+mj-lt"/>
              <a:buAutoNum type="arabicPeriod"/>
            </a:pPr>
            <a:r>
              <a:rPr lang="en-GB" noProof="0" dirty="0">
                <a:solidFill>
                  <a:srgbClr val="FFFFFF"/>
                </a:solidFill>
              </a:rPr>
              <a:t>At </a:t>
            </a:r>
            <a:r>
              <a:rPr lang="en-GB" noProof="0" dirty="0" err="1">
                <a:solidFill>
                  <a:srgbClr val="FFFFFF"/>
                </a:solidFill>
              </a:rPr>
              <a:t>vero</a:t>
            </a:r>
            <a:r>
              <a:rPr lang="en-GB" noProof="0" dirty="0">
                <a:solidFill>
                  <a:srgbClr val="FFFFFF"/>
                </a:solidFill>
              </a:rPr>
              <a:t> </a:t>
            </a:r>
            <a:r>
              <a:rPr lang="en-GB" noProof="0" dirty="0" err="1">
                <a:solidFill>
                  <a:srgbClr val="FFFFFF"/>
                </a:solidFill>
              </a:rPr>
              <a:t>eos</a:t>
            </a:r>
            <a:r>
              <a:rPr lang="en-GB" noProof="0" dirty="0">
                <a:solidFill>
                  <a:srgbClr val="FFFFFF"/>
                </a:solidFill>
              </a:rPr>
              <a:t> et </a:t>
            </a:r>
            <a:r>
              <a:rPr lang="en-GB" noProof="0" dirty="0" err="1">
                <a:solidFill>
                  <a:srgbClr val="FFFFFF"/>
                </a:solidFill>
              </a:rPr>
              <a:t>accusam</a:t>
            </a:r>
            <a:r>
              <a:rPr lang="en-GB" noProof="0" dirty="0">
                <a:solidFill>
                  <a:srgbClr val="FFFFFF"/>
                </a:solidFill>
              </a:rPr>
              <a:t> et </a:t>
            </a:r>
            <a:r>
              <a:rPr lang="en-GB" noProof="0" dirty="0" err="1">
                <a:solidFill>
                  <a:srgbClr val="FFFFFF"/>
                </a:solidFill>
              </a:rPr>
              <a:t>justo</a:t>
            </a:r>
            <a:r>
              <a:rPr lang="en-GB" noProof="0" dirty="0">
                <a:solidFill>
                  <a:srgbClr val="FFFFFF"/>
                </a:solidFill>
              </a:rPr>
              <a:t> duo </a:t>
            </a:r>
            <a:r>
              <a:rPr lang="en-GB" noProof="0" dirty="0" err="1">
                <a:solidFill>
                  <a:srgbClr val="FFFFFF"/>
                </a:solidFill>
              </a:rPr>
              <a:t>dolores</a:t>
            </a:r>
            <a:r>
              <a:rPr lang="en-GB" noProof="0" dirty="0">
                <a:solidFill>
                  <a:srgbClr val="FFFFFF"/>
                </a:solidFill>
              </a:rPr>
              <a:t> et </a:t>
            </a:r>
            <a:r>
              <a:rPr lang="en-GB" noProof="0" dirty="0" err="1">
                <a:solidFill>
                  <a:srgbClr val="FFFFFF"/>
                </a:solidFill>
              </a:rPr>
              <a:t>ea</a:t>
            </a:r>
            <a:r>
              <a:rPr lang="en-GB" noProof="0" dirty="0">
                <a:solidFill>
                  <a:srgbClr val="FFFFFF"/>
                </a:solidFill>
              </a:rPr>
              <a:t> </a:t>
            </a:r>
            <a:r>
              <a:rPr lang="en-GB" noProof="0" dirty="0" err="1">
                <a:solidFill>
                  <a:srgbClr val="FFFFFF"/>
                </a:solidFill>
              </a:rPr>
              <a:t>rebum</a:t>
            </a:r>
            <a:r>
              <a:rPr lang="en-GB" noProof="0" dirty="0">
                <a:solidFill>
                  <a:srgbClr val="FFFFFF"/>
                </a:solidFill>
              </a:rPr>
              <a:t>. </a:t>
            </a:r>
          </a:p>
          <a:p>
            <a:pPr>
              <a:buFont typeface="+mj-lt"/>
              <a:buAutoNum type="arabicPeriod"/>
            </a:pPr>
            <a:r>
              <a:rPr lang="en-GB" noProof="0" dirty="0">
                <a:solidFill>
                  <a:srgbClr val="FFFFFF"/>
                </a:solidFill>
              </a:rPr>
              <a:t>Lorem ipsum </a:t>
            </a:r>
            <a:r>
              <a:rPr lang="en-GB" noProof="0" dirty="0" err="1">
                <a:solidFill>
                  <a:srgbClr val="FFFFFF"/>
                </a:solidFill>
              </a:rPr>
              <a:t>dolor</a:t>
            </a:r>
            <a:r>
              <a:rPr lang="en-GB" noProof="0" dirty="0">
                <a:solidFill>
                  <a:srgbClr val="FFFFFF"/>
                </a:solidFill>
              </a:rPr>
              <a:t> sit </a:t>
            </a:r>
            <a:r>
              <a:rPr lang="en-GB" noProof="0" dirty="0" err="1">
                <a:solidFill>
                  <a:srgbClr val="FFFFFF"/>
                </a:solidFill>
              </a:rPr>
              <a:t>amet</a:t>
            </a:r>
            <a:r>
              <a:rPr lang="en-GB" noProof="0" dirty="0">
                <a:solidFill>
                  <a:srgbClr val="FFFFFF"/>
                </a:solidFill>
              </a:rPr>
              <a:t>, </a:t>
            </a:r>
            <a:r>
              <a:rPr lang="en-GB" noProof="0" dirty="0" err="1">
                <a:solidFill>
                  <a:srgbClr val="FFFFFF"/>
                </a:solidFill>
              </a:rPr>
              <a:t>consetetur</a:t>
            </a:r>
            <a:r>
              <a:rPr lang="en-GB" noProof="0" dirty="0">
                <a:solidFill>
                  <a:srgbClr val="FFFFFF"/>
                </a:solidFill>
              </a:rPr>
              <a:t> </a:t>
            </a:r>
            <a:r>
              <a:rPr lang="en-GB" noProof="0" dirty="0" err="1">
                <a:solidFill>
                  <a:srgbClr val="FFFFFF"/>
                </a:solidFill>
              </a:rPr>
              <a:t>sadipscing</a:t>
            </a:r>
            <a:r>
              <a:rPr lang="en-GB" noProof="0" dirty="0">
                <a:solidFill>
                  <a:srgbClr val="FFFFFF"/>
                </a:solidFill>
              </a:rPr>
              <a:t> </a:t>
            </a:r>
            <a:r>
              <a:rPr lang="en-GB" noProof="0" dirty="0" err="1">
                <a:solidFill>
                  <a:srgbClr val="FFFFFF"/>
                </a:solidFill>
              </a:rPr>
              <a:t>elitr</a:t>
            </a:r>
            <a:r>
              <a:rPr lang="en-GB" noProof="0" dirty="0">
                <a:solidFill>
                  <a:srgbClr val="FFFFFF"/>
                </a:solidFill>
              </a:rPr>
              <a:t>.</a:t>
            </a:r>
          </a:p>
        </p:txBody>
      </p:sp>
    </p:spTree>
    <p:extLst>
      <p:ext uri="{BB962C8B-B14F-4D97-AF65-F5344CB8AC3E}">
        <p14:creationId xmlns:p14="http://schemas.microsoft.com/office/powerpoint/2010/main" val="2206292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8884EDDB-7801-1AB3-CC0E-8D81F32179BA}"/>
              </a:ext>
            </a:extLst>
          </p:cNvPr>
          <p:cNvSpPr>
            <a:spLocks noGrp="1"/>
          </p:cNvSpPr>
          <p:nvPr>
            <p:ph type="title"/>
          </p:nvPr>
        </p:nvSpPr>
        <p:spPr>
          <a:xfrm>
            <a:off x="407988" y="260350"/>
            <a:ext cx="11376026" cy="1080000"/>
          </a:xfrm>
        </p:spPr>
        <p:txBody>
          <a:bodyPr/>
          <a:lstStyle/>
          <a:p>
            <a:r>
              <a:rPr lang="en-GB" noProof="0" dirty="0"/>
              <a:t>Slide template for text with medium-sized image</a:t>
            </a:r>
          </a:p>
        </p:txBody>
      </p:sp>
      <p:sp>
        <p:nvSpPr>
          <p:cNvPr id="6" name="Textplatzhalter 5">
            <a:extLst>
              <a:ext uri="{FF2B5EF4-FFF2-40B4-BE49-F238E27FC236}">
                <a16:creationId xmlns:a16="http://schemas.microsoft.com/office/drawing/2014/main" id="{F8DC83B6-530F-8D8C-7C90-C04D991CDB1B}"/>
              </a:ext>
            </a:extLst>
          </p:cNvPr>
          <p:cNvSpPr>
            <a:spLocks noGrp="1"/>
          </p:cNvSpPr>
          <p:nvPr>
            <p:ph type="body" sz="quarter" idx="13"/>
          </p:nvPr>
        </p:nvSpPr>
        <p:spPr>
          <a:xfrm>
            <a:off x="407989" y="1557338"/>
            <a:ext cx="5543550" cy="4356100"/>
          </a:xfrm>
        </p:spPr>
        <p:txBody>
          <a:bodyPr/>
          <a:lstStyle/>
          <a:p>
            <a:pPr marL="0" indent="0">
              <a:buNone/>
            </a:pPr>
            <a:r>
              <a:rPr lang="en-GB" b="1" noProof="0" dirty="0"/>
              <a:t>Template for text and a medium-sized image with caption. The image can be removed and replaced by clicking on the icon. </a:t>
            </a:r>
          </a:p>
          <a:p>
            <a:pPr marL="0" indent="0">
              <a:buNone/>
            </a:pPr>
            <a:endParaRPr lang="en-GB" noProof="0" dirty="0"/>
          </a:p>
          <a:p>
            <a:r>
              <a:rPr lang="en-GB" noProof="0" dirty="0"/>
              <a:t>The image can be removed and replaced by clicking on the icon. </a:t>
            </a:r>
          </a:p>
          <a:p>
            <a:r>
              <a:rPr lang="en-GB" noProof="0" dirty="0"/>
              <a:t>There’s more text here. </a:t>
            </a:r>
          </a:p>
          <a:p>
            <a:r>
              <a:rPr lang="en-GB" noProof="0" dirty="0"/>
              <a:t>And more text.</a:t>
            </a:r>
          </a:p>
        </p:txBody>
      </p:sp>
      <p:pic>
        <p:nvPicPr>
          <p:cNvPr id="10" name="Bildplatzhalter 9">
            <a:extLst>
              <a:ext uri="{FF2B5EF4-FFF2-40B4-BE49-F238E27FC236}">
                <a16:creationId xmlns:a16="http://schemas.microsoft.com/office/drawing/2014/main" id="{12C8CEEC-22B1-34EF-35F8-F2BD51A4DF09}"/>
              </a:ext>
              <a:ext uri="{C183D7F6-B498-43B3-948B-1728B52AA6E4}">
                <adec:decorative xmlns:adec="http://schemas.microsoft.com/office/drawing/2017/decorative" val="1"/>
              </a:ext>
            </a:extLst>
          </p:cNvPr>
          <p:cNvPicPr>
            <a:picLocks noGrp="1" noChangeAspect="1"/>
          </p:cNvPicPr>
          <p:nvPr>
            <p:ph type="pic" sz="quarter" idx="14"/>
          </p:nvPr>
        </p:nvPicPr>
        <p:blipFill>
          <a:blip r:embed="rId2" cstate="screen">
            <a:extLst>
              <a:ext uri="{28A0092B-C50C-407E-A947-70E740481C1C}">
                <a14:useLocalDpi xmlns:a14="http://schemas.microsoft.com/office/drawing/2010/main"/>
              </a:ext>
            </a:extLst>
          </a:blip>
          <a:srcRect t="23" b="23"/>
          <a:stretch/>
        </p:blipFill>
        <p:spPr>
          <a:xfrm>
            <a:off x="6240463" y="1628775"/>
            <a:ext cx="5543538" cy="3600000"/>
          </a:xfrm>
        </p:spPr>
      </p:pic>
      <p:sp>
        <p:nvSpPr>
          <p:cNvPr id="4" name="Textplatzhalter 3">
            <a:extLst>
              <a:ext uri="{FF2B5EF4-FFF2-40B4-BE49-F238E27FC236}">
                <a16:creationId xmlns:a16="http://schemas.microsoft.com/office/drawing/2014/main" id="{8595C4A3-0F97-D327-D58A-1E953E961695}"/>
              </a:ext>
            </a:extLst>
          </p:cNvPr>
          <p:cNvSpPr>
            <a:spLocks noGrp="1"/>
          </p:cNvSpPr>
          <p:nvPr>
            <p:ph type="body" sz="quarter" idx="15"/>
          </p:nvPr>
        </p:nvSpPr>
        <p:spPr>
          <a:xfrm>
            <a:off x="6240463" y="5300663"/>
            <a:ext cx="5543550" cy="612775"/>
          </a:xfrm>
        </p:spPr>
        <p:txBody>
          <a:bodyPr/>
          <a:lstStyle/>
          <a:p>
            <a:r>
              <a:rPr lang="en-GB" noProof="0" dirty="0"/>
              <a:t>Image caption: Students working on projects</a:t>
            </a:r>
          </a:p>
        </p:txBody>
      </p:sp>
    </p:spTree>
    <p:extLst>
      <p:ext uri="{BB962C8B-B14F-4D97-AF65-F5344CB8AC3E}">
        <p14:creationId xmlns:p14="http://schemas.microsoft.com/office/powerpoint/2010/main" val="3023298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FE1AAA85-A2FB-EF8E-59E9-60CD54910F7A}"/>
              </a:ext>
            </a:extLst>
          </p:cNvPr>
          <p:cNvSpPr>
            <a:spLocks noGrp="1"/>
          </p:cNvSpPr>
          <p:nvPr>
            <p:ph type="title"/>
          </p:nvPr>
        </p:nvSpPr>
        <p:spPr>
          <a:xfrm>
            <a:off x="407988" y="260350"/>
            <a:ext cx="11376026" cy="1080000"/>
          </a:xfrm>
        </p:spPr>
        <p:txBody>
          <a:bodyPr/>
          <a:lstStyle/>
          <a:p>
            <a:r>
              <a:rPr lang="en-GB" noProof="0" dirty="0"/>
              <a:t>Template for a slide with a large image </a:t>
            </a:r>
          </a:p>
        </p:txBody>
      </p:sp>
      <p:pic>
        <p:nvPicPr>
          <p:cNvPr id="9" name="Bildplatzhalter 8">
            <a:extLst>
              <a:ext uri="{FF2B5EF4-FFF2-40B4-BE49-F238E27FC236}">
                <a16:creationId xmlns:a16="http://schemas.microsoft.com/office/drawing/2014/main" id="{600E6C45-30B5-A6E0-F12D-314A30419ABF}"/>
              </a:ext>
              <a:ext uri="{C183D7F6-B498-43B3-948B-1728B52AA6E4}">
                <adec:decorative xmlns:adec="http://schemas.microsoft.com/office/drawing/2017/decorative" val="1"/>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l="202" r="202"/>
          <a:stretch/>
        </p:blipFill>
        <p:spPr>
          <a:xfrm>
            <a:off x="407987" y="1628774"/>
            <a:ext cx="11376013" cy="4645025"/>
          </a:xfrm>
        </p:spPr>
      </p:pic>
    </p:spTree>
    <p:extLst>
      <p:ext uri="{BB962C8B-B14F-4D97-AF65-F5344CB8AC3E}">
        <p14:creationId xmlns:p14="http://schemas.microsoft.com/office/powerpoint/2010/main" val="883820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FE1AAA85-A2FB-EF8E-59E9-60CD54910F7A}"/>
              </a:ext>
            </a:extLst>
          </p:cNvPr>
          <p:cNvSpPr>
            <a:spLocks noGrp="1"/>
          </p:cNvSpPr>
          <p:nvPr>
            <p:ph type="title"/>
          </p:nvPr>
        </p:nvSpPr>
        <p:spPr>
          <a:xfrm>
            <a:off x="407988" y="260350"/>
            <a:ext cx="11376026" cy="1080000"/>
          </a:xfrm>
        </p:spPr>
        <p:txBody>
          <a:bodyPr/>
          <a:lstStyle/>
          <a:p>
            <a:r>
              <a:rPr lang="en-GB" noProof="0" dirty="0"/>
              <a:t>Template for a slide with two images</a:t>
            </a:r>
          </a:p>
        </p:txBody>
      </p:sp>
      <p:pic>
        <p:nvPicPr>
          <p:cNvPr id="13" name="Bildplatzhalter 12">
            <a:extLst>
              <a:ext uri="{FF2B5EF4-FFF2-40B4-BE49-F238E27FC236}">
                <a16:creationId xmlns:a16="http://schemas.microsoft.com/office/drawing/2014/main" id="{19A702B7-75AA-E3D8-1868-96A1B87C6C07}"/>
              </a:ext>
              <a:ext uri="{C183D7F6-B498-43B3-948B-1728B52AA6E4}">
                <adec:decorative xmlns:adec="http://schemas.microsoft.com/office/drawing/2017/decorative" val="1"/>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l="32" r="32"/>
          <a:stretch/>
        </p:blipFill>
        <p:spPr>
          <a:xfrm>
            <a:off x="408000" y="1628775"/>
            <a:ext cx="5543538" cy="3600450"/>
          </a:xfrm>
        </p:spPr>
      </p:pic>
      <p:sp>
        <p:nvSpPr>
          <p:cNvPr id="8" name="Textplatzhalter 7">
            <a:extLst>
              <a:ext uri="{FF2B5EF4-FFF2-40B4-BE49-F238E27FC236}">
                <a16:creationId xmlns:a16="http://schemas.microsoft.com/office/drawing/2014/main" id="{48268C31-B135-B7DA-9ACD-1A213F197193}"/>
              </a:ext>
            </a:extLst>
          </p:cNvPr>
          <p:cNvSpPr>
            <a:spLocks noGrp="1"/>
          </p:cNvSpPr>
          <p:nvPr>
            <p:ph type="body" sz="quarter" idx="17"/>
          </p:nvPr>
        </p:nvSpPr>
        <p:spPr>
          <a:xfrm>
            <a:off x="407994" y="5301877"/>
            <a:ext cx="5543550" cy="612775"/>
          </a:xfrm>
        </p:spPr>
        <p:txBody>
          <a:bodyPr/>
          <a:lstStyle/>
          <a:p>
            <a:r>
              <a:rPr lang="en-GB" noProof="0" dirty="0"/>
              <a:t>Image caption</a:t>
            </a:r>
          </a:p>
        </p:txBody>
      </p:sp>
      <p:pic>
        <p:nvPicPr>
          <p:cNvPr id="15" name="Bildplatzhalter 14">
            <a:extLst>
              <a:ext uri="{FF2B5EF4-FFF2-40B4-BE49-F238E27FC236}">
                <a16:creationId xmlns:a16="http://schemas.microsoft.com/office/drawing/2014/main" id="{FEC490F8-CEDF-BB26-C51D-14DAD6344DCE}"/>
              </a:ext>
              <a:ext uri="{C183D7F6-B498-43B3-948B-1728B52AA6E4}">
                <adec:decorative xmlns:adec="http://schemas.microsoft.com/office/drawing/2017/decorative" val="1"/>
              </a:ext>
            </a:extLst>
          </p:cNvPr>
          <p:cNvPicPr>
            <a:picLocks noGrp="1" noChangeAspect="1"/>
          </p:cNvPicPr>
          <p:nvPr>
            <p:ph type="pic" sz="quarter" idx="14"/>
          </p:nvPr>
        </p:nvPicPr>
        <p:blipFill>
          <a:blip r:embed="rId3" cstate="screen">
            <a:extLst>
              <a:ext uri="{28A0092B-C50C-407E-A947-70E740481C1C}">
                <a14:useLocalDpi xmlns:a14="http://schemas.microsoft.com/office/drawing/2010/main"/>
              </a:ext>
            </a:extLst>
          </a:blip>
          <a:srcRect l="3" r="3"/>
          <a:stretch/>
        </p:blipFill>
        <p:spPr>
          <a:xfrm>
            <a:off x="6240463" y="1628775"/>
            <a:ext cx="5543538" cy="3600450"/>
          </a:xfrm>
        </p:spPr>
      </p:pic>
      <p:sp>
        <p:nvSpPr>
          <p:cNvPr id="6" name="Textplatzhalter 5">
            <a:extLst>
              <a:ext uri="{FF2B5EF4-FFF2-40B4-BE49-F238E27FC236}">
                <a16:creationId xmlns:a16="http://schemas.microsoft.com/office/drawing/2014/main" id="{31892CEE-749B-0ABC-57EA-A25C3935A242}"/>
              </a:ext>
            </a:extLst>
          </p:cNvPr>
          <p:cNvSpPr>
            <a:spLocks noGrp="1"/>
          </p:cNvSpPr>
          <p:nvPr>
            <p:ph type="body" sz="quarter" idx="15"/>
          </p:nvPr>
        </p:nvSpPr>
        <p:spPr>
          <a:xfrm>
            <a:off x="6240463" y="5300663"/>
            <a:ext cx="5543550" cy="612775"/>
          </a:xfrm>
        </p:spPr>
        <p:txBody>
          <a:bodyPr/>
          <a:lstStyle/>
          <a:p>
            <a:r>
              <a:rPr lang="en-GB" noProof="0" dirty="0"/>
              <a:t>Image caption</a:t>
            </a:r>
          </a:p>
        </p:txBody>
      </p:sp>
    </p:spTree>
    <p:extLst>
      <p:ext uri="{BB962C8B-B14F-4D97-AF65-F5344CB8AC3E}">
        <p14:creationId xmlns:p14="http://schemas.microsoft.com/office/powerpoint/2010/main" val="2993454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FE1AAA85-A2FB-EF8E-59E9-60CD54910F7A}"/>
              </a:ext>
            </a:extLst>
          </p:cNvPr>
          <p:cNvSpPr>
            <a:spLocks noGrp="1"/>
          </p:cNvSpPr>
          <p:nvPr>
            <p:ph type="title"/>
          </p:nvPr>
        </p:nvSpPr>
        <p:spPr>
          <a:xfrm>
            <a:off x="407988" y="260350"/>
            <a:ext cx="11376026" cy="1080000"/>
          </a:xfrm>
        </p:spPr>
        <p:txBody>
          <a:bodyPr/>
          <a:lstStyle/>
          <a:p>
            <a:r>
              <a:rPr lang="en-GB" noProof="0" dirty="0"/>
              <a:t>Template for a slide with six images </a:t>
            </a:r>
          </a:p>
        </p:txBody>
      </p:sp>
      <p:pic>
        <p:nvPicPr>
          <p:cNvPr id="18" name="Bildplatzhalter 17">
            <a:extLst>
              <a:ext uri="{FF2B5EF4-FFF2-40B4-BE49-F238E27FC236}">
                <a16:creationId xmlns:a16="http://schemas.microsoft.com/office/drawing/2014/main" id="{2BD08348-222A-E72A-A978-3F794E4D8458}"/>
              </a:ext>
              <a:ext uri="{C183D7F6-B498-43B3-948B-1728B52AA6E4}">
                <adec:decorative xmlns:adec="http://schemas.microsoft.com/office/drawing/2017/decorative" val="1"/>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l="53" r="53"/>
          <a:stretch/>
        </p:blipFill>
        <p:spPr>
          <a:xfrm>
            <a:off x="408000" y="1628775"/>
            <a:ext cx="3600438" cy="2196000"/>
          </a:xfrm>
        </p:spPr>
      </p:pic>
      <p:pic>
        <p:nvPicPr>
          <p:cNvPr id="20" name="Bildplatzhalter 19">
            <a:extLst>
              <a:ext uri="{FF2B5EF4-FFF2-40B4-BE49-F238E27FC236}">
                <a16:creationId xmlns:a16="http://schemas.microsoft.com/office/drawing/2014/main" id="{A35E6C1B-5894-3533-5385-24F5C6FA0413}"/>
              </a:ext>
              <a:ext uri="{C183D7F6-B498-43B3-948B-1728B52AA6E4}">
                <adec:decorative xmlns:adec="http://schemas.microsoft.com/office/drawing/2017/decorative" val="1"/>
              </a:ext>
            </a:extLst>
          </p:cNvPr>
          <p:cNvPicPr>
            <a:picLocks noGrp="1" noChangeAspect="1"/>
          </p:cNvPicPr>
          <p:nvPr>
            <p:ph type="pic" sz="quarter" idx="14"/>
          </p:nvPr>
        </p:nvPicPr>
        <p:blipFill>
          <a:blip r:embed="rId2" cstate="screen">
            <a:extLst>
              <a:ext uri="{28A0092B-C50C-407E-A947-70E740481C1C}">
                <a14:useLocalDpi xmlns:a14="http://schemas.microsoft.com/office/drawing/2010/main"/>
              </a:ext>
            </a:extLst>
          </a:blip>
          <a:srcRect l="53" r="53"/>
          <a:stretch/>
        </p:blipFill>
        <p:spPr>
          <a:xfrm>
            <a:off x="4296225" y="1628775"/>
            <a:ext cx="3600000" cy="2196000"/>
          </a:xfrm>
        </p:spPr>
      </p:pic>
      <p:pic>
        <p:nvPicPr>
          <p:cNvPr id="22" name="Bildplatzhalter 21">
            <a:extLst>
              <a:ext uri="{FF2B5EF4-FFF2-40B4-BE49-F238E27FC236}">
                <a16:creationId xmlns:a16="http://schemas.microsoft.com/office/drawing/2014/main" id="{A4ABB648-ACC6-9A1A-0445-605D27E81F9C}"/>
              </a:ext>
              <a:ext uri="{C183D7F6-B498-43B3-948B-1728B52AA6E4}">
                <adec:decorative xmlns:adec="http://schemas.microsoft.com/office/drawing/2017/decorative" val="1"/>
              </a:ext>
            </a:extLst>
          </p:cNvPr>
          <p:cNvPicPr>
            <a:picLocks noGrp="1" noChangeAspect="1"/>
          </p:cNvPicPr>
          <p:nvPr>
            <p:ph type="pic" sz="quarter" idx="17"/>
          </p:nvPr>
        </p:nvPicPr>
        <p:blipFill>
          <a:blip r:embed="rId2" cstate="screen">
            <a:extLst>
              <a:ext uri="{28A0092B-C50C-407E-A947-70E740481C1C}">
                <a14:useLocalDpi xmlns:a14="http://schemas.microsoft.com/office/drawing/2010/main"/>
              </a:ext>
            </a:extLst>
          </a:blip>
          <a:srcRect l="53" r="53"/>
          <a:stretch/>
        </p:blipFill>
        <p:spPr>
          <a:xfrm>
            <a:off x="8183563" y="1628775"/>
            <a:ext cx="3600000" cy="2196000"/>
          </a:xfrm>
        </p:spPr>
      </p:pic>
      <p:pic>
        <p:nvPicPr>
          <p:cNvPr id="24" name="Bildplatzhalter 23">
            <a:extLst>
              <a:ext uri="{FF2B5EF4-FFF2-40B4-BE49-F238E27FC236}">
                <a16:creationId xmlns:a16="http://schemas.microsoft.com/office/drawing/2014/main" id="{C555A085-080B-5CD8-DF44-2BEC3641DD95}"/>
              </a:ext>
              <a:ext uri="{C183D7F6-B498-43B3-948B-1728B52AA6E4}">
                <adec:decorative xmlns:adec="http://schemas.microsoft.com/office/drawing/2017/decorative" val="1"/>
              </a:ext>
            </a:extLst>
          </p:cNvPr>
          <p:cNvPicPr>
            <a:picLocks noGrp="1" noChangeAspect="1"/>
          </p:cNvPicPr>
          <p:nvPr>
            <p:ph type="pic" sz="quarter" idx="18"/>
          </p:nvPr>
        </p:nvPicPr>
        <p:blipFill>
          <a:blip r:embed="rId3" cstate="screen">
            <a:extLst>
              <a:ext uri="{28A0092B-C50C-407E-A947-70E740481C1C}">
                <a14:useLocalDpi xmlns:a14="http://schemas.microsoft.com/office/drawing/2010/main"/>
              </a:ext>
            </a:extLst>
          </a:blip>
          <a:srcRect t="43" b="43"/>
          <a:stretch/>
        </p:blipFill>
        <p:spPr>
          <a:xfrm>
            <a:off x="408000" y="4033138"/>
            <a:ext cx="3600438" cy="2203637"/>
          </a:xfrm>
        </p:spPr>
      </p:pic>
      <p:pic>
        <p:nvPicPr>
          <p:cNvPr id="26" name="Bildplatzhalter 25">
            <a:extLst>
              <a:ext uri="{FF2B5EF4-FFF2-40B4-BE49-F238E27FC236}">
                <a16:creationId xmlns:a16="http://schemas.microsoft.com/office/drawing/2014/main" id="{389E1752-8798-B0E2-C5A9-39AE65EA389E}"/>
              </a:ext>
              <a:ext uri="{C183D7F6-B498-43B3-948B-1728B52AA6E4}">
                <adec:decorative xmlns:adec="http://schemas.microsoft.com/office/drawing/2017/decorative" val="1"/>
              </a:ext>
            </a:extLst>
          </p:cNvPr>
          <p:cNvPicPr>
            <a:picLocks noGrp="1" noChangeAspect="1"/>
          </p:cNvPicPr>
          <p:nvPr>
            <p:ph type="pic" sz="quarter" idx="19"/>
          </p:nvPr>
        </p:nvPicPr>
        <p:blipFill>
          <a:blip r:embed="rId4" cstate="screen">
            <a:extLst>
              <a:ext uri="{28A0092B-C50C-407E-A947-70E740481C1C}">
                <a14:useLocalDpi xmlns:a14="http://schemas.microsoft.com/office/drawing/2010/main"/>
              </a:ext>
            </a:extLst>
          </a:blip>
          <a:srcRect l="89" r="89"/>
          <a:stretch/>
        </p:blipFill>
        <p:spPr>
          <a:xfrm>
            <a:off x="4295775" y="4040775"/>
            <a:ext cx="3600000" cy="2196000"/>
          </a:xfrm>
        </p:spPr>
      </p:pic>
      <p:pic>
        <p:nvPicPr>
          <p:cNvPr id="28" name="Bildplatzhalter 27">
            <a:extLst>
              <a:ext uri="{FF2B5EF4-FFF2-40B4-BE49-F238E27FC236}">
                <a16:creationId xmlns:a16="http://schemas.microsoft.com/office/drawing/2014/main" id="{BD737E8B-8633-546C-7C97-D30D5E657242}"/>
              </a:ext>
              <a:ext uri="{C183D7F6-B498-43B3-948B-1728B52AA6E4}">
                <adec:decorative xmlns:adec="http://schemas.microsoft.com/office/drawing/2017/decorative" val="1"/>
              </a:ext>
            </a:extLst>
          </p:cNvPr>
          <p:cNvPicPr>
            <a:picLocks noGrp="1" noChangeAspect="1"/>
          </p:cNvPicPr>
          <p:nvPr>
            <p:ph type="pic" sz="quarter" idx="20"/>
          </p:nvPr>
        </p:nvPicPr>
        <p:blipFill>
          <a:blip r:embed="rId5" cstate="screen">
            <a:extLst>
              <a:ext uri="{28A0092B-C50C-407E-A947-70E740481C1C}">
                <a14:useLocalDpi xmlns:a14="http://schemas.microsoft.com/office/drawing/2010/main"/>
              </a:ext>
            </a:extLst>
          </a:blip>
          <a:srcRect l="111" r="111"/>
          <a:stretch/>
        </p:blipFill>
        <p:spPr>
          <a:xfrm>
            <a:off x="8183112" y="4040775"/>
            <a:ext cx="3600000" cy="2196000"/>
          </a:xfrm>
        </p:spPr>
      </p:pic>
    </p:spTree>
    <p:extLst>
      <p:ext uri="{BB962C8B-B14F-4D97-AF65-F5344CB8AC3E}">
        <p14:creationId xmlns:p14="http://schemas.microsoft.com/office/powerpoint/2010/main" val="24216765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E398FC-D9A9-F346-E076-550756072571}"/>
              </a:ext>
            </a:extLst>
          </p:cNvPr>
          <p:cNvSpPr>
            <a:spLocks noGrp="1"/>
          </p:cNvSpPr>
          <p:nvPr>
            <p:ph type="title"/>
          </p:nvPr>
        </p:nvSpPr>
        <p:spPr/>
        <p:txBody>
          <a:bodyPr/>
          <a:lstStyle/>
          <a:p>
            <a:r>
              <a:rPr lang="en-GB" noProof="0" dirty="0"/>
              <a:t>This slide focuses on key figures. </a:t>
            </a:r>
          </a:p>
        </p:txBody>
      </p:sp>
      <p:grpSp>
        <p:nvGrpSpPr>
          <p:cNvPr id="11" name="Gruppieren 10" descr="Grafik +48">
            <a:extLst>
              <a:ext uri="{FF2B5EF4-FFF2-40B4-BE49-F238E27FC236}">
                <a16:creationId xmlns:a16="http://schemas.microsoft.com/office/drawing/2014/main" id="{26AB1963-893C-3A09-78AA-9206B85918D6}"/>
              </a:ext>
            </a:extLst>
          </p:cNvPr>
          <p:cNvGrpSpPr/>
          <p:nvPr/>
        </p:nvGrpSpPr>
        <p:grpSpPr>
          <a:xfrm>
            <a:off x="1429957" y="1736164"/>
            <a:ext cx="2826000" cy="2826000"/>
            <a:chOff x="4827463" y="-123757"/>
            <a:chExt cx="2826000" cy="2826000"/>
          </a:xfrm>
        </p:grpSpPr>
        <p:sp>
          <p:nvSpPr>
            <p:cNvPr id="12" name="Ellipse 11">
              <a:extLst>
                <a:ext uri="{FF2B5EF4-FFF2-40B4-BE49-F238E27FC236}">
                  <a16:creationId xmlns:a16="http://schemas.microsoft.com/office/drawing/2014/main" id="{D96AC6D7-B456-B3C3-63BC-8A3843A6A16E}"/>
                </a:ext>
              </a:extLst>
            </p:cNvPr>
            <p:cNvSpPr>
              <a:spLocks noChangeAspect="1"/>
            </p:cNvSpPr>
            <p:nvPr/>
          </p:nvSpPr>
          <p:spPr>
            <a:xfrm>
              <a:off x="4827463" y="-123757"/>
              <a:ext cx="2826000" cy="2826000"/>
            </a:xfrm>
            <a:prstGeom prst="ellipse">
              <a:avLst/>
            </a:prstGeom>
            <a:solidFill>
              <a:srgbClr val="9ADCF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GB" dirty="0"/>
            </a:p>
          </p:txBody>
        </p:sp>
        <p:sp>
          <p:nvSpPr>
            <p:cNvPr id="13" name="Textfeld 12">
              <a:extLst>
                <a:ext uri="{FF2B5EF4-FFF2-40B4-BE49-F238E27FC236}">
                  <a16:creationId xmlns:a16="http://schemas.microsoft.com/office/drawing/2014/main" id="{D2B70A13-D41A-0BAC-1597-29580B8F4AD6}"/>
                </a:ext>
              </a:extLst>
            </p:cNvPr>
            <p:cNvSpPr txBox="1"/>
            <p:nvPr/>
          </p:nvSpPr>
          <p:spPr>
            <a:xfrm>
              <a:off x="5165540" y="705013"/>
              <a:ext cx="2340000" cy="1168461"/>
            </a:xfrm>
            <a:prstGeom prst="rect">
              <a:avLst/>
            </a:prstGeom>
            <a:noFill/>
          </p:spPr>
          <p:txBody>
            <a:bodyPr wrap="square" lIns="0" tIns="0" rIns="0" bIns="0" rtlCol="0" anchor="ctr" anchorCtr="0">
              <a:spAutoFit/>
            </a:bodyPr>
            <a:lstStyle/>
            <a:p>
              <a:pPr>
                <a:lnSpc>
                  <a:spcPct val="90000"/>
                </a:lnSpc>
              </a:pPr>
              <a:r>
                <a:rPr lang="en-GB" sz="5000" dirty="0"/>
                <a:t>+48</a:t>
              </a:r>
            </a:p>
            <a:p>
              <a:pPr>
                <a:lnSpc>
                  <a:spcPct val="107000"/>
                </a:lnSpc>
              </a:pPr>
              <a:r>
                <a:rPr lang="en-GB" sz="1500" dirty="0"/>
                <a:t>Bubble in ‘Sky’ with black lettering. </a:t>
              </a:r>
            </a:p>
          </p:txBody>
        </p:sp>
      </p:grpSp>
      <p:grpSp>
        <p:nvGrpSpPr>
          <p:cNvPr id="5" name="Gruppieren 4" descr="Grafik 953">
            <a:extLst>
              <a:ext uri="{FF2B5EF4-FFF2-40B4-BE49-F238E27FC236}">
                <a16:creationId xmlns:a16="http://schemas.microsoft.com/office/drawing/2014/main" id="{D0584447-D5B1-06A0-63DA-05012C760732}"/>
              </a:ext>
            </a:extLst>
          </p:cNvPr>
          <p:cNvGrpSpPr/>
          <p:nvPr/>
        </p:nvGrpSpPr>
        <p:grpSpPr>
          <a:xfrm>
            <a:off x="4756964" y="3332138"/>
            <a:ext cx="2826000" cy="2826000"/>
            <a:chOff x="4827463" y="-123757"/>
            <a:chExt cx="2826000" cy="2826000"/>
          </a:xfrm>
        </p:grpSpPr>
        <p:sp>
          <p:nvSpPr>
            <p:cNvPr id="6" name="Ellipse 5">
              <a:extLst>
                <a:ext uri="{FF2B5EF4-FFF2-40B4-BE49-F238E27FC236}">
                  <a16:creationId xmlns:a16="http://schemas.microsoft.com/office/drawing/2014/main" id="{B2DD839A-2280-465D-0CBB-8558C756336F}"/>
                </a:ext>
              </a:extLst>
            </p:cNvPr>
            <p:cNvSpPr>
              <a:spLocks noChangeAspect="1"/>
            </p:cNvSpPr>
            <p:nvPr/>
          </p:nvSpPr>
          <p:spPr>
            <a:xfrm>
              <a:off x="4827463" y="-123757"/>
              <a:ext cx="2826000" cy="2826000"/>
            </a:xfrm>
            <a:prstGeom prst="ellipse">
              <a:avLst/>
            </a:prstGeom>
            <a:solidFill>
              <a:srgbClr val="05366C"/>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GB" dirty="0">
                <a:solidFill>
                  <a:schemeClr val="bg1"/>
                </a:solidFill>
              </a:endParaRPr>
            </a:p>
          </p:txBody>
        </p:sp>
        <p:sp>
          <p:nvSpPr>
            <p:cNvPr id="7" name="Textfeld 6">
              <a:extLst>
                <a:ext uri="{FF2B5EF4-FFF2-40B4-BE49-F238E27FC236}">
                  <a16:creationId xmlns:a16="http://schemas.microsoft.com/office/drawing/2014/main" id="{315F8FBC-B842-85B8-185F-59A27DADF7C2}"/>
                </a:ext>
              </a:extLst>
            </p:cNvPr>
            <p:cNvSpPr txBox="1"/>
            <p:nvPr/>
          </p:nvSpPr>
          <p:spPr>
            <a:xfrm>
              <a:off x="5165540" y="705013"/>
              <a:ext cx="2340000" cy="1168461"/>
            </a:xfrm>
            <a:prstGeom prst="rect">
              <a:avLst/>
            </a:prstGeom>
            <a:noFill/>
          </p:spPr>
          <p:txBody>
            <a:bodyPr wrap="square" lIns="0" tIns="0" rIns="0" bIns="0" rtlCol="0" anchor="ctr" anchorCtr="0">
              <a:spAutoFit/>
            </a:bodyPr>
            <a:lstStyle/>
            <a:p>
              <a:pPr>
                <a:lnSpc>
                  <a:spcPct val="90000"/>
                </a:lnSpc>
              </a:pPr>
              <a:r>
                <a:rPr lang="en-GB" sz="5000" dirty="0">
                  <a:solidFill>
                    <a:schemeClr val="bg1"/>
                  </a:solidFill>
                </a:rPr>
                <a:t>953</a:t>
              </a:r>
            </a:p>
            <a:p>
              <a:pPr>
                <a:lnSpc>
                  <a:spcPct val="107000"/>
                </a:lnSpc>
              </a:pPr>
              <a:r>
                <a:rPr lang="en-GB" sz="1500" dirty="0">
                  <a:solidFill>
                    <a:schemeClr val="bg1"/>
                  </a:solidFill>
                </a:rPr>
                <a:t>Bubble in ‘Night’ with white lettering. </a:t>
              </a:r>
            </a:p>
          </p:txBody>
        </p:sp>
      </p:grpSp>
      <p:grpSp>
        <p:nvGrpSpPr>
          <p:cNvPr id="8" name="Gruppieren 7" descr="Grafik 25%">
            <a:extLst>
              <a:ext uri="{FF2B5EF4-FFF2-40B4-BE49-F238E27FC236}">
                <a16:creationId xmlns:a16="http://schemas.microsoft.com/office/drawing/2014/main" id="{C586B780-8A68-C217-2A1B-F8617E1482E3}"/>
              </a:ext>
            </a:extLst>
          </p:cNvPr>
          <p:cNvGrpSpPr/>
          <p:nvPr/>
        </p:nvGrpSpPr>
        <p:grpSpPr>
          <a:xfrm>
            <a:off x="7618976" y="1151902"/>
            <a:ext cx="2826000" cy="2826000"/>
            <a:chOff x="8310625" y="984377"/>
            <a:chExt cx="2826000" cy="2826000"/>
          </a:xfrm>
          <a:solidFill>
            <a:srgbClr val="0064A6"/>
          </a:solidFill>
        </p:grpSpPr>
        <p:sp>
          <p:nvSpPr>
            <p:cNvPr id="9" name="Ellipse 8">
              <a:extLst>
                <a:ext uri="{FF2B5EF4-FFF2-40B4-BE49-F238E27FC236}">
                  <a16:creationId xmlns:a16="http://schemas.microsoft.com/office/drawing/2014/main" id="{F152E87F-4B1B-66A5-3F0A-3532F7085687}"/>
                </a:ext>
              </a:extLst>
            </p:cNvPr>
            <p:cNvSpPr>
              <a:spLocks noChangeAspect="1"/>
            </p:cNvSpPr>
            <p:nvPr/>
          </p:nvSpPr>
          <p:spPr>
            <a:xfrm>
              <a:off x="8310625" y="984377"/>
              <a:ext cx="2826000" cy="28260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GB" dirty="0"/>
            </a:p>
          </p:txBody>
        </p:sp>
        <p:sp>
          <p:nvSpPr>
            <p:cNvPr id="10" name="Textfeld 9">
              <a:extLst>
                <a:ext uri="{FF2B5EF4-FFF2-40B4-BE49-F238E27FC236}">
                  <a16:creationId xmlns:a16="http://schemas.microsoft.com/office/drawing/2014/main" id="{2DDE7352-0D5C-D591-B78E-B595A4E23A56}"/>
                </a:ext>
              </a:extLst>
            </p:cNvPr>
            <p:cNvSpPr txBox="1"/>
            <p:nvPr/>
          </p:nvSpPr>
          <p:spPr>
            <a:xfrm>
              <a:off x="8775615" y="1644079"/>
              <a:ext cx="2124000" cy="1415516"/>
            </a:xfrm>
            <a:prstGeom prst="rect">
              <a:avLst/>
            </a:prstGeom>
            <a:grpFill/>
          </p:spPr>
          <p:txBody>
            <a:bodyPr wrap="square" lIns="0" tIns="0" rIns="0" bIns="0" rtlCol="0" anchor="ctr" anchorCtr="0">
              <a:spAutoFit/>
            </a:bodyPr>
            <a:lstStyle/>
            <a:p>
              <a:pPr>
                <a:lnSpc>
                  <a:spcPct val="90000"/>
                </a:lnSpc>
              </a:pPr>
              <a:r>
                <a:rPr lang="en-GB" sz="5000" dirty="0">
                  <a:solidFill>
                    <a:schemeClr val="bg1"/>
                  </a:solidFill>
                </a:rPr>
                <a:t>25%</a:t>
              </a:r>
            </a:p>
            <a:p>
              <a:pPr>
                <a:lnSpc>
                  <a:spcPct val="107000"/>
                </a:lnSpc>
              </a:pPr>
              <a:r>
                <a:rPr lang="en-GB" sz="1500" dirty="0">
                  <a:solidFill>
                    <a:schemeClr val="bg1"/>
                  </a:solidFill>
                </a:rPr>
                <a:t>Bubble in ‘ZHAW’ accent colour with white lettering.</a:t>
              </a:r>
            </a:p>
          </p:txBody>
        </p:sp>
      </p:grpSp>
    </p:spTree>
    <p:extLst>
      <p:ext uri="{BB962C8B-B14F-4D97-AF65-F5344CB8AC3E}">
        <p14:creationId xmlns:p14="http://schemas.microsoft.com/office/powerpoint/2010/main" val="424622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64A6"/>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E398FC-D9A9-F346-E076-550756072571}"/>
              </a:ext>
            </a:extLst>
          </p:cNvPr>
          <p:cNvSpPr>
            <a:spLocks noGrp="1"/>
          </p:cNvSpPr>
          <p:nvPr>
            <p:ph type="title"/>
          </p:nvPr>
        </p:nvSpPr>
        <p:spPr/>
        <p:txBody>
          <a:bodyPr/>
          <a:lstStyle/>
          <a:p>
            <a:r>
              <a:rPr lang="en-GB" noProof="0" dirty="0"/>
              <a:t>This slide focuses on key figures.  </a:t>
            </a:r>
          </a:p>
        </p:txBody>
      </p:sp>
      <p:grpSp>
        <p:nvGrpSpPr>
          <p:cNvPr id="11" name="Gruppieren 10" descr="Grafik 48+">
            <a:extLst>
              <a:ext uri="{FF2B5EF4-FFF2-40B4-BE49-F238E27FC236}">
                <a16:creationId xmlns:a16="http://schemas.microsoft.com/office/drawing/2014/main" id="{53AD9AC0-A556-4D32-BEA1-A9340E0A3641}"/>
              </a:ext>
            </a:extLst>
          </p:cNvPr>
          <p:cNvGrpSpPr/>
          <p:nvPr/>
        </p:nvGrpSpPr>
        <p:grpSpPr>
          <a:xfrm>
            <a:off x="1429957" y="1736164"/>
            <a:ext cx="2826000" cy="2826000"/>
            <a:chOff x="4827463" y="-123757"/>
            <a:chExt cx="2826000" cy="2826000"/>
          </a:xfrm>
        </p:grpSpPr>
        <p:sp>
          <p:nvSpPr>
            <p:cNvPr id="12" name="Ellipse 11">
              <a:extLst>
                <a:ext uri="{FF2B5EF4-FFF2-40B4-BE49-F238E27FC236}">
                  <a16:creationId xmlns:a16="http://schemas.microsoft.com/office/drawing/2014/main" id="{A1DF495C-BC65-53D4-6DCD-031746C1C535}"/>
                </a:ext>
              </a:extLst>
            </p:cNvPr>
            <p:cNvSpPr>
              <a:spLocks noChangeAspect="1"/>
            </p:cNvSpPr>
            <p:nvPr/>
          </p:nvSpPr>
          <p:spPr>
            <a:xfrm>
              <a:off x="4827463" y="-123757"/>
              <a:ext cx="2826000" cy="2826000"/>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GB" dirty="0"/>
            </a:p>
          </p:txBody>
        </p:sp>
        <p:sp>
          <p:nvSpPr>
            <p:cNvPr id="13" name="Textfeld 12">
              <a:extLst>
                <a:ext uri="{FF2B5EF4-FFF2-40B4-BE49-F238E27FC236}">
                  <a16:creationId xmlns:a16="http://schemas.microsoft.com/office/drawing/2014/main" id="{C6486723-2E34-0874-296B-3C94D458EDCF}"/>
                </a:ext>
              </a:extLst>
            </p:cNvPr>
            <p:cNvSpPr txBox="1"/>
            <p:nvPr/>
          </p:nvSpPr>
          <p:spPr>
            <a:xfrm>
              <a:off x="5165540" y="704981"/>
              <a:ext cx="2340000" cy="1168525"/>
            </a:xfrm>
            <a:prstGeom prst="rect">
              <a:avLst/>
            </a:prstGeom>
            <a:noFill/>
          </p:spPr>
          <p:txBody>
            <a:bodyPr wrap="square" lIns="0" tIns="0" rIns="0" bIns="0" rtlCol="0" anchor="ctr" anchorCtr="0">
              <a:spAutoFit/>
            </a:bodyPr>
            <a:lstStyle/>
            <a:p>
              <a:pPr>
                <a:lnSpc>
                  <a:spcPct val="90000"/>
                </a:lnSpc>
              </a:pPr>
              <a:r>
                <a:rPr lang="en-GB" sz="5000" dirty="0"/>
                <a:t>+48</a:t>
              </a:r>
            </a:p>
            <a:p>
              <a:pPr>
                <a:lnSpc>
                  <a:spcPct val="107000"/>
                </a:lnSpc>
              </a:pPr>
              <a:r>
                <a:rPr lang="en-GB" sz="1500" dirty="0" err="1"/>
                <a:t>Parchili</a:t>
              </a:r>
              <a:r>
                <a:rPr lang="en-GB" sz="1500" dirty="0"/>
                <a:t> </a:t>
              </a:r>
              <a:r>
                <a:rPr lang="en-GB" sz="1500" dirty="0" err="1"/>
                <a:t>berendipum</a:t>
              </a:r>
              <a:r>
                <a:rPr lang="en-GB" sz="1500" dirty="0"/>
                <a:t> volta</a:t>
              </a:r>
            </a:p>
            <a:p>
              <a:pPr>
                <a:lnSpc>
                  <a:spcPct val="107000"/>
                </a:lnSpc>
              </a:pPr>
              <a:r>
                <a:rPr lang="en-GB" sz="1500" dirty="0" err="1"/>
                <a:t>spedi</a:t>
              </a:r>
              <a:r>
                <a:rPr lang="en-GB" sz="1500" dirty="0"/>
                <a:t> </a:t>
              </a:r>
              <a:r>
                <a:rPr lang="en-GB" sz="1500" dirty="0" err="1"/>
                <a:t>quatctio</a:t>
              </a:r>
              <a:endParaRPr lang="en-GB" sz="1500" dirty="0"/>
            </a:p>
          </p:txBody>
        </p:sp>
      </p:grpSp>
      <p:grpSp>
        <p:nvGrpSpPr>
          <p:cNvPr id="5" name="Gruppieren 4" descr="Grafik 953">
            <a:extLst>
              <a:ext uri="{FF2B5EF4-FFF2-40B4-BE49-F238E27FC236}">
                <a16:creationId xmlns:a16="http://schemas.microsoft.com/office/drawing/2014/main" id="{AD9665A3-20F4-53FF-434E-FBE3E027690D}"/>
              </a:ext>
            </a:extLst>
          </p:cNvPr>
          <p:cNvGrpSpPr/>
          <p:nvPr/>
        </p:nvGrpSpPr>
        <p:grpSpPr>
          <a:xfrm>
            <a:off x="4756964" y="3332138"/>
            <a:ext cx="2826000" cy="2826000"/>
            <a:chOff x="4827463" y="-123757"/>
            <a:chExt cx="2826000" cy="2826000"/>
          </a:xfrm>
        </p:grpSpPr>
        <p:sp>
          <p:nvSpPr>
            <p:cNvPr id="6" name="Ellipse 5">
              <a:extLst>
                <a:ext uri="{FF2B5EF4-FFF2-40B4-BE49-F238E27FC236}">
                  <a16:creationId xmlns:a16="http://schemas.microsoft.com/office/drawing/2014/main" id="{EB701079-607E-9F3D-3A41-06F8B284DD0D}"/>
                </a:ext>
              </a:extLst>
            </p:cNvPr>
            <p:cNvSpPr>
              <a:spLocks noChangeAspect="1"/>
            </p:cNvSpPr>
            <p:nvPr/>
          </p:nvSpPr>
          <p:spPr>
            <a:xfrm>
              <a:off x="4827463" y="-123757"/>
              <a:ext cx="2826000" cy="2826000"/>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GB" dirty="0"/>
            </a:p>
          </p:txBody>
        </p:sp>
        <p:sp>
          <p:nvSpPr>
            <p:cNvPr id="7" name="Textfeld 6">
              <a:extLst>
                <a:ext uri="{FF2B5EF4-FFF2-40B4-BE49-F238E27FC236}">
                  <a16:creationId xmlns:a16="http://schemas.microsoft.com/office/drawing/2014/main" id="{5FE1A303-A9D7-C4C1-3C71-790E295EB594}"/>
                </a:ext>
              </a:extLst>
            </p:cNvPr>
            <p:cNvSpPr txBox="1"/>
            <p:nvPr/>
          </p:nvSpPr>
          <p:spPr>
            <a:xfrm>
              <a:off x="5165540" y="705013"/>
              <a:ext cx="2340000" cy="1168461"/>
            </a:xfrm>
            <a:prstGeom prst="rect">
              <a:avLst/>
            </a:prstGeom>
            <a:noFill/>
          </p:spPr>
          <p:txBody>
            <a:bodyPr wrap="square" lIns="0" tIns="0" rIns="0" bIns="0" rtlCol="0" anchor="ctr" anchorCtr="0">
              <a:spAutoFit/>
            </a:bodyPr>
            <a:lstStyle/>
            <a:p>
              <a:pPr>
                <a:lnSpc>
                  <a:spcPct val="90000"/>
                </a:lnSpc>
              </a:pPr>
              <a:r>
                <a:rPr lang="en-GB" sz="5000" dirty="0"/>
                <a:t>953</a:t>
              </a:r>
            </a:p>
            <a:p>
              <a:pPr>
                <a:lnSpc>
                  <a:spcPct val="107000"/>
                </a:lnSpc>
              </a:pPr>
              <a:r>
                <a:rPr lang="en-GB" sz="1500" dirty="0"/>
                <a:t>Every new beginning has its magic. </a:t>
              </a:r>
            </a:p>
          </p:txBody>
        </p:sp>
      </p:grpSp>
      <p:grpSp>
        <p:nvGrpSpPr>
          <p:cNvPr id="8" name="Gruppieren 7" descr="Grafik 25%">
            <a:extLst>
              <a:ext uri="{FF2B5EF4-FFF2-40B4-BE49-F238E27FC236}">
                <a16:creationId xmlns:a16="http://schemas.microsoft.com/office/drawing/2014/main" id="{13E9D10D-73CA-EC9A-7970-D2778A9C5A37}"/>
              </a:ext>
            </a:extLst>
          </p:cNvPr>
          <p:cNvGrpSpPr/>
          <p:nvPr/>
        </p:nvGrpSpPr>
        <p:grpSpPr>
          <a:xfrm>
            <a:off x="8303902" y="1078509"/>
            <a:ext cx="2826000" cy="2826000"/>
            <a:chOff x="8310625" y="984377"/>
            <a:chExt cx="2826000" cy="2826000"/>
          </a:xfrm>
        </p:grpSpPr>
        <p:sp>
          <p:nvSpPr>
            <p:cNvPr id="9" name="Ellipse 8">
              <a:extLst>
                <a:ext uri="{FF2B5EF4-FFF2-40B4-BE49-F238E27FC236}">
                  <a16:creationId xmlns:a16="http://schemas.microsoft.com/office/drawing/2014/main" id="{BC4EE4B6-4631-0697-9DFC-BEA6C9AD0398}"/>
                </a:ext>
              </a:extLst>
            </p:cNvPr>
            <p:cNvSpPr>
              <a:spLocks noChangeAspect="1"/>
            </p:cNvSpPr>
            <p:nvPr/>
          </p:nvSpPr>
          <p:spPr>
            <a:xfrm>
              <a:off x="8310625" y="984377"/>
              <a:ext cx="2826000" cy="2826000"/>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GB" dirty="0"/>
            </a:p>
          </p:txBody>
        </p:sp>
        <p:sp>
          <p:nvSpPr>
            <p:cNvPr id="10" name="Textfeld 9">
              <a:extLst>
                <a:ext uri="{FF2B5EF4-FFF2-40B4-BE49-F238E27FC236}">
                  <a16:creationId xmlns:a16="http://schemas.microsoft.com/office/drawing/2014/main" id="{AE5673EA-986B-E3F1-003C-5FBE3FC8EC95}"/>
                </a:ext>
              </a:extLst>
            </p:cNvPr>
            <p:cNvSpPr txBox="1"/>
            <p:nvPr/>
          </p:nvSpPr>
          <p:spPr>
            <a:xfrm>
              <a:off x="8648702" y="1689619"/>
              <a:ext cx="2340000" cy="1415516"/>
            </a:xfrm>
            <a:prstGeom prst="rect">
              <a:avLst/>
            </a:prstGeom>
            <a:noFill/>
          </p:spPr>
          <p:txBody>
            <a:bodyPr wrap="square" lIns="0" tIns="0" rIns="0" bIns="0" rtlCol="0" anchor="ctr" anchorCtr="0">
              <a:spAutoFit/>
            </a:bodyPr>
            <a:lstStyle/>
            <a:p>
              <a:pPr>
                <a:lnSpc>
                  <a:spcPct val="90000"/>
                </a:lnSpc>
              </a:pPr>
              <a:r>
                <a:rPr lang="en-GB" sz="5000" dirty="0"/>
                <a:t>25%</a:t>
              </a:r>
            </a:p>
            <a:p>
              <a:pPr>
                <a:lnSpc>
                  <a:spcPct val="107000"/>
                </a:lnSpc>
              </a:pPr>
              <a:r>
                <a:rPr lang="en-GB" sz="1500" dirty="0"/>
                <a:t>Conemol </a:t>
              </a:r>
              <a:r>
                <a:rPr lang="en-GB" sz="1500" dirty="0" err="1"/>
                <a:t>lorempo</a:t>
              </a:r>
              <a:r>
                <a:rPr lang="en-GB" sz="1500" dirty="0"/>
                <a:t> </a:t>
              </a:r>
            </a:p>
            <a:p>
              <a:pPr>
                <a:lnSpc>
                  <a:spcPct val="107000"/>
                </a:lnSpc>
              </a:pPr>
              <a:r>
                <a:rPr lang="en-GB" sz="1500" dirty="0" err="1"/>
                <a:t>rporume</a:t>
              </a:r>
              <a:r>
                <a:rPr lang="en-GB" sz="1500" dirty="0"/>
                <a:t> </a:t>
              </a:r>
              <a:r>
                <a:rPr lang="en-GB" sz="1500" dirty="0" err="1"/>
                <a:t>harumquis</a:t>
              </a:r>
              <a:r>
                <a:rPr lang="en-GB" sz="1500" dirty="0"/>
                <a:t> </a:t>
              </a:r>
              <a:r>
                <a:rPr lang="en-GB" sz="1500" dirty="0" err="1"/>
                <a:t>dea</a:t>
              </a:r>
              <a:r>
                <a:rPr lang="en-GB" sz="1500" dirty="0"/>
                <a:t> </a:t>
              </a:r>
              <a:r>
                <a:rPr lang="en-GB" sz="1500" dirty="0" err="1"/>
                <a:t>prerep</a:t>
              </a:r>
              <a:endParaRPr lang="en-GB" sz="1500" dirty="0"/>
            </a:p>
          </p:txBody>
        </p:sp>
      </p:grpSp>
    </p:spTree>
    <p:extLst>
      <p:ext uri="{BB962C8B-B14F-4D97-AF65-F5344CB8AC3E}">
        <p14:creationId xmlns:p14="http://schemas.microsoft.com/office/powerpoint/2010/main" val="951620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4C7C60C2-6F17-8491-C4B1-CF11B96B532A}"/>
              </a:ext>
            </a:extLst>
          </p:cNvPr>
          <p:cNvSpPr>
            <a:spLocks noGrp="1"/>
          </p:cNvSpPr>
          <p:nvPr>
            <p:ph type="title"/>
          </p:nvPr>
        </p:nvSpPr>
        <p:spPr/>
        <p:txBody>
          <a:bodyPr/>
          <a:lstStyle/>
          <a:p>
            <a:r>
              <a:rPr lang="en-GB" noProof="0" dirty="0"/>
              <a:t>This slide focuses on key figures.   </a:t>
            </a:r>
          </a:p>
        </p:txBody>
      </p:sp>
      <p:sp>
        <p:nvSpPr>
          <p:cNvPr id="8" name="Rechteck 7">
            <a:extLst>
              <a:ext uri="{FF2B5EF4-FFF2-40B4-BE49-F238E27FC236}">
                <a16:creationId xmlns:a16="http://schemas.microsoft.com/office/drawing/2014/main" id="{18008E4D-4F9A-195C-E531-0D0A5B9BD889}"/>
              </a:ext>
              <a:ext uri="{C183D7F6-B498-43B3-948B-1728B52AA6E4}">
                <adec:decorative xmlns:adec="http://schemas.microsoft.com/office/drawing/2017/decorative" val="1"/>
              </a:ext>
            </a:extLst>
          </p:cNvPr>
          <p:cNvSpPr/>
          <p:nvPr/>
        </p:nvSpPr>
        <p:spPr>
          <a:xfrm>
            <a:off x="407988" y="1628775"/>
            <a:ext cx="11376025" cy="4645025"/>
          </a:xfrm>
          <a:prstGeom prst="rect">
            <a:avLst/>
          </a:prstGeom>
          <a:solidFill>
            <a:srgbClr val="0536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extfeld 8">
            <a:extLst>
              <a:ext uri="{FF2B5EF4-FFF2-40B4-BE49-F238E27FC236}">
                <a16:creationId xmlns:a16="http://schemas.microsoft.com/office/drawing/2014/main" id="{B669ABB6-225F-68DF-D8DD-7A2B5C2DB0EA}"/>
              </a:ext>
            </a:extLst>
          </p:cNvPr>
          <p:cNvSpPr txBox="1"/>
          <p:nvPr/>
        </p:nvSpPr>
        <p:spPr>
          <a:xfrm>
            <a:off x="1071177" y="1687697"/>
            <a:ext cx="3644134" cy="2993259"/>
          </a:xfrm>
          <a:prstGeom prst="rect">
            <a:avLst/>
          </a:prstGeom>
          <a:noFill/>
        </p:spPr>
        <p:txBody>
          <a:bodyPr wrap="square" lIns="0" tIns="0" rIns="0" bIns="0" rtlCol="0" anchor="ctr" anchorCtr="0">
            <a:noAutofit/>
          </a:bodyPr>
          <a:lstStyle/>
          <a:p>
            <a:pPr algn="ctr">
              <a:lnSpc>
                <a:spcPct val="107000"/>
              </a:lnSpc>
            </a:pPr>
            <a:r>
              <a:rPr lang="en-GB" sz="11500" dirty="0">
                <a:solidFill>
                  <a:schemeClr val="bg1"/>
                </a:solidFill>
              </a:rPr>
              <a:t>75%</a:t>
            </a:r>
            <a:r>
              <a:rPr lang="en-GB" sz="13800" dirty="0">
                <a:solidFill>
                  <a:schemeClr val="bg1"/>
                </a:solidFill>
              </a:rPr>
              <a:t> </a:t>
            </a:r>
          </a:p>
        </p:txBody>
      </p:sp>
      <p:sp>
        <p:nvSpPr>
          <p:cNvPr id="10" name="Textfeld 9">
            <a:extLst>
              <a:ext uri="{FF2B5EF4-FFF2-40B4-BE49-F238E27FC236}">
                <a16:creationId xmlns:a16="http://schemas.microsoft.com/office/drawing/2014/main" id="{840F4A02-7A15-F481-27E4-38D34DBD5080}"/>
              </a:ext>
            </a:extLst>
          </p:cNvPr>
          <p:cNvSpPr txBox="1"/>
          <p:nvPr/>
        </p:nvSpPr>
        <p:spPr>
          <a:xfrm>
            <a:off x="1467252" y="4144974"/>
            <a:ext cx="3644134" cy="646331"/>
          </a:xfrm>
          <a:prstGeom prst="rect">
            <a:avLst/>
          </a:prstGeom>
          <a:noFill/>
        </p:spPr>
        <p:txBody>
          <a:bodyPr wrap="square">
            <a:noAutofit/>
          </a:bodyPr>
          <a:lstStyle/>
          <a:p>
            <a:r>
              <a:rPr lang="en-GB" sz="1800" dirty="0">
                <a:solidFill>
                  <a:schemeClr val="bg1"/>
                </a:solidFill>
              </a:rPr>
              <a:t>Percentage of students from the canton of Zurich</a:t>
            </a:r>
          </a:p>
        </p:txBody>
      </p:sp>
      <p:sp>
        <p:nvSpPr>
          <p:cNvPr id="7" name="Textfeld 6">
            <a:extLst>
              <a:ext uri="{FF2B5EF4-FFF2-40B4-BE49-F238E27FC236}">
                <a16:creationId xmlns:a16="http://schemas.microsoft.com/office/drawing/2014/main" id="{63695260-CEF2-7D0F-96A5-2F1BD3C96713}"/>
              </a:ext>
            </a:extLst>
          </p:cNvPr>
          <p:cNvSpPr txBox="1"/>
          <p:nvPr/>
        </p:nvSpPr>
        <p:spPr>
          <a:xfrm>
            <a:off x="6240463" y="2728611"/>
            <a:ext cx="4775857" cy="2978235"/>
          </a:xfrm>
          <a:prstGeom prst="rect">
            <a:avLst/>
          </a:prstGeom>
          <a:noFill/>
        </p:spPr>
        <p:txBody>
          <a:bodyPr wrap="square" lIns="0" tIns="0" rIns="0" bIns="0" rtlCol="0" anchor="t" anchorCtr="0">
            <a:noAutofit/>
          </a:bodyPr>
          <a:lstStyle/>
          <a:p>
            <a:pPr algn="l">
              <a:lnSpc>
                <a:spcPct val="107000"/>
              </a:lnSpc>
            </a:pPr>
            <a:r>
              <a:rPr lang="en-GB" sz="2000" dirty="0">
                <a:solidFill>
                  <a:schemeClr val="bg1"/>
                </a:solidFill>
              </a:rPr>
              <a:t>Our top five feeder schools:</a:t>
            </a:r>
          </a:p>
          <a:p>
            <a:pPr algn="l">
              <a:lnSpc>
                <a:spcPct val="107000"/>
              </a:lnSpc>
            </a:pPr>
            <a:endParaRPr lang="en-GB" sz="2000" dirty="0">
              <a:solidFill>
                <a:schemeClr val="bg1"/>
              </a:solidFill>
            </a:endParaRPr>
          </a:p>
          <a:p>
            <a:pPr marL="342900" indent="-342900" algn="l">
              <a:lnSpc>
                <a:spcPct val="107000"/>
              </a:lnSpc>
              <a:spcAft>
                <a:spcPts val="600"/>
              </a:spcAft>
              <a:buFont typeface="Symbol" pitchFamily="2" charset="2"/>
              <a:buChar char="-"/>
            </a:pPr>
            <a:r>
              <a:rPr lang="en-GB" sz="2000" dirty="0">
                <a:solidFill>
                  <a:schemeClr val="bg1"/>
                </a:solidFill>
              </a:rPr>
              <a:t>School A </a:t>
            </a:r>
          </a:p>
          <a:p>
            <a:pPr marL="342900" indent="-342900" algn="l">
              <a:lnSpc>
                <a:spcPct val="107000"/>
              </a:lnSpc>
              <a:spcAft>
                <a:spcPts val="600"/>
              </a:spcAft>
              <a:buFont typeface="Symbol" pitchFamily="2" charset="2"/>
              <a:buChar char="-"/>
            </a:pPr>
            <a:r>
              <a:rPr lang="en-GB" sz="2000" dirty="0">
                <a:solidFill>
                  <a:schemeClr val="bg1"/>
                </a:solidFill>
              </a:rPr>
              <a:t>School B </a:t>
            </a:r>
          </a:p>
          <a:p>
            <a:pPr marL="342900" indent="-342900" algn="l">
              <a:lnSpc>
                <a:spcPct val="107000"/>
              </a:lnSpc>
              <a:spcAft>
                <a:spcPts val="600"/>
              </a:spcAft>
              <a:buFont typeface="Symbol" pitchFamily="2" charset="2"/>
              <a:buChar char="-"/>
            </a:pPr>
            <a:r>
              <a:rPr lang="en-GB" sz="2000" dirty="0">
                <a:solidFill>
                  <a:schemeClr val="bg1"/>
                </a:solidFill>
              </a:rPr>
              <a:t>School C</a:t>
            </a:r>
          </a:p>
          <a:p>
            <a:pPr marL="342900" indent="-342900" algn="l">
              <a:lnSpc>
                <a:spcPct val="107000"/>
              </a:lnSpc>
              <a:spcAft>
                <a:spcPts val="600"/>
              </a:spcAft>
              <a:buFont typeface="Symbol" pitchFamily="2" charset="2"/>
              <a:buChar char="-"/>
            </a:pPr>
            <a:r>
              <a:rPr lang="en-GB" sz="2000" dirty="0">
                <a:solidFill>
                  <a:schemeClr val="bg1"/>
                </a:solidFill>
              </a:rPr>
              <a:t>School D</a:t>
            </a:r>
          </a:p>
          <a:p>
            <a:pPr marL="342900" indent="-342900" algn="l">
              <a:lnSpc>
                <a:spcPct val="107000"/>
              </a:lnSpc>
              <a:spcAft>
                <a:spcPts val="600"/>
              </a:spcAft>
              <a:buFont typeface="Symbol" pitchFamily="2" charset="2"/>
              <a:buChar char="-"/>
            </a:pPr>
            <a:r>
              <a:rPr lang="en-GB" sz="2000" dirty="0">
                <a:solidFill>
                  <a:schemeClr val="bg1"/>
                </a:solidFill>
              </a:rPr>
              <a:t>School E</a:t>
            </a:r>
          </a:p>
          <a:p>
            <a:pPr algn="l">
              <a:lnSpc>
                <a:spcPct val="107000"/>
              </a:lnSpc>
            </a:pPr>
            <a:endParaRPr lang="en-GB" sz="2000" dirty="0">
              <a:solidFill>
                <a:schemeClr val="bg1"/>
              </a:solidFill>
            </a:endParaRPr>
          </a:p>
        </p:txBody>
      </p:sp>
    </p:spTree>
    <p:extLst>
      <p:ext uri="{BB962C8B-B14F-4D97-AF65-F5344CB8AC3E}">
        <p14:creationId xmlns:p14="http://schemas.microsoft.com/office/powerpoint/2010/main" val="3981721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B486F-BCBD-149C-D9B4-8D56E627547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F065C95-A753-A684-7333-4B7247971DA1}"/>
              </a:ext>
            </a:extLst>
          </p:cNvPr>
          <p:cNvSpPr>
            <a:spLocks noGrp="1"/>
          </p:cNvSpPr>
          <p:nvPr>
            <p:ph type="title"/>
          </p:nvPr>
        </p:nvSpPr>
        <p:spPr/>
        <p:txBody>
          <a:bodyPr/>
          <a:lstStyle/>
          <a:p>
            <a:r>
              <a:rPr lang="en-GB" dirty="0"/>
              <a:t>Table template</a:t>
            </a:r>
            <a:endParaRPr lang="en-GB" noProof="0" dirty="0"/>
          </a:p>
        </p:txBody>
      </p:sp>
      <p:graphicFrame>
        <p:nvGraphicFramePr>
          <p:cNvPr id="8" name="Tabellenplatzhalter 7" descr="Tabelle">
            <a:extLst>
              <a:ext uri="{FF2B5EF4-FFF2-40B4-BE49-F238E27FC236}">
                <a16:creationId xmlns:a16="http://schemas.microsoft.com/office/drawing/2014/main" id="{7A7FB54B-7DEA-D784-EBD5-79DBB21179C1}"/>
              </a:ext>
            </a:extLst>
          </p:cNvPr>
          <p:cNvGraphicFramePr>
            <a:graphicFrameLocks noGrp="1"/>
          </p:cNvGraphicFramePr>
          <p:nvPr>
            <p:ph type="tbl" sz="quarter" idx="13"/>
            <p:extLst>
              <p:ext uri="{D42A27DB-BD31-4B8C-83A1-F6EECF244321}">
                <p14:modId xmlns:p14="http://schemas.microsoft.com/office/powerpoint/2010/main" val="2149941126"/>
              </p:ext>
            </p:extLst>
          </p:nvPr>
        </p:nvGraphicFramePr>
        <p:xfrm>
          <a:off x="407988" y="1645920"/>
          <a:ext cx="11376024" cy="3566160"/>
        </p:xfrm>
        <a:graphic>
          <a:graphicData uri="http://schemas.openxmlformats.org/drawingml/2006/table">
            <a:tbl>
              <a:tblPr firstRow="1" firstCol="1" lastRow="1">
                <a:tableStyleId>{CA20E951-F767-40FB-8981-BDCADE0C3650}</a:tableStyleId>
              </a:tblPr>
              <a:tblGrid>
                <a:gridCol w="3895071">
                  <a:extLst>
                    <a:ext uri="{9D8B030D-6E8A-4147-A177-3AD203B41FA5}">
                      <a16:colId xmlns:a16="http://schemas.microsoft.com/office/drawing/2014/main" val="222302903"/>
                    </a:ext>
                  </a:extLst>
                </a:gridCol>
                <a:gridCol w="2493651">
                  <a:extLst>
                    <a:ext uri="{9D8B030D-6E8A-4147-A177-3AD203B41FA5}">
                      <a16:colId xmlns:a16="http://schemas.microsoft.com/office/drawing/2014/main" val="1588079453"/>
                    </a:ext>
                  </a:extLst>
                </a:gridCol>
                <a:gridCol w="2493651">
                  <a:extLst>
                    <a:ext uri="{9D8B030D-6E8A-4147-A177-3AD203B41FA5}">
                      <a16:colId xmlns:a16="http://schemas.microsoft.com/office/drawing/2014/main" val="999896323"/>
                    </a:ext>
                  </a:extLst>
                </a:gridCol>
                <a:gridCol w="2493651">
                  <a:extLst>
                    <a:ext uri="{9D8B030D-6E8A-4147-A177-3AD203B41FA5}">
                      <a16:colId xmlns:a16="http://schemas.microsoft.com/office/drawing/2014/main" val="1002636692"/>
                    </a:ext>
                  </a:extLst>
                </a:gridCol>
              </a:tblGrid>
              <a:tr h="234315">
                <a:tc>
                  <a:txBody>
                    <a:bodyPr/>
                    <a:lstStyle/>
                    <a:p>
                      <a:endParaRPr lang="en-GB" noProof="0" dirty="0">
                        <a:solidFill>
                          <a:schemeClr val="bg1"/>
                        </a:solidFill>
                      </a:endParaRPr>
                    </a:p>
                  </a:txBody>
                  <a:tcPr>
                    <a:solidFill>
                      <a:srgbClr val="05366C"/>
                    </a:solidFill>
                  </a:tcPr>
                </a:tc>
                <a:tc>
                  <a:txBody>
                    <a:bodyPr/>
                    <a:lstStyle/>
                    <a:p>
                      <a:pPr algn="r"/>
                      <a:r>
                        <a:rPr lang="en-GB" noProof="0" dirty="0">
                          <a:solidFill>
                            <a:schemeClr val="bg1"/>
                          </a:solidFill>
                        </a:rPr>
                        <a:t>Term 1</a:t>
                      </a:r>
                    </a:p>
                  </a:txBody>
                  <a:tcPr>
                    <a:solidFill>
                      <a:srgbClr val="05366C"/>
                    </a:solidFill>
                  </a:tcPr>
                </a:tc>
                <a:tc>
                  <a:txBody>
                    <a:bodyPr/>
                    <a:lstStyle/>
                    <a:p>
                      <a:pPr algn="r"/>
                      <a:r>
                        <a:rPr lang="en-GB" noProof="0" dirty="0">
                          <a:solidFill>
                            <a:schemeClr val="bg1"/>
                          </a:solidFill>
                        </a:rPr>
                        <a:t>Term 2</a:t>
                      </a:r>
                    </a:p>
                  </a:txBody>
                  <a:tcPr>
                    <a:solidFill>
                      <a:srgbClr val="05366C"/>
                    </a:solidFill>
                  </a:tcPr>
                </a:tc>
                <a:tc>
                  <a:txBody>
                    <a:bodyPr/>
                    <a:lstStyle/>
                    <a:p>
                      <a:pPr algn="r"/>
                      <a:r>
                        <a:rPr lang="en-GB" noProof="0" dirty="0">
                          <a:solidFill>
                            <a:schemeClr val="bg1"/>
                          </a:solidFill>
                        </a:rPr>
                        <a:t>Term 3</a:t>
                      </a:r>
                    </a:p>
                  </a:txBody>
                  <a:tcPr>
                    <a:solidFill>
                      <a:srgbClr val="05366C"/>
                    </a:solidFill>
                  </a:tcPr>
                </a:tc>
                <a:extLst>
                  <a:ext uri="{0D108BD9-81ED-4DB2-BD59-A6C34878D82A}">
                    <a16:rowId xmlns:a16="http://schemas.microsoft.com/office/drawing/2014/main" val="3374189123"/>
                  </a:ext>
                </a:extLst>
              </a:tr>
              <a:tr h="370840">
                <a:tc>
                  <a:txBody>
                    <a:bodyPr/>
                    <a:lstStyle/>
                    <a:p>
                      <a:r>
                        <a:rPr lang="en-GB" noProof="0" dirty="0"/>
                        <a:t>Topic A</a:t>
                      </a:r>
                    </a:p>
                  </a:txBody>
                  <a:tcPr>
                    <a:solidFill>
                      <a:schemeClr val="bg1"/>
                    </a:solidFill>
                  </a:tcPr>
                </a:tc>
                <a:tc>
                  <a:txBody>
                    <a:bodyPr/>
                    <a:lstStyle/>
                    <a:p>
                      <a:pPr algn="r"/>
                      <a:r>
                        <a:rPr lang="en-GB" noProof="0" dirty="0"/>
                        <a:t>44 444</a:t>
                      </a:r>
                    </a:p>
                  </a:txBody>
                  <a:tcPr>
                    <a:solidFill>
                      <a:schemeClr val="bg1"/>
                    </a:solidFill>
                  </a:tcPr>
                </a:tc>
                <a:tc>
                  <a:txBody>
                    <a:bodyPr/>
                    <a:lstStyle/>
                    <a:p>
                      <a:pPr algn="r"/>
                      <a:r>
                        <a:rPr lang="en-GB" noProof="0" dirty="0"/>
                        <a:t>723 999</a:t>
                      </a:r>
                    </a:p>
                  </a:txBody>
                  <a:tcPr>
                    <a:solidFill>
                      <a:schemeClr val="bg1"/>
                    </a:solidFill>
                  </a:tcPr>
                </a:tc>
                <a:tc>
                  <a:txBody>
                    <a:bodyPr/>
                    <a:lstStyle/>
                    <a:p>
                      <a:pPr algn="r"/>
                      <a:r>
                        <a:rPr lang="en-GB" noProof="0" dirty="0"/>
                        <a:t>23 444</a:t>
                      </a:r>
                    </a:p>
                  </a:txBody>
                  <a:tcPr>
                    <a:solidFill>
                      <a:schemeClr val="bg1"/>
                    </a:solidFill>
                  </a:tcPr>
                </a:tc>
                <a:extLst>
                  <a:ext uri="{0D108BD9-81ED-4DB2-BD59-A6C34878D82A}">
                    <a16:rowId xmlns:a16="http://schemas.microsoft.com/office/drawing/2014/main" val="18008932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a:t>Topic B</a:t>
                      </a:r>
                    </a:p>
                  </a:txBody>
                  <a:tcPr>
                    <a:solidFill>
                      <a:srgbClr val="DCE4F3">
                        <a:alpha val="51000"/>
                      </a:srgbClr>
                    </a:solidFill>
                  </a:tcPr>
                </a:tc>
                <a:tc>
                  <a:txBody>
                    <a:bodyPr/>
                    <a:lstStyle/>
                    <a:p>
                      <a:pPr algn="r"/>
                      <a:r>
                        <a:rPr lang="en-GB" noProof="0" dirty="0"/>
                        <a:t>9 999</a:t>
                      </a:r>
                    </a:p>
                  </a:txBody>
                  <a:tcPr>
                    <a:solidFill>
                      <a:srgbClr val="DCE4F3">
                        <a:alpha val="51000"/>
                      </a:srgbClr>
                    </a:solidFill>
                  </a:tcPr>
                </a:tc>
                <a:tc>
                  <a:txBody>
                    <a:bodyPr/>
                    <a:lstStyle/>
                    <a:p>
                      <a:pPr algn="r"/>
                      <a:r>
                        <a:rPr lang="en-GB" noProof="0" dirty="0"/>
                        <a:t>6 767</a:t>
                      </a:r>
                    </a:p>
                  </a:txBody>
                  <a:tcPr>
                    <a:solidFill>
                      <a:srgbClr val="DCE4F3">
                        <a:alpha val="51000"/>
                      </a:srgbClr>
                    </a:solidFill>
                  </a:tcPr>
                </a:tc>
                <a:tc>
                  <a:txBody>
                    <a:bodyPr/>
                    <a:lstStyle/>
                    <a:p>
                      <a:pPr algn="r"/>
                      <a:r>
                        <a:rPr lang="en-GB" noProof="0" dirty="0"/>
                        <a:t>433</a:t>
                      </a:r>
                    </a:p>
                  </a:txBody>
                  <a:tcPr>
                    <a:solidFill>
                      <a:srgbClr val="DCE4F3">
                        <a:alpha val="51000"/>
                      </a:srgbClr>
                    </a:solidFill>
                  </a:tcPr>
                </a:tc>
                <a:extLst>
                  <a:ext uri="{0D108BD9-81ED-4DB2-BD59-A6C34878D82A}">
                    <a16:rowId xmlns:a16="http://schemas.microsoft.com/office/drawing/2014/main" val="55392408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a:t>Topic C</a:t>
                      </a:r>
                    </a:p>
                  </a:txBody>
                  <a:tcPr>
                    <a:solidFill>
                      <a:schemeClr val="bg1"/>
                    </a:solidFill>
                  </a:tcPr>
                </a:tc>
                <a:tc>
                  <a:txBody>
                    <a:bodyPr/>
                    <a:lstStyle/>
                    <a:p>
                      <a:pPr algn="r"/>
                      <a:r>
                        <a:rPr lang="en-GB" noProof="0" dirty="0"/>
                        <a:t>34</a:t>
                      </a:r>
                    </a:p>
                  </a:txBody>
                  <a:tcPr>
                    <a:solidFill>
                      <a:schemeClr val="bg1"/>
                    </a:solidFill>
                  </a:tcPr>
                </a:tc>
                <a:tc>
                  <a:txBody>
                    <a:bodyPr/>
                    <a:lstStyle/>
                    <a:p>
                      <a:pPr algn="r"/>
                      <a:r>
                        <a:rPr lang="en-GB" noProof="0" dirty="0"/>
                        <a:t>5</a:t>
                      </a:r>
                    </a:p>
                  </a:txBody>
                  <a:tcPr>
                    <a:solidFill>
                      <a:schemeClr val="bg1"/>
                    </a:solidFill>
                  </a:tcPr>
                </a:tc>
                <a:tc>
                  <a:txBody>
                    <a:bodyPr/>
                    <a:lstStyle/>
                    <a:p>
                      <a:pPr algn="r"/>
                      <a:r>
                        <a:rPr lang="en-GB" noProof="0" dirty="0"/>
                        <a:t>33</a:t>
                      </a:r>
                    </a:p>
                  </a:txBody>
                  <a:tcPr>
                    <a:solidFill>
                      <a:schemeClr val="bg1"/>
                    </a:solidFill>
                  </a:tcPr>
                </a:tc>
                <a:extLst>
                  <a:ext uri="{0D108BD9-81ED-4DB2-BD59-A6C34878D82A}">
                    <a16:rowId xmlns:a16="http://schemas.microsoft.com/office/drawing/2014/main" val="230748409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a:t>Topic D</a:t>
                      </a:r>
                    </a:p>
                  </a:txBody>
                  <a:tcPr>
                    <a:solidFill>
                      <a:srgbClr val="DCE4F3">
                        <a:alpha val="49880"/>
                      </a:srgbClr>
                    </a:solidFill>
                  </a:tcPr>
                </a:tc>
                <a:tc>
                  <a:txBody>
                    <a:bodyPr/>
                    <a:lstStyle/>
                    <a:p>
                      <a:pPr algn="r"/>
                      <a:r>
                        <a:rPr lang="en-GB" noProof="0" dirty="0"/>
                        <a:t>44 444</a:t>
                      </a:r>
                    </a:p>
                  </a:txBody>
                  <a:tcPr>
                    <a:solidFill>
                      <a:srgbClr val="DCE4F3">
                        <a:alpha val="49880"/>
                      </a:srgbClr>
                    </a:solidFill>
                  </a:tcPr>
                </a:tc>
                <a:tc>
                  <a:txBody>
                    <a:bodyPr/>
                    <a:lstStyle/>
                    <a:p>
                      <a:pPr algn="r"/>
                      <a:r>
                        <a:rPr lang="en-GB" noProof="0" dirty="0"/>
                        <a:t>723 999</a:t>
                      </a:r>
                    </a:p>
                  </a:txBody>
                  <a:tcPr>
                    <a:solidFill>
                      <a:srgbClr val="DCE4F3">
                        <a:alpha val="49880"/>
                      </a:srgbClr>
                    </a:solidFill>
                  </a:tcPr>
                </a:tc>
                <a:tc>
                  <a:txBody>
                    <a:bodyPr/>
                    <a:lstStyle/>
                    <a:p>
                      <a:pPr algn="r"/>
                      <a:r>
                        <a:rPr lang="en-GB" noProof="0" dirty="0"/>
                        <a:t>23 444</a:t>
                      </a:r>
                    </a:p>
                  </a:txBody>
                  <a:tcPr>
                    <a:solidFill>
                      <a:srgbClr val="DCE4F3">
                        <a:alpha val="49880"/>
                      </a:srgbClr>
                    </a:solidFill>
                  </a:tcPr>
                </a:tc>
                <a:extLst>
                  <a:ext uri="{0D108BD9-81ED-4DB2-BD59-A6C34878D82A}">
                    <a16:rowId xmlns:a16="http://schemas.microsoft.com/office/drawing/2014/main" val="145500637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a:t>Topic E</a:t>
                      </a:r>
                    </a:p>
                  </a:txBody>
                  <a:tcPr>
                    <a:solidFill>
                      <a:schemeClr val="bg1"/>
                    </a:solidFill>
                  </a:tcPr>
                </a:tc>
                <a:tc>
                  <a:txBody>
                    <a:bodyPr/>
                    <a:lstStyle/>
                    <a:p>
                      <a:pPr algn="r"/>
                      <a:r>
                        <a:rPr lang="en-GB" noProof="0" dirty="0"/>
                        <a:t>9 999</a:t>
                      </a:r>
                    </a:p>
                  </a:txBody>
                  <a:tcPr>
                    <a:solidFill>
                      <a:schemeClr val="bg1"/>
                    </a:solidFill>
                  </a:tcPr>
                </a:tc>
                <a:tc>
                  <a:txBody>
                    <a:bodyPr/>
                    <a:lstStyle/>
                    <a:p>
                      <a:pPr algn="r"/>
                      <a:r>
                        <a:rPr lang="en-GB" noProof="0" dirty="0"/>
                        <a:t>6 767</a:t>
                      </a:r>
                    </a:p>
                  </a:txBody>
                  <a:tcPr>
                    <a:solidFill>
                      <a:schemeClr val="bg1"/>
                    </a:solidFill>
                  </a:tcPr>
                </a:tc>
                <a:tc>
                  <a:txBody>
                    <a:bodyPr/>
                    <a:lstStyle/>
                    <a:p>
                      <a:pPr algn="r"/>
                      <a:r>
                        <a:rPr lang="en-GB" noProof="0" dirty="0"/>
                        <a:t>433</a:t>
                      </a:r>
                    </a:p>
                  </a:txBody>
                  <a:tcPr>
                    <a:solidFill>
                      <a:schemeClr val="bg1"/>
                    </a:solidFill>
                  </a:tcPr>
                </a:tc>
                <a:extLst>
                  <a:ext uri="{0D108BD9-81ED-4DB2-BD59-A6C34878D82A}">
                    <a16:rowId xmlns:a16="http://schemas.microsoft.com/office/drawing/2014/main" val="5517368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a:t>Topic F</a:t>
                      </a:r>
                    </a:p>
                  </a:txBody>
                  <a:tcPr>
                    <a:solidFill>
                      <a:srgbClr val="DCE4F3">
                        <a:alpha val="50466"/>
                      </a:srgbClr>
                    </a:solidFill>
                  </a:tcPr>
                </a:tc>
                <a:tc>
                  <a:txBody>
                    <a:bodyPr/>
                    <a:lstStyle/>
                    <a:p>
                      <a:pPr algn="r"/>
                      <a:r>
                        <a:rPr lang="en-GB" noProof="0" dirty="0"/>
                        <a:t>34</a:t>
                      </a:r>
                    </a:p>
                  </a:txBody>
                  <a:tcPr>
                    <a:solidFill>
                      <a:srgbClr val="DCE4F3">
                        <a:alpha val="50466"/>
                      </a:srgbClr>
                    </a:solidFill>
                  </a:tcPr>
                </a:tc>
                <a:tc>
                  <a:txBody>
                    <a:bodyPr/>
                    <a:lstStyle/>
                    <a:p>
                      <a:pPr algn="r"/>
                      <a:r>
                        <a:rPr lang="en-GB" noProof="0" dirty="0"/>
                        <a:t>5</a:t>
                      </a:r>
                    </a:p>
                  </a:txBody>
                  <a:tcPr>
                    <a:solidFill>
                      <a:srgbClr val="DCE4F3">
                        <a:alpha val="50466"/>
                      </a:srgbClr>
                    </a:solidFill>
                  </a:tcPr>
                </a:tc>
                <a:tc>
                  <a:txBody>
                    <a:bodyPr/>
                    <a:lstStyle/>
                    <a:p>
                      <a:pPr algn="r"/>
                      <a:r>
                        <a:rPr lang="en-GB" noProof="0" dirty="0"/>
                        <a:t>33</a:t>
                      </a:r>
                    </a:p>
                  </a:txBody>
                  <a:tcPr>
                    <a:solidFill>
                      <a:srgbClr val="DCE4F3">
                        <a:alpha val="50466"/>
                      </a:srgbClr>
                    </a:solidFill>
                  </a:tcPr>
                </a:tc>
                <a:extLst>
                  <a:ext uri="{0D108BD9-81ED-4DB2-BD59-A6C34878D82A}">
                    <a16:rowId xmlns:a16="http://schemas.microsoft.com/office/drawing/2014/main" val="366380405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a:t>Topic G</a:t>
                      </a:r>
                    </a:p>
                  </a:txBody>
                  <a:tcPr>
                    <a:solidFill>
                      <a:schemeClr val="bg1"/>
                    </a:solidFill>
                  </a:tcPr>
                </a:tc>
                <a:tc>
                  <a:txBody>
                    <a:bodyPr/>
                    <a:lstStyle/>
                    <a:p>
                      <a:pPr algn="r"/>
                      <a:r>
                        <a:rPr lang="en-GB" noProof="0" dirty="0"/>
                        <a:t>9 999</a:t>
                      </a:r>
                    </a:p>
                  </a:txBody>
                  <a:tcPr>
                    <a:solidFill>
                      <a:schemeClr val="bg1"/>
                    </a:solidFill>
                  </a:tcPr>
                </a:tc>
                <a:tc>
                  <a:txBody>
                    <a:bodyPr/>
                    <a:lstStyle/>
                    <a:p>
                      <a:pPr algn="r"/>
                      <a:r>
                        <a:rPr lang="en-GB" noProof="0" dirty="0"/>
                        <a:t>6 767</a:t>
                      </a:r>
                    </a:p>
                  </a:txBody>
                  <a:tcPr>
                    <a:solidFill>
                      <a:schemeClr val="bg1"/>
                    </a:solidFill>
                  </a:tcPr>
                </a:tc>
                <a:tc>
                  <a:txBody>
                    <a:bodyPr/>
                    <a:lstStyle/>
                    <a:p>
                      <a:pPr algn="r"/>
                      <a:r>
                        <a:rPr lang="en-GB" noProof="0" dirty="0"/>
                        <a:t>433</a:t>
                      </a:r>
                    </a:p>
                  </a:txBody>
                  <a:tcPr>
                    <a:solidFill>
                      <a:schemeClr val="bg1"/>
                    </a:solidFill>
                  </a:tcPr>
                </a:tc>
                <a:extLst>
                  <a:ext uri="{0D108BD9-81ED-4DB2-BD59-A6C34878D82A}">
                    <a16:rowId xmlns:a16="http://schemas.microsoft.com/office/drawing/2014/main" val="278273599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a:t>Topic H</a:t>
                      </a:r>
                    </a:p>
                  </a:txBody>
                  <a:tcPr>
                    <a:solidFill>
                      <a:srgbClr val="DCE4F3">
                        <a:alpha val="49526"/>
                      </a:srgbClr>
                    </a:solidFill>
                  </a:tcPr>
                </a:tc>
                <a:tc>
                  <a:txBody>
                    <a:bodyPr/>
                    <a:lstStyle/>
                    <a:p>
                      <a:pPr algn="r"/>
                      <a:r>
                        <a:rPr lang="en-GB" b="0" noProof="0" dirty="0"/>
                        <a:t>34</a:t>
                      </a:r>
                    </a:p>
                  </a:txBody>
                  <a:tcPr>
                    <a:solidFill>
                      <a:srgbClr val="DCE4F3">
                        <a:alpha val="49526"/>
                      </a:srgbClr>
                    </a:solidFill>
                  </a:tcPr>
                </a:tc>
                <a:tc>
                  <a:txBody>
                    <a:bodyPr/>
                    <a:lstStyle/>
                    <a:p>
                      <a:pPr algn="r"/>
                      <a:r>
                        <a:rPr lang="en-GB" b="0" noProof="0" dirty="0"/>
                        <a:t>5</a:t>
                      </a:r>
                    </a:p>
                  </a:txBody>
                  <a:tcPr>
                    <a:solidFill>
                      <a:srgbClr val="DCE4F3">
                        <a:alpha val="49526"/>
                      </a:srgbClr>
                    </a:solidFill>
                  </a:tcPr>
                </a:tc>
                <a:tc>
                  <a:txBody>
                    <a:bodyPr/>
                    <a:lstStyle/>
                    <a:p>
                      <a:pPr algn="r"/>
                      <a:r>
                        <a:rPr lang="en-GB" b="0" noProof="0" dirty="0"/>
                        <a:t>33</a:t>
                      </a:r>
                    </a:p>
                  </a:txBody>
                  <a:tcPr>
                    <a:solidFill>
                      <a:srgbClr val="DCE4F3">
                        <a:alpha val="49526"/>
                      </a:srgbClr>
                    </a:solidFill>
                  </a:tcPr>
                </a:tc>
                <a:extLst>
                  <a:ext uri="{0D108BD9-81ED-4DB2-BD59-A6C34878D82A}">
                    <a16:rowId xmlns:a16="http://schemas.microsoft.com/office/drawing/2014/main" val="1118521571"/>
                  </a:ext>
                </a:extLst>
              </a:tr>
            </a:tbl>
          </a:graphicData>
        </a:graphic>
      </p:graphicFrame>
    </p:spTree>
    <p:extLst>
      <p:ext uri="{BB962C8B-B14F-4D97-AF65-F5344CB8AC3E}">
        <p14:creationId xmlns:p14="http://schemas.microsoft.com/office/powerpoint/2010/main" val="111484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6CB55A49-2522-7A92-DFC7-F89FEEB8FE62}"/>
              </a:ext>
            </a:extLst>
          </p:cNvPr>
          <p:cNvSpPr>
            <a:spLocks noGrp="1"/>
          </p:cNvSpPr>
          <p:nvPr>
            <p:ph type="title"/>
          </p:nvPr>
        </p:nvSpPr>
        <p:spPr/>
        <p:txBody>
          <a:bodyPr/>
          <a:lstStyle/>
          <a:p>
            <a:r>
              <a:rPr lang="en-GB" noProof="0" dirty="0"/>
              <a:t>Template for slide with video in 16:9 format</a:t>
            </a:r>
          </a:p>
        </p:txBody>
      </p:sp>
      <p:sp>
        <p:nvSpPr>
          <p:cNvPr id="9" name="Medienplatzhalter 8">
            <a:extLst>
              <a:ext uri="{FF2B5EF4-FFF2-40B4-BE49-F238E27FC236}">
                <a16:creationId xmlns:a16="http://schemas.microsoft.com/office/drawing/2014/main" id="{1479611F-E9DF-AE99-6C7B-0BBFABCB7D07}"/>
              </a:ext>
              <a:ext uri="{C183D7F6-B498-43B3-948B-1728B52AA6E4}">
                <adec:decorative xmlns:adec="http://schemas.microsoft.com/office/drawing/2017/decorative" val="1"/>
              </a:ext>
            </a:extLst>
          </p:cNvPr>
          <p:cNvSpPr>
            <a:spLocks noGrp="1"/>
          </p:cNvSpPr>
          <p:nvPr>
            <p:ph type="media" sz="quarter" idx="19"/>
          </p:nvPr>
        </p:nvSpPr>
        <p:spPr/>
        <p:txBody>
          <a:bodyPr/>
          <a:lstStyle/>
          <a:p>
            <a:endParaRPr lang="en-GB" noProof="0" dirty="0"/>
          </a:p>
        </p:txBody>
      </p:sp>
      <p:sp>
        <p:nvSpPr>
          <p:cNvPr id="26" name="Textplatzhalter 25">
            <a:extLst>
              <a:ext uri="{FF2B5EF4-FFF2-40B4-BE49-F238E27FC236}">
                <a16:creationId xmlns:a16="http://schemas.microsoft.com/office/drawing/2014/main" id="{ADDE8F29-3FE5-78E9-F0D0-4C0497031136}"/>
              </a:ext>
            </a:extLst>
          </p:cNvPr>
          <p:cNvSpPr>
            <a:spLocks noGrp="1"/>
          </p:cNvSpPr>
          <p:nvPr>
            <p:ph type="body" sz="quarter" idx="15"/>
          </p:nvPr>
        </p:nvSpPr>
        <p:spPr/>
        <p:txBody>
          <a:bodyPr/>
          <a:lstStyle/>
          <a:p>
            <a:r>
              <a:rPr lang="en-GB" noProof="0" dirty="0"/>
              <a:t>Caption</a:t>
            </a:r>
          </a:p>
        </p:txBody>
      </p:sp>
    </p:spTree>
    <p:extLst>
      <p:ext uri="{BB962C8B-B14F-4D97-AF65-F5344CB8AC3E}">
        <p14:creationId xmlns:p14="http://schemas.microsoft.com/office/powerpoint/2010/main" val="2389554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5366C"/>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D37376-15E6-5B27-DD52-853B32CE89D4}"/>
              </a:ext>
            </a:extLst>
          </p:cNvPr>
          <p:cNvSpPr>
            <a:spLocks noGrp="1"/>
          </p:cNvSpPr>
          <p:nvPr>
            <p:ph type="title"/>
          </p:nvPr>
        </p:nvSpPr>
        <p:spPr>
          <a:xfrm>
            <a:off x="407988" y="260350"/>
            <a:ext cx="11376026" cy="1080000"/>
          </a:xfrm>
        </p:spPr>
        <p:txBody>
          <a:bodyPr/>
          <a:lstStyle/>
          <a:p>
            <a:r>
              <a:rPr lang="en-GB" noProof="0" dirty="0"/>
              <a:t>Questions and discussion.</a:t>
            </a:r>
          </a:p>
        </p:txBody>
      </p:sp>
    </p:spTree>
    <p:extLst>
      <p:ext uri="{BB962C8B-B14F-4D97-AF65-F5344CB8AC3E}">
        <p14:creationId xmlns:p14="http://schemas.microsoft.com/office/powerpoint/2010/main" val="10615105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5366C"/>
        </a:solidFill>
        <a:effectLst/>
      </p:bgPr>
    </p:b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4BF42EB3-BB69-86FD-E79C-B8E0A6B3CEF0}"/>
              </a:ext>
            </a:extLst>
          </p:cNvPr>
          <p:cNvSpPr>
            <a:spLocks noGrp="1"/>
          </p:cNvSpPr>
          <p:nvPr>
            <p:ph type="title"/>
          </p:nvPr>
        </p:nvSpPr>
        <p:spPr>
          <a:xfrm>
            <a:off x="407989" y="736601"/>
            <a:ext cx="3600000" cy="144000"/>
          </a:xfrm>
        </p:spPr>
        <p:txBody>
          <a:bodyPr/>
          <a:lstStyle/>
          <a:p>
            <a:r>
              <a:rPr lang="en-GB" noProof="0" dirty="0"/>
              <a:t>ZHAW School of Engineering</a:t>
            </a:r>
          </a:p>
        </p:txBody>
      </p:sp>
      <p:sp>
        <p:nvSpPr>
          <p:cNvPr id="4" name="Textplatzhalter 3">
            <a:extLst>
              <a:ext uri="{FF2B5EF4-FFF2-40B4-BE49-F238E27FC236}">
                <a16:creationId xmlns:a16="http://schemas.microsoft.com/office/drawing/2014/main" id="{C4F67FCF-BE52-C1A1-7186-48DA9199178B}"/>
              </a:ext>
            </a:extLst>
          </p:cNvPr>
          <p:cNvSpPr>
            <a:spLocks noGrp="1"/>
          </p:cNvSpPr>
          <p:nvPr>
            <p:ph type="body" sz="quarter" idx="12"/>
          </p:nvPr>
        </p:nvSpPr>
        <p:spPr>
          <a:xfrm>
            <a:off x="407989" y="883725"/>
            <a:ext cx="3600450" cy="5029714"/>
          </a:xfrm>
        </p:spPr>
        <p:txBody>
          <a:bodyPr/>
          <a:lstStyle/>
          <a:p>
            <a:r>
              <a:rPr lang="en-GB" noProof="0" dirty="0"/>
              <a:t>Organisational unit</a:t>
            </a:r>
          </a:p>
          <a:p>
            <a:endParaRPr lang="en-GB" noProof="0" dirty="0"/>
          </a:p>
          <a:p>
            <a:r>
              <a:rPr lang="en-GB" noProof="0" dirty="0"/>
              <a:t>Name</a:t>
            </a:r>
          </a:p>
          <a:p>
            <a:r>
              <a:rPr lang="en-GB" noProof="0" dirty="0"/>
              <a:t>Position</a:t>
            </a:r>
          </a:p>
          <a:p>
            <a:r>
              <a:rPr lang="en-GB" noProof="0" dirty="0" err="1"/>
              <a:t>Technikumstrasse</a:t>
            </a:r>
            <a:r>
              <a:rPr lang="en-GB" noProof="0" dirty="0"/>
              <a:t> 9 | PO Box</a:t>
            </a:r>
          </a:p>
          <a:p>
            <a:r>
              <a:rPr lang="en-GB" noProof="0" dirty="0"/>
              <a:t>8401 Winterthur, Switzerland</a:t>
            </a:r>
          </a:p>
          <a:p>
            <a:r>
              <a:rPr lang="en-GB" noProof="0" dirty="0"/>
              <a:t>Tel. +41 00 000 00 00</a:t>
            </a:r>
          </a:p>
          <a:p>
            <a:r>
              <a:rPr lang="en-GB" noProof="0" dirty="0"/>
              <a:t>e-mail@zhaw.ch</a:t>
            </a:r>
          </a:p>
          <a:p>
            <a:r>
              <a:rPr lang="en-GB" noProof="0" dirty="0"/>
              <a:t>www.zhaw.ch/engineering</a:t>
            </a:r>
          </a:p>
        </p:txBody>
      </p:sp>
    </p:spTree>
    <p:extLst>
      <p:ext uri="{BB962C8B-B14F-4D97-AF65-F5344CB8AC3E}">
        <p14:creationId xmlns:p14="http://schemas.microsoft.com/office/powerpoint/2010/main" val="27868188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E7578-01C4-67A1-C3A0-02C16DA1D41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5C4BDEC-25F4-6ABF-9B2E-61E04D206B31}"/>
              </a:ext>
            </a:extLst>
          </p:cNvPr>
          <p:cNvSpPr>
            <a:spLocks noGrp="1"/>
          </p:cNvSpPr>
          <p:nvPr>
            <p:ph type="title"/>
          </p:nvPr>
        </p:nvSpPr>
        <p:spPr>
          <a:xfrm>
            <a:off x="407988" y="260350"/>
            <a:ext cx="11376026" cy="1080000"/>
          </a:xfrm>
        </p:spPr>
        <p:txBody>
          <a:bodyPr/>
          <a:lstStyle/>
          <a:p>
            <a:r>
              <a:rPr lang="en-GB" noProof="0" dirty="0"/>
              <a:t>Notes on slide design</a:t>
            </a:r>
          </a:p>
        </p:txBody>
      </p:sp>
      <p:sp>
        <p:nvSpPr>
          <p:cNvPr id="5" name="Textplatzhalter 4">
            <a:extLst>
              <a:ext uri="{FF2B5EF4-FFF2-40B4-BE49-F238E27FC236}">
                <a16:creationId xmlns:a16="http://schemas.microsoft.com/office/drawing/2014/main" id="{87D6445B-C625-4979-EB8D-92FF939E62BA}"/>
              </a:ext>
            </a:extLst>
          </p:cNvPr>
          <p:cNvSpPr>
            <a:spLocks noGrp="1"/>
          </p:cNvSpPr>
          <p:nvPr>
            <p:ph type="body" sz="quarter" idx="13"/>
          </p:nvPr>
        </p:nvSpPr>
        <p:spPr>
          <a:xfrm>
            <a:off x="407988" y="1557338"/>
            <a:ext cx="11376025" cy="4356100"/>
          </a:xfrm>
        </p:spPr>
        <p:txBody>
          <a:bodyPr/>
          <a:lstStyle/>
          <a:p>
            <a:r>
              <a:rPr lang="en-GB" noProof="0" dirty="0"/>
              <a:t>The ZHAW’s presentations are simple, clear and professional. Please do not include any wild animations, emojis, clip art, etc. </a:t>
            </a:r>
          </a:p>
          <a:p>
            <a:r>
              <a:rPr lang="en-GB" noProof="0" dirty="0"/>
              <a:t>Only the new ZHAW colours in line with the new corporate design are to be used. The colours are already stored in this template (see instructions at the end). </a:t>
            </a:r>
          </a:p>
          <a:p>
            <a:r>
              <a:rPr lang="en-GB" noProof="0" dirty="0"/>
              <a:t>No more than two colours plus one accent colour should be combined per document. This template combines ‘ZHAW’, ‘Night’ and ‘Sky’.</a:t>
            </a:r>
          </a:p>
          <a:p>
            <a:r>
              <a:rPr lang="en-GB" noProof="0" dirty="0"/>
              <a:t>The font used in presentations is Arial. Make sure the font size is clearly legible (generally, </a:t>
            </a:r>
            <a:br>
              <a:rPr lang="en-GB" noProof="0" dirty="0"/>
            </a:br>
            <a:r>
              <a:rPr lang="en-GB" noProof="0" dirty="0"/>
              <a:t>20 points). The previous ZHAW corporate typeface (Helvetica Rounded Bold) is no longer used. </a:t>
            </a:r>
          </a:p>
          <a:p>
            <a:r>
              <a:rPr lang="en-GB" noProof="0" dirty="0"/>
              <a:t>Body text on a light slide background is black. Body text on a dark slide background is white. Colours other than white or black are not used for body text. The lettering is never backed with shadows or contours. </a:t>
            </a:r>
          </a:p>
        </p:txBody>
      </p:sp>
      <p:sp>
        <p:nvSpPr>
          <p:cNvPr id="3" name="Fußzeilenplatzhalter 2">
            <a:extLst>
              <a:ext uri="{FF2B5EF4-FFF2-40B4-BE49-F238E27FC236}">
                <a16:creationId xmlns:a16="http://schemas.microsoft.com/office/drawing/2014/main" id="{6E84F980-DCF1-C244-0A18-74C65FC897A2}"/>
              </a:ext>
            </a:extLst>
          </p:cNvPr>
          <p:cNvSpPr>
            <a:spLocks noGrp="1"/>
          </p:cNvSpPr>
          <p:nvPr>
            <p:ph type="ftr" sz="quarter" idx="11"/>
          </p:nvPr>
        </p:nvSpPr>
        <p:spPr>
          <a:xfrm>
            <a:off x="407987" y="6299296"/>
            <a:ext cx="9432925" cy="216000"/>
          </a:xfrm>
        </p:spPr>
        <p:txBody>
          <a:bodyPr/>
          <a:lstStyle/>
          <a:p>
            <a:r>
              <a:rPr lang="en-GB" noProof="0" dirty="0"/>
              <a:t>ZHAW School of Engineering | Institute | Document name</a:t>
            </a:r>
          </a:p>
        </p:txBody>
      </p:sp>
      <p:sp>
        <p:nvSpPr>
          <p:cNvPr id="4" name="Foliennummernplatzhalter 3">
            <a:extLst>
              <a:ext uri="{FF2B5EF4-FFF2-40B4-BE49-F238E27FC236}">
                <a16:creationId xmlns:a16="http://schemas.microsoft.com/office/drawing/2014/main" id="{9E092A26-DA93-7BCC-C3DC-73BC7F18C356}"/>
              </a:ext>
              <a:ext uri="{C183D7F6-B498-43B3-948B-1728B52AA6E4}">
                <adec:decorative xmlns:adec="http://schemas.microsoft.com/office/drawing/2017/decorative" val="0"/>
              </a:ext>
            </a:extLst>
          </p:cNvPr>
          <p:cNvSpPr>
            <a:spLocks noGrp="1"/>
          </p:cNvSpPr>
          <p:nvPr>
            <p:ph type="sldNum" sz="quarter" idx="12"/>
          </p:nvPr>
        </p:nvSpPr>
        <p:spPr>
          <a:xfrm>
            <a:off x="10128249" y="6293853"/>
            <a:ext cx="1655751" cy="216000"/>
          </a:xfrm>
        </p:spPr>
        <p:txBody>
          <a:bodyPr/>
          <a:lstStyle/>
          <a:p>
            <a:fld id="{A5BA4405-8D4E-49B7-BDA6-6F19819F4CEB}" type="slidenum">
              <a:rPr lang="en-GB" noProof="0" smtClean="0"/>
              <a:pPr/>
              <a:t>23</a:t>
            </a:fld>
            <a:endParaRPr lang="en-GB" noProof="0" dirty="0"/>
          </a:p>
        </p:txBody>
      </p:sp>
    </p:spTree>
    <p:extLst>
      <p:ext uri="{BB962C8B-B14F-4D97-AF65-F5344CB8AC3E}">
        <p14:creationId xmlns:p14="http://schemas.microsoft.com/office/powerpoint/2010/main" val="35810473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49D37-8998-EA43-D26F-B2F426DE758B}"/>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E4590ED8-F420-F63F-5F8B-72F6FCE438C5}"/>
              </a:ext>
            </a:extLst>
          </p:cNvPr>
          <p:cNvSpPr>
            <a:spLocks noGrp="1"/>
          </p:cNvSpPr>
          <p:nvPr>
            <p:ph type="title"/>
          </p:nvPr>
        </p:nvSpPr>
        <p:spPr>
          <a:xfrm>
            <a:off x="407988" y="260350"/>
            <a:ext cx="11376026" cy="1080000"/>
          </a:xfrm>
        </p:spPr>
        <p:txBody>
          <a:bodyPr/>
          <a:lstStyle/>
          <a:p>
            <a:r>
              <a:rPr lang="en-GB" noProof="0" dirty="0"/>
              <a:t>Colour instructions</a:t>
            </a:r>
          </a:p>
        </p:txBody>
      </p:sp>
      <p:sp>
        <p:nvSpPr>
          <p:cNvPr id="4" name="Textplatzhalter 3">
            <a:extLst>
              <a:ext uri="{FF2B5EF4-FFF2-40B4-BE49-F238E27FC236}">
                <a16:creationId xmlns:a16="http://schemas.microsoft.com/office/drawing/2014/main" id="{A8C10C78-D866-9E9A-2402-40659CBDF7FE}"/>
              </a:ext>
            </a:extLst>
          </p:cNvPr>
          <p:cNvSpPr>
            <a:spLocks noGrp="1"/>
          </p:cNvSpPr>
          <p:nvPr>
            <p:ph type="body" sz="quarter" idx="13"/>
          </p:nvPr>
        </p:nvSpPr>
        <p:spPr>
          <a:xfrm>
            <a:off x="407989" y="1557338"/>
            <a:ext cx="9432924" cy="4356100"/>
          </a:xfrm>
        </p:spPr>
        <p:txBody>
          <a:bodyPr/>
          <a:lstStyle/>
          <a:p>
            <a:r>
              <a:rPr lang="en-GB" sz="1700" noProof="0" dirty="0"/>
              <a:t>Only the new ZHAW colours in line with the new CD may be used. The ZHAW colours are stored in this template and can be selected by clicking on them. (Colours </a:t>
            </a:r>
            <a:r>
              <a:rPr lang="en-GB" sz="1700" dirty="0">
                <a:sym typeface="Wingdings" pitchFamily="2" charset="2"/>
              </a:rPr>
              <a:t></a:t>
            </a:r>
            <a:r>
              <a:rPr lang="en-GB" sz="1700" noProof="0" dirty="0"/>
              <a:t> user-defined colours). </a:t>
            </a:r>
          </a:p>
          <a:p>
            <a:r>
              <a:rPr lang="en-GB" sz="1700" noProof="0" dirty="0"/>
              <a:t>No more than two colours should be combined per document. This template combines the blue tones of ‘ZHAW’, ‘Night’ (dark blue) and ‘Sky’ (light blue). </a:t>
            </a:r>
          </a:p>
          <a:p>
            <a:r>
              <a:rPr lang="en-GB" sz="1700" noProof="0" dirty="0"/>
              <a:t>Not all colour combinations are high-contrast enough to be accessible. The ZHAW CC CD manual contains detailed instructions on this. </a:t>
            </a:r>
          </a:p>
          <a:p>
            <a:r>
              <a:rPr lang="en-GB" sz="1700" noProof="0" dirty="0"/>
              <a:t>Body text on white/light slides may only be black. Body text on dark slides may only be white. </a:t>
            </a:r>
          </a:p>
          <a:p>
            <a:r>
              <a:rPr lang="en-GB" sz="1700" noProof="0" dirty="0"/>
              <a:t>Coloured lettering may only be used within coloured connectors, e.g. on the title slide. The lettering will then be the same colour as the slide background. In this template, that means ‘Night’ or ‘Sky’.</a:t>
            </a:r>
          </a:p>
        </p:txBody>
      </p:sp>
      <p:grpSp>
        <p:nvGrpSpPr>
          <p:cNvPr id="10" name="Gruppieren 9">
            <a:extLst>
              <a:ext uri="{FF2B5EF4-FFF2-40B4-BE49-F238E27FC236}">
                <a16:creationId xmlns:a16="http://schemas.microsoft.com/office/drawing/2014/main" id="{53500C58-B2C3-EAD8-ABE4-5D4EF7E63F25}"/>
              </a:ext>
              <a:ext uri="{C183D7F6-B498-43B3-948B-1728B52AA6E4}">
                <adec:decorative xmlns:adec="http://schemas.microsoft.com/office/drawing/2017/decorative" val="1"/>
              </a:ext>
            </a:extLst>
          </p:cNvPr>
          <p:cNvGrpSpPr/>
          <p:nvPr/>
        </p:nvGrpSpPr>
        <p:grpSpPr>
          <a:xfrm>
            <a:off x="9642765" y="1557338"/>
            <a:ext cx="2141248" cy="3319462"/>
            <a:chOff x="9253207" y="2291537"/>
            <a:chExt cx="1893906" cy="3001550"/>
          </a:xfrm>
        </p:grpSpPr>
        <p:pic>
          <p:nvPicPr>
            <p:cNvPr id="6" name="Grafik 5">
              <a:extLst>
                <a:ext uri="{FF2B5EF4-FFF2-40B4-BE49-F238E27FC236}">
                  <a16:creationId xmlns:a16="http://schemas.microsoft.com/office/drawing/2014/main" id="{671A759A-D85B-912C-3D94-AE0516517D26}"/>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9618362" y="2291537"/>
              <a:ext cx="1528751" cy="2800175"/>
            </a:xfrm>
            <a:prstGeom prst="rect">
              <a:avLst/>
            </a:prstGeom>
          </p:spPr>
        </p:pic>
        <p:sp>
          <p:nvSpPr>
            <p:cNvPr id="7" name="Oval 6">
              <a:extLst>
                <a:ext uri="{FF2B5EF4-FFF2-40B4-BE49-F238E27FC236}">
                  <a16:creationId xmlns:a16="http://schemas.microsoft.com/office/drawing/2014/main" id="{A0026272-6964-5A92-6680-1ACA90D4E46B}"/>
                </a:ext>
              </a:extLst>
            </p:cNvPr>
            <p:cNvSpPr/>
            <p:nvPr/>
          </p:nvSpPr>
          <p:spPr>
            <a:xfrm>
              <a:off x="10046971" y="4354830"/>
              <a:ext cx="937260" cy="938257"/>
            </a:xfrm>
            <a:prstGeom prst="ellipse">
              <a:avLst/>
            </a:prstGeom>
            <a:noFill/>
            <a:ln w="38100">
              <a:solidFill>
                <a:srgbClr val="BE00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9" name="Gerade Verbindung mit Pfeil 8">
              <a:extLst>
                <a:ext uri="{FF2B5EF4-FFF2-40B4-BE49-F238E27FC236}">
                  <a16:creationId xmlns:a16="http://schemas.microsoft.com/office/drawing/2014/main" id="{4152F99D-9922-0A13-3327-FEEF20A7C0E7}"/>
                </a:ext>
              </a:extLst>
            </p:cNvPr>
            <p:cNvCxnSpPr>
              <a:cxnSpLocks/>
            </p:cNvCxnSpPr>
            <p:nvPr/>
          </p:nvCxnSpPr>
          <p:spPr>
            <a:xfrm>
              <a:off x="9253207" y="3742999"/>
              <a:ext cx="793764" cy="864737"/>
            </a:xfrm>
            <a:prstGeom prst="straightConnector1">
              <a:avLst/>
            </a:prstGeom>
            <a:ln w="63500">
              <a:solidFill>
                <a:srgbClr val="BE0083"/>
              </a:solidFill>
              <a:tailEnd type="triangle"/>
            </a:ln>
          </p:spPr>
          <p:style>
            <a:lnRef idx="1">
              <a:schemeClr val="accent1"/>
            </a:lnRef>
            <a:fillRef idx="0">
              <a:schemeClr val="accent1"/>
            </a:fillRef>
            <a:effectRef idx="0">
              <a:schemeClr val="accent1"/>
            </a:effectRef>
            <a:fontRef idx="minor">
              <a:schemeClr val="tx1"/>
            </a:fontRef>
          </p:style>
        </p:cxnSp>
      </p:grpSp>
      <p:sp>
        <p:nvSpPr>
          <p:cNvPr id="3" name="Fußzeilenplatzhalter 2">
            <a:extLst>
              <a:ext uri="{FF2B5EF4-FFF2-40B4-BE49-F238E27FC236}">
                <a16:creationId xmlns:a16="http://schemas.microsoft.com/office/drawing/2014/main" id="{48AE29EF-EBE0-E40F-D830-93EFC8178849}"/>
              </a:ext>
            </a:extLst>
          </p:cNvPr>
          <p:cNvSpPr>
            <a:spLocks noGrp="1"/>
          </p:cNvSpPr>
          <p:nvPr>
            <p:ph type="ftr" sz="quarter" idx="11"/>
          </p:nvPr>
        </p:nvSpPr>
        <p:spPr>
          <a:xfrm>
            <a:off x="407987" y="6299296"/>
            <a:ext cx="9432925" cy="216000"/>
          </a:xfrm>
        </p:spPr>
        <p:txBody>
          <a:bodyPr/>
          <a:lstStyle/>
          <a:p>
            <a:pPr lvl="0"/>
            <a:r>
              <a:rPr lang="en-GB" noProof="0" dirty="0"/>
              <a:t>ZHAW School of Engineering | Institute | Document name</a:t>
            </a:r>
          </a:p>
        </p:txBody>
      </p:sp>
      <p:sp>
        <p:nvSpPr>
          <p:cNvPr id="2" name="Foliennummernplatzhalter 1">
            <a:extLst>
              <a:ext uri="{FF2B5EF4-FFF2-40B4-BE49-F238E27FC236}">
                <a16:creationId xmlns:a16="http://schemas.microsoft.com/office/drawing/2014/main" id="{E468B9CC-8427-7C43-2E93-8D504CAD49BD}"/>
              </a:ext>
            </a:extLst>
          </p:cNvPr>
          <p:cNvSpPr>
            <a:spLocks noGrp="1"/>
          </p:cNvSpPr>
          <p:nvPr>
            <p:ph type="sldNum" sz="quarter" idx="12"/>
          </p:nvPr>
        </p:nvSpPr>
        <p:spPr>
          <a:xfrm>
            <a:off x="10128249" y="6293853"/>
            <a:ext cx="1655751" cy="216000"/>
          </a:xfrm>
        </p:spPr>
        <p:txBody>
          <a:bodyPr/>
          <a:lstStyle/>
          <a:p>
            <a:pPr lvl="0"/>
            <a:fld id="{A5BA4405-8D4E-49B7-BDA6-6F19819F4CEB}" type="slidenum">
              <a:rPr lang="en-GB" noProof="0" smtClean="0"/>
              <a:pPr lvl="0"/>
              <a:t>24</a:t>
            </a:fld>
            <a:endParaRPr lang="en-GB" noProof="0" dirty="0"/>
          </a:p>
        </p:txBody>
      </p:sp>
    </p:spTree>
    <p:extLst>
      <p:ext uri="{BB962C8B-B14F-4D97-AF65-F5344CB8AC3E}">
        <p14:creationId xmlns:p14="http://schemas.microsoft.com/office/powerpoint/2010/main" val="16821478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09F5F4-011C-F2CD-8352-5E5AFB3D62DA}"/>
              </a:ext>
            </a:extLst>
          </p:cNvPr>
          <p:cNvSpPr>
            <a:spLocks noGrp="1"/>
          </p:cNvSpPr>
          <p:nvPr>
            <p:ph type="title"/>
          </p:nvPr>
        </p:nvSpPr>
        <p:spPr>
          <a:xfrm>
            <a:off x="407988" y="260350"/>
            <a:ext cx="11376026" cy="1080000"/>
          </a:xfrm>
        </p:spPr>
        <p:txBody>
          <a:bodyPr/>
          <a:lstStyle/>
          <a:p>
            <a:r>
              <a:rPr lang="en-GB" noProof="0" dirty="0"/>
              <a:t>Title slide instructions</a:t>
            </a:r>
          </a:p>
        </p:txBody>
      </p:sp>
      <p:sp>
        <p:nvSpPr>
          <p:cNvPr id="4" name="Textplatzhalter 3">
            <a:extLst>
              <a:ext uri="{FF2B5EF4-FFF2-40B4-BE49-F238E27FC236}">
                <a16:creationId xmlns:a16="http://schemas.microsoft.com/office/drawing/2014/main" id="{3B7F189F-6D0C-A19A-8CE8-03A6F6BE7B79}"/>
              </a:ext>
            </a:extLst>
          </p:cNvPr>
          <p:cNvSpPr>
            <a:spLocks noGrp="1"/>
          </p:cNvSpPr>
          <p:nvPr>
            <p:ph type="body" sz="quarter" idx="13"/>
          </p:nvPr>
        </p:nvSpPr>
        <p:spPr>
          <a:xfrm>
            <a:off x="407989" y="1557338"/>
            <a:ext cx="9432924" cy="4356100"/>
          </a:xfrm>
        </p:spPr>
        <p:txBody>
          <a:bodyPr/>
          <a:lstStyle/>
          <a:p>
            <a:r>
              <a:rPr lang="en-GB" sz="1700" noProof="0" dirty="0"/>
              <a:t>This template contains several variants for the title slide (each with ‘Structure’ or ‘Image’). </a:t>
            </a:r>
            <a:br>
              <a:rPr lang="en-GB" sz="1700" noProof="0" dirty="0"/>
            </a:br>
            <a:r>
              <a:rPr lang="en-GB" sz="1700" noProof="0" dirty="0"/>
              <a:t>In the ‘Image’ variants, the image can be exchanged and cropped. Please ensure alignment with the guides. </a:t>
            </a:r>
          </a:p>
          <a:p>
            <a:r>
              <a:rPr lang="en-GB" sz="1700" noProof="0" dirty="0"/>
              <a:t>Show guides: View </a:t>
            </a:r>
            <a:r>
              <a:rPr lang="en-GB" sz="1700" dirty="0">
                <a:sym typeface="Wingdings" pitchFamily="2" charset="2"/>
              </a:rPr>
              <a:t></a:t>
            </a:r>
            <a:r>
              <a:rPr lang="en-GB" sz="1700" noProof="0" dirty="0"/>
              <a:t> Gridlines and guides </a:t>
            </a:r>
            <a:r>
              <a:rPr lang="en-GB" sz="1700" dirty="0">
                <a:sym typeface="Wingdings" pitchFamily="2" charset="2"/>
              </a:rPr>
              <a:t></a:t>
            </a:r>
            <a:r>
              <a:rPr lang="en-GB" sz="1700" noProof="0" dirty="0"/>
              <a:t> Guides.  </a:t>
            </a:r>
          </a:p>
          <a:p>
            <a:r>
              <a:rPr lang="en-GB" sz="1700" noProof="0" dirty="0"/>
              <a:t>The position of the coloured connector element (‘presentation title’) and the text placeholder for subtitles can be changed. </a:t>
            </a:r>
          </a:p>
          <a:p>
            <a:r>
              <a:rPr lang="en-GB" sz="1700" noProof="0" dirty="0"/>
              <a:t>Important: the connector should ‘connect’ the colour area with the image. It therefore always sits (ideally in the middle) on the edge between the image and the colour area. </a:t>
            </a:r>
          </a:p>
        </p:txBody>
      </p:sp>
      <p:sp>
        <p:nvSpPr>
          <p:cNvPr id="2" name="Fußzeilenplatzhalter 1">
            <a:extLst>
              <a:ext uri="{FF2B5EF4-FFF2-40B4-BE49-F238E27FC236}">
                <a16:creationId xmlns:a16="http://schemas.microsoft.com/office/drawing/2014/main" id="{5408DEEB-ED33-4C4C-32E4-176CA28EDC5A}"/>
              </a:ext>
            </a:extLst>
          </p:cNvPr>
          <p:cNvSpPr>
            <a:spLocks noGrp="1"/>
          </p:cNvSpPr>
          <p:nvPr>
            <p:ph type="ftr" sz="quarter" idx="11"/>
          </p:nvPr>
        </p:nvSpPr>
        <p:spPr>
          <a:xfrm>
            <a:off x="407987" y="6299296"/>
            <a:ext cx="9432925" cy="216000"/>
          </a:xfrm>
        </p:spPr>
        <p:txBody>
          <a:bodyPr/>
          <a:lstStyle/>
          <a:p>
            <a:pPr lvl="0"/>
            <a:r>
              <a:rPr lang="en-GB" noProof="0" dirty="0"/>
              <a:t>ZHAW School of Engineering | Institute | Document name</a:t>
            </a:r>
          </a:p>
        </p:txBody>
      </p:sp>
      <p:sp>
        <p:nvSpPr>
          <p:cNvPr id="8" name="Foliennummernplatzhalter 7">
            <a:extLst>
              <a:ext uri="{FF2B5EF4-FFF2-40B4-BE49-F238E27FC236}">
                <a16:creationId xmlns:a16="http://schemas.microsoft.com/office/drawing/2014/main" id="{8425D5C7-9B9A-CEF1-0E2D-AF8259CD8716}"/>
              </a:ext>
            </a:extLst>
          </p:cNvPr>
          <p:cNvSpPr>
            <a:spLocks noGrp="1"/>
          </p:cNvSpPr>
          <p:nvPr>
            <p:ph type="sldNum" sz="quarter" idx="12"/>
          </p:nvPr>
        </p:nvSpPr>
        <p:spPr>
          <a:xfrm>
            <a:off x="10128249" y="6293853"/>
            <a:ext cx="1655751" cy="216000"/>
          </a:xfrm>
        </p:spPr>
        <p:txBody>
          <a:bodyPr/>
          <a:lstStyle/>
          <a:p>
            <a:fld id="{A5BA4405-8D4E-49B7-BDA6-6F19819F4CEB}" type="slidenum">
              <a:rPr lang="en-GB" noProof="0" smtClean="0"/>
              <a:pPr/>
              <a:t>25</a:t>
            </a:fld>
            <a:endParaRPr lang="en-GB" noProof="0" dirty="0"/>
          </a:p>
        </p:txBody>
      </p:sp>
    </p:spTree>
    <p:extLst>
      <p:ext uri="{BB962C8B-B14F-4D97-AF65-F5344CB8AC3E}">
        <p14:creationId xmlns:p14="http://schemas.microsoft.com/office/powerpoint/2010/main" val="2190037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099A3-925C-6AA4-DA85-327BBD1EB426}"/>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098EB1EA-41BD-98F3-31A3-0B66EA5BC314}"/>
              </a:ext>
            </a:extLst>
          </p:cNvPr>
          <p:cNvSpPr>
            <a:spLocks noGrp="1"/>
          </p:cNvSpPr>
          <p:nvPr>
            <p:ph type="title"/>
          </p:nvPr>
        </p:nvSpPr>
        <p:spPr>
          <a:xfrm>
            <a:off x="407988" y="260350"/>
            <a:ext cx="11376026" cy="1080000"/>
          </a:xfrm>
        </p:spPr>
        <p:txBody>
          <a:bodyPr/>
          <a:lstStyle/>
          <a:p>
            <a:r>
              <a:rPr lang="en-GB" noProof="0" dirty="0"/>
              <a:t>Logo and sender guidance instructions</a:t>
            </a:r>
          </a:p>
        </p:txBody>
      </p:sp>
      <p:sp>
        <p:nvSpPr>
          <p:cNvPr id="4" name="Textplatzhalter 3">
            <a:extLst>
              <a:ext uri="{FF2B5EF4-FFF2-40B4-BE49-F238E27FC236}">
                <a16:creationId xmlns:a16="http://schemas.microsoft.com/office/drawing/2014/main" id="{FD9B7A68-D16E-B270-ED35-5A18743477D9}"/>
              </a:ext>
            </a:extLst>
          </p:cNvPr>
          <p:cNvSpPr>
            <a:spLocks noGrp="1"/>
          </p:cNvSpPr>
          <p:nvPr>
            <p:ph type="body" sz="quarter" idx="13"/>
          </p:nvPr>
        </p:nvSpPr>
        <p:spPr>
          <a:xfrm>
            <a:off x="407989" y="1557338"/>
            <a:ext cx="9432924" cy="4356100"/>
          </a:xfrm>
        </p:spPr>
        <p:txBody>
          <a:bodyPr/>
          <a:lstStyle/>
          <a:p>
            <a:r>
              <a:rPr lang="en-GB" sz="1700" noProof="0" dirty="0"/>
              <a:t>The new ZHAW brand policy has been in effect since 1 January 2025. </a:t>
            </a:r>
          </a:p>
          <a:p>
            <a:r>
              <a:rPr lang="en-GB" sz="1700" noProof="0" dirty="0"/>
              <a:t>To strengthen the umbrella brand, the ZHAW logo and the school are be separated. </a:t>
            </a:r>
            <a:br>
              <a:rPr lang="en-GB" sz="1700" noProof="0" dirty="0"/>
            </a:br>
            <a:r>
              <a:rPr lang="en-GB" sz="1700" noProof="0" dirty="0"/>
              <a:t>The ZHAW logo is in the top left of all documents, while the sender (the school) </a:t>
            </a:r>
            <a:br>
              <a:rPr lang="en-GB" sz="1700" noProof="0" dirty="0"/>
            </a:br>
            <a:r>
              <a:rPr lang="en-GB" sz="1700" noProof="0" dirty="0"/>
              <a:t>is in the top right. </a:t>
            </a:r>
          </a:p>
          <a:p>
            <a:r>
              <a:rPr lang="en-GB" sz="1700" noProof="0" dirty="0"/>
              <a:t>For </a:t>
            </a:r>
            <a:r>
              <a:rPr lang="en-GB" sz="1700" noProof="0" dirty="0" err="1"/>
              <a:t>SoE</a:t>
            </a:r>
            <a:r>
              <a:rPr lang="en-GB" sz="1700" noProof="0" dirty="0"/>
              <a:t>, we use what is known as one-line sender guidance. This means that only </a:t>
            </a:r>
            <a:br>
              <a:rPr lang="en-GB" sz="1700" noProof="0" dirty="0"/>
            </a:br>
            <a:r>
              <a:rPr lang="en-GB" sz="1700" noProof="0" dirty="0"/>
              <a:t>the school acts as the sender. The old institute logos no longer exist. </a:t>
            </a:r>
          </a:p>
          <a:p>
            <a:r>
              <a:rPr lang="en-GB" sz="1700" noProof="0" dirty="0"/>
              <a:t>The institute (or the department, project group, organisational unit, etc.) </a:t>
            </a:r>
            <a:br>
              <a:rPr lang="en-GB" sz="1700" noProof="0" dirty="0"/>
            </a:br>
            <a:r>
              <a:rPr lang="en-GB" sz="1700" noProof="0" dirty="0"/>
              <a:t>can be displayed in the subtitle of the title slide and in the footer. </a:t>
            </a:r>
          </a:p>
          <a:p>
            <a:r>
              <a:rPr lang="en-GB" sz="1700" noProof="0" dirty="0"/>
              <a:t>The footer is structured as follows: </a:t>
            </a:r>
            <a:br>
              <a:rPr lang="en-GB" sz="1700" noProof="0" dirty="0"/>
            </a:br>
            <a:r>
              <a:rPr lang="en-GB" sz="1700" noProof="0" dirty="0"/>
              <a:t>ZHAW School of Engineering | Organisational unit | Document name</a:t>
            </a:r>
          </a:p>
          <a:p>
            <a:r>
              <a:rPr lang="en-GB" sz="1700" noProof="0" dirty="0"/>
              <a:t>Change footer: Insert </a:t>
            </a:r>
            <a:r>
              <a:rPr lang="en-GB" sz="1700" dirty="0">
                <a:sym typeface="Wingdings" pitchFamily="2" charset="2"/>
              </a:rPr>
              <a:t></a:t>
            </a:r>
            <a:r>
              <a:rPr lang="en-GB" sz="1700" noProof="0" dirty="0"/>
              <a:t> Header &amp; footer </a:t>
            </a:r>
            <a:r>
              <a:rPr lang="en-GB" sz="1700" dirty="0">
                <a:sym typeface="Wingdings" pitchFamily="2" charset="2"/>
              </a:rPr>
              <a:t></a:t>
            </a:r>
            <a:r>
              <a:rPr lang="en-GB" sz="1700" noProof="0" dirty="0"/>
              <a:t> Modify text </a:t>
            </a:r>
            <a:r>
              <a:rPr lang="en-GB" sz="1700" dirty="0">
                <a:sym typeface="Wingdings" pitchFamily="2" charset="2"/>
              </a:rPr>
              <a:t></a:t>
            </a:r>
            <a:r>
              <a:rPr lang="en-GB" sz="1700" noProof="0" dirty="0"/>
              <a:t> Apply to all. </a:t>
            </a:r>
            <a:br>
              <a:rPr lang="en-GB" sz="1700" noProof="0" dirty="0"/>
            </a:br>
            <a:r>
              <a:rPr lang="en-GB" sz="1700" noProof="0" dirty="0"/>
              <a:t>The date field remains hidden. </a:t>
            </a:r>
          </a:p>
          <a:p>
            <a:endParaRPr lang="en-GB" sz="1700" noProof="0" dirty="0"/>
          </a:p>
        </p:txBody>
      </p:sp>
      <p:sp>
        <p:nvSpPr>
          <p:cNvPr id="2" name="Fußzeilenplatzhalter 1">
            <a:extLst>
              <a:ext uri="{FF2B5EF4-FFF2-40B4-BE49-F238E27FC236}">
                <a16:creationId xmlns:a16="http://schemas.microsoft.com/office/drawing/2014/main" id="{754E9222-223E-3115-45F0-D5EA3F5CBB3F}"/>
              </a:ext>
            </a:extLst>
          </p:cNvPr>
          <p:cNvSpPr>
            <a:spLocks noGrp="1"/>
          </p:cNvSpPr>
          <p:nvPr>
            <p:ph type="ftr" sz="quarter" idx="11"/>
          </p:nvPr>
        </p:nvSpPr>
        <p:spPr>
          <a:xfrm>
            <a:off x="407987" y="6299296"/>
            <a:ext cx="9432925" cy="216000"/>
          </a:xfrm>
        </p:spPr>
        <p:txBody>
          <a:bodyPr/>
          <a:lstStyle/>
          <a:p>
            <a:pPr lvl="0"/>
            <a:r>
              <a:rPr lang="en-GB" noProof="0" dirty="0"/>
              <a:t>ZHAW School of Engineering | Institute | Document name</a:t>
            </a:r>
          </a:p>
        </p:txBody>
      </p:sp>
      <p:sp>
        <p:nvSpPr>
          <p:cNvPr id="8" name="Foliennummernplatzhalter 7">
            <a:extLst>
              <a:ext uri="{FF2B5EF4-FFF2-40B4-BE49-F238E27FC236}">
                <a16:creationId xmlns:a16="http://schemas.microsoft.com/office/drawing/2014/main" id="{BE1F844E-FEA8-7966-6E80-C4A700C84120}"/>
              </a:ext>
            </a:extLst>
          </p:cNvPr>
          <p:cNvSpPr>
            <a:spLocks noGrp="1"/>
          </p:cNvSpPr>
          <p:nvPr>
            <p:ph type="sldNum" sz="quarter" idx="12"/>
          </p:nvPr>
        </p:nvSpPr>
        <p:spPr>
          <a:xfrm>
            <a:off x="10128249" y="6293853"/>
            <a:ext cx="1655751" cy="216000"/>
          </a:xfrm>
        </p:spPr>
        <p:txBody>
          <a:bodyPr/>
          <a:lstStyle/>
          <a:p>
            <a:fld id="{A5BA4405-8D4E-49B7-BDA6-6F19819F4CEB}" type="slidenum">
              <a:rPr lang="en-GB" noProof="0" smtClean="0"/>
              <a:pPr/>
              <a:t>26</a:t>
            </a:fld>
            <a:endParaRPr lang="en-GB" noProof="0" dirty="0"/>
          </a:p>
        </p:txBody>
      </p:sp>
      <p:grpSp>
        <p:nvGrpSpPr>
          <p:cNvPr id="3" name="Gruppieren 2" descr="Screenshot Kopf und Fusszeile anpassen">
            <a:extLst>
              <a:ext uri="{FF2B5EF4-FFF2-40B4-BE49-F238E27FC236}">
                <a16:creationId xmlns:a16="http://schemas.microsoft.com/office/drawing/2014/main" id="{8A87D755-7153-7407-9958-5FF3C93BBBEA}"/>
              </a:ext>
            </a:extLst>
          </p:cNvPr>
          <p:cNvGrpSpPr/>
          <p:nvPr/>
        </p:nvGrpSpPr>
        <p:grpSpPr>
          <a:xfrm>
            <a:off x="8068149" y="3904908"/>
            <a:ext cx="3715864" cy="2719438"/>
            <a:chOff x="8068149" y="3904908"/>
            <a:chExt cx="3715864" cy="2719438"/>
          </a:xfrm>
        </p:grpSpPr>
        <p:pic>
          <p:nvPicPr>
            <p:cNvPr id="9" name="Grafik 8">
              <a:extLst>
                <a:ext uri="{FF2B5EF4-FFF2-40B4-BE49-F238E27FC236}">
                  <a16:creationId xmlns:a16="http://schemas.microsoft.com/office/drawing/2014/main" id="{020C1A6A-758B-96A5-5D6C-5F49A67CC5A2}"/>
                </a:ext>
              </a:extLst>
            </p:cNvPr>
            <p:cNvPicPr>
              <a:picLocks noChangeAspect="1"/>
            </p:cNvPicPr>
            <p:nvPr/>
          </p:nvPicPr>
          <p:blipFill>
            <a:blip r:embed="rId2"/>
            <a:stretch>
              <a:fillRect/>
            </a:stretch>
          </p:blipFill>
          <p:spPr>
            <a:xfrm>
              <a:off x="8907061" y="3996763"/>
              <a:ext cx="2876952" cy="1924319"/>
            </a:xfrm>
            <a:prstGeom prst="rect">
              <a:avLst/>
            </a:prstGeom>
          </p:spPr>
        </p:pic>
        <p:sp>
          <p:nvSpPr>
            <p:cNvPr id="13" name="Rechteck 12">
              <a:extLst>
                <a:ext uri="{FF2B5EF4-FFF2-40B4-BE49-F238E27FC236}">
                  <a16:creationId xmlns:a16="http://schemas.microsoft.com/office/drawing/2014/main" id="{055B90D3-856D-06CE-025E-7EA37E322BCD}"/>
                </a:ext>
              </a:extLst>
            </p:cNvPr>
            <p:cNvSpPr/>
            <p:nvPr/>
          </p:nvSpPr>
          <p:spPr>
            <a:xfrm>
              <a:off x="9015413" y="5136859"/>
              <a:ext cx="533400" cy="108000"/>
            </a:xfrm>
            <a:prstGeom prst="rect">
              <a:avLst/>
            </a:prstGeom>
            <a:noFill/>
            <a:ln>
              <a:solidFill>
                <a:srgbClr val="BE00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err="1"/>
            </a:p>
          </p:txBody>
        </p:sp>
        <p:sp>
          <p:nvSpPr>
            <p:cNvPr id="15" name="Rechteck 14">
              <a:extLst>
                <a:ext uri="{FF2B5EF4-FFF2-40B4-BE49-F238E27FC236}">
                  <a16:creationId xmlns:a16="http://schemas.microsoft.com/office/drawing/2014/main" id="{68A77A03-32BB-EABE-1752-3CA278344776}"/>
                </a:ext>
              </a:extLst>
            </p:cNvPr>
            <p:cNvSpPr/>
            <p:nvPr/>
          </p:nvSpPr>
          <p:spPr>
            <a:xfrm>
              <a:off x="9015413" y="5244859"/>
              <a:ext cx="533400" cy="108000"/>
            </a:xfrm>
            <a:prstGeom prst="rect">
              <a:avLst/>
            </a:prstGeom>
            <a:noFill/>
            <a:ln>
              <a:solidFill>
                <a:srgbClr val="BE00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err="1"/>
            </a:p>
          </p:txBody>
        </p:sp>
        <p:sp>
          <p:nvSpPr>
            <p:cNvPr id="17" name="Rechteck 16">
              <a:extLst>
                <a:ext uri="{FF2B5EF4-FFF2-40B4-BE49-F238E27FC236}">
                  <a16:creationId xmlns:a16="http://schemas.microsoft.com/office/drawing/2014/main" id="{467908D5-C65D-2D32-AB0D-F6F067C26B4E}"/>
                </a:ext>
              </a:extLst>
            </p:cNvPr>
            <p:cNvSpPr/>
            <p:nvPr/>
          </p:nvSpPr>
          <p:spPr>
            <a:xfrm>
              <a:off x="9015413" y="5352859"/>
              <a:ext cx="2107406" cy="108000"/>
            </a:xfrm>
            <a:prstGeom prst="rect">
              <a:avLst/>
            </a:prstGeom>
            <a:noFill/>
            <a:ln>
              <a:solidFill>
                <a:srgbClr val="BE00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err="1"/>
            </a:p>
          </p:txBody>
        </p:sp>
        <p:cxnSp>
          <p:nvCxnSpPr>
            <p:cNvPr id="20" name="Gerade Verbindung mit Pfeil 19">
              <a:extLst>
                <a:ext uri="{FF2B5EF4-FFF2-40B4-BE49-F238E27FC236}">
                  <a16:creationId xmlns:a16="http://schemas.microsoft.com/office/drawing/2014/main" id="{BB087F93-860C-1878-6B7F-E5552D090333}"/>
                </a:ext>
              </a:extLst>
            </p:cNvPr>
            <p:cNvCxnSpPr>
              <a:cxnSpLocks/>
            </p:cNvCxnSpPr>
            <p:nvPr/>
          </p:nvCxnSpPr>
          <p:spPr>
            <a:xfrm flipV="1">
              <a:off x="9947704" y="5958390"/>
              <a:ext cx="677068" cy="665956"/>
            </a:xfrm>
            <a:prstGeom prst="straightConnector1">
              <a:avLst/>
            </a:prstGeom>
            <a:ln w="57150">
              <a:solidFill>
                <a:srgbClr val="BE0083"/>
              </a:solidFill>
              <a:tailEnd type="triangle"/>
            </a:ln>
          </p:spPr>
          <p:style>
            <a:lnRef idx="1">
              <a:schemeClr val="accent1"/>
            </a:lnRef>
            <a:fillRef idx="0">
              <a:schemeClr val="accent1"/>
            </a:fillRef>
            <a:effectRef idx="0">
              <a:schemeClr val="accent1"/>
            </a:effectRef>
            <a:fontRef idx="minor">
              <a:schemeClr val="tx1"/>
            </a:fontRef>
          </p:style>
        </p:cxnSp>
        <p:cxnSp>
          <p:nvCxnSpPr>
            <p:cNvPr id="21" name="Gerade Verbindung mit Pfeil 20">
              <a:extLst>
                <a:ext uri="{FF2B5EF4-FFF2-40B4-BE49-F238E27FC236}">
                  <a16:creationId xmlns:a16="http://schemas.microsoft.com/office/drawing/2014/main" id="{3DBA4E64-EEFA-B629-B968-27C01CDCC57F}"/>
                </a:ext>
              </a:extLst>
            </p:cNvPr>
            <p:cNvCxnSpPr>
              <a:cxnSpLocks/>
            </p:cNvCxnSpPr>
            <p:nvPr/>
          </p:nvCxnSpPr>
          <p:spPr>
            <a:xfrm>
              <a:off x="8068149" y="3904908"/>
              <a:ext cx="838912" cy="145606"/>
            </a:xfrm>
            <a:prstGeom prst="straightConnector1">
              <a:avLst/>
            </a:prstGeom>
            <a:ln w="57150">
              <a:solidFill>
                <a:srgbClr val="BE0083"/>
              </a:solidFill>
              <a:tailEnd type="triangle"/>
            </a:ln>
          </p:spPr>
          <p:style>
            <a:lnRef idx="1">
              <a:schemeClr val="accent1"/>
            </a:lnRef>
            <a:fillRef idx="0">
              <a:schemeClr val="accent1"/>
            </a:fillRef>
            <a:effectRef idx="0">
              <a:schemeClr val="accent1"/>
            </a:effectRef>
            <a:fontRef idx="minor">
              <a:schemeClr val="tx1"/>
            </a:fontRef>
          </p:style>
        </p:cxnSp>
        <p:sp>
          <p:nvSpPr>
            <p:cNvPr id="22" name="Rechteck 21">
              <a:extLst>
                <a:ext uri="{FF2B5EF4-FFF2-40B4-BE49-F238E27FC236}">
                  <a16:creationId xmlns:a16="http://schemas.microsoft.com/office/drawing/2014/main" id="{834E2B7C-56C8-667E-D592-C18CFD05ABFC}"/>
                </a:ext>
              </a:extLst>
            </p:cNvPr>
            <p:cNvSpPr/>
            <p:nvPr/>
          </p:nvSpPr>
          <p:spPr>
            <a:xfrm>
              <a:off x="9015413" y="4458811"/>
              <a:ext cx="648000" cy="108000"/>
            </a:xfrm>
            <a:prstGeom prst="rect">
              <a:avLst/>
            </a:prstGeom>
            <a:noFill/>
            <a:ln>
              <a:solidFill>
                <a:srgbClr val="BE00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err="1"/>
            </a:p>
          </p:txBody>
        </p:sp>
      </p:grpSp>
    </p:spTree>
    <p:extLst>
      <p:ext uri="{BB962C8B-B14F-4D97-AF65-F5344CB8AC3E}">
        <p14:creationId xmlns:p14="http://schemas.microsoft.com/office/powerpoint/2010/main" val="4173142759"/>
      </p:ext>
    </p:extLst>
  </p:cSld>
  <p:clrMapOvr>
    <a:masterClrMapping/>
  </p:clrMapOvr>
</p:sld>
</file>

<file path=ppt/theme/theme1.xml><?xml version="1.0" encoding="utf-8"?>
<a:theme xmlns:a="http://schemas.openxmlformats.org/drawingml/2006/main" name="ZHAW">
  <a:themeElements>
    <a:clrScheme name="ZHAW SoE Office Farben">
      <a:dk1>
        <a:srgbClr val="000000"/>
      </a:dk1>
      <a:lt1>
        <a:srgbClr val="FFFFFF"/>
      </a:lt1>
      <a:dk2>
        <a:srgbClr val="05366C"/>
      </a:dk2>
      <a:lt2>
        <a:srgbClr val="DCE4F3"/>
      </a:lt2>
      <a:accent1>
        <a:srgbClr val="05366C"/>
      </a:accent1>
      <a:accent2>
        <a:srgbClr val="0064A6"/>
      </a:accent2>
      <a:accent3>
        <a:srgbClr val="9ADCF6"/>
      </a:accent3>
      <a:accent4>
        <a:srgbClr val="0099CC"/>
      </a:accent4>
      <a:accent5>
        <a:srgbClr val="66CCFF"/>
      </a:accent5>
      <a:accent6>
        <a:srgbClr val="DCE4F3"/>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5366C"/>
        </a:solidFill>
        <a:ln>
          <a:noFill/>
        </a:ln>
      </a:spPr>
      <a:bodyPr rtlCol="0" anchor="ctr"/>
      <a:lstStyle>
        <a:defPPr algn="ctr">
          <a:defRPr dirty="0" err="1" smtClean="0"/>
        </a:defPPr>
      </a:lstStyle>
      <a:style>
        <a:lnRef idx="2">
          <a:schemeClr val="accent1">
            <a:shade val="15000"/>
          </a:schemeClr>
        </a:lnRef>
        <a:fillRef idx="1">
          <a:schemeClr val="accent1"/>
        </a:fillRef>
        <a:effectRef idx="0">
          <a:schemeClr val="accent1"/>
        </a:effectRef>
        <a:fontRef idx="minor">
          <a:schemeClr val="lt1"/>
        </a:fontRef>
      </a:style>
    </a:spDef>
    <a:lnDef>
      <a:spPr>
        <a:ln w="25400">
          <a:solidFill>
            <a:srgbClr val="05366C"/>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chorCtr="0">
        <a:spAutoFit/>
      </a:bodyPr>
      <a:lstStyle>
        <a:defPPr algn="l">
          <a:lnSpc>
            <a:spcPct val="107000"/>
          </a:lnSpc>
          <a:defRPr sz="1500" dirty="0" err="1" smtClean="0"/>
        </a:defPPr>
      </a:lstStyle>
    </a:txDef>
  </a:objectDefaults>
  <a:extraClrSchemeLst>
    <a:extraClrScheme>
      <a:clrScheme name="ZHAW Office Farben">
        <a:dk1>
          <a:srgbClr val="010101"/>
        </a:dk1>
        <a:lt1>
          <a:srgbClr val="FEFFFF"/>
        </a:lt1>
        <a:dk2>
          <a:srgbClr val="05366C"/>
        </a:dk2>
        <a:lt2>
          <a:srgbClr val="FFB0D4"/>
        </a:lt2>
        <a:accent1>
          <a:srgbClr val="8A249E"/>
        </a:accent1>
        <a:accent2>
          <a:srgbClr val="E62154"/>
        </a:accent2>
        <a:accent3>
          <a:srgbClr val="A3D045"/>
        </a:accent3>
        <a:accent4>
          <a:srgbClr val="00795D"/>
        </a:accent4>
        <a:accent5>
          <a:srgbClr val="FFDC0C"/>
        </a:accent5>
        <a:accent6>
          <a:srgbClr val="FFB0D4"/>
        </a:accent6>
        <a:hlink>
          <a:srgbClr val="010101"/>
        </a:hlink>
        <a:folHlink>
          <a:srgbClr val="010101"/>
        </a:folHlink>
      </a:clrScheme>
      <a:clrMap bg1="lt1" tx1="dk1" bg2="lt2" tx2="dk2" accent1="accent1" accent2="accent2" accent3="accent3" accent4="accent4" accent5="accent5" accent6="accent6" hlink="hlink" folHlink="folHlink"/>
    </a:extraClrScheme>
    <a:extraClrScheme>
      <a:clrScheme name="ZHAW SoE Office Farben">
        <a:dk1>
          <a:srgbClr val="000000"/>
        </a:dk1>
        <a:lt1>
          <a:srgbClr val="FFFFFF"/>
        </a:lt1>
        <a:dk2>
          <a:srgbClr val="05366C"/>
        </a:dk2>
        <a:lt2>
          <a:srgbClr val="DCE4F3"/>
        </a:lt2>
        <a:accent1>
          <a:srgbClr val="05366C"/>
        </a:accent1>
        <a:accent2>
          <a:srgbClr val="0064A6"/>
        </a:accent2>
        <a:accent3>
          <a:srgbClr val="9ADCF6"/>
        </a:accent3>
        <a:accent4>
          <a:srgbClr val="0099CC"/>
        </a:accent4>
        <a:accent5>
          <a:srgbClr val="66CCFF"/>
        </a:accent5>
        <a:accent6>
          <a:srgbClr val="DCE4F3"/>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chwarz">
      <a:srgbClr val="000000"/>
    </a:custClr>
    <a:custClr name="ZHAW 15%">
      <a:srgbClr val="DCE4F3"/>
    </a:custClr>
    <a:custClr name="ZHAW">
      <a:srgbClr val="0064A6"/>
    </a:custClr>
    <a:custClr name="Weiss">
      <a:srgbClr val="FFFFFF"/>
    </a:custClr>
    <a:custClr name="Nacht">
      <a:srgbClr val="05366C"/>
    </a:custClr>
    <a:custClr name="Pflaume">
      <a:srgbClr val="8A249E"/>
    </a:custClr>
    <a:custClr name="Eukalyptus">
      <a:srgbClr val="00795D"/>
    </a:custClr>
    <a:custClr name="Koralle">
      <a:srgbClr val="E62154"/>
    </a:custClr>
    <a:custClr name="Weiss">
      <a:srgbClr val="FFFFFF"/>
    </a:custClr>
    <a:custClr name="Weiss">
      <a:srgbClr val="FFFFFF"/>
    </a:custClr>
    <a:custClr name="Weiss">
      <a:srgbClr val="FFFFFF"/>
    </a:custClr>
    <a:custClr name="Weiss">
      <a:srgbClr val="FFFFFF"/>
    </a:custClr>
    <a:custClr name="Weiss">
      <a:srgbClr val="FFFFFF"/>
    </a:custClr>
    <a:custClr name="Weiss">
      <a:srgbClr val="FFFFFF"/>
    </a:custClr>
    <a:custClr name="ZHAW">
      <a:srgbClr val="0064A6"/>
    </a:custClr>
    <a:custClr name="Fuchsia">
      <a:srgbClr val="BE0083"/>
    </a:custClr>
    <a:custClr name="Ozean">
      <a:srgbClr val="00919B"/>
    </a:custClr>
    <a:custClr name="Honig">
      <a:srgbClr val="FFA70E"/>
    </a:custClr>
    <a:custClr name="Weiss">
      <a:srgbClr val="FFFFFF"/>
    </a:custClr>
    <a:custClr name="Weiss">
      <a:srgbClr val="FFFFFF"/>
    </a:custClr>
    <a:custClr name="Weiss">
      <a:srgbClr val="FFFFFF"/>
    </a:custClr>
    <a:custClr name="Weiss">
      <a:srgbClr val="FFFFFF"/>
    </a:custClr>
    <a:custClr name="Weiss">
      <a:srgbClr val="FFFFFF"/>
    </a:custClr>
    <a:custClr name="Weiss">
      <a:srgbClr val="FFFFFF"/>
    </a:custClr>
    <a:custClr name="Himmel">
      <a:srgbClr val="9ADCF6"/>
    </a:custClr>
    <a:custClr name="Sakura">
      <a:srgbClr val="FFB0D4"/>
    </a:custClr>
    <a:custClr name="Gras">
      <a:srgbClr val="A3D045"/>
    </a:custClr>
    <a:custClr name="Yuzu">
      <a:srgbClr val="FFDC0C"/>
    </a:custClr>
    <a:custClr name="Weiss">
      <a:srgbClr val="FFFFFF"/>
    </a:custClr>
    <a:custClr name="Weiss">
      <a:srgbClr val="FFFFFF"/>
    </a:custClr>
  </a:custClrLst>
  <a:extLst>
    <a:ext uri="{05A4C25C-085E-4340-85A3-A5531E510DB2}">
      <thm15:themeFamily xmlns:thm15="http://schemas.microsoft.com/office/thememl/2012/main" name="SoE_PPT_Vorlage_E.potx" id="{B81B8356-42ED-4EA4-B531-6A616EA84931}" vid="{9B69E219-5419-4BEE-BBFB-6F2CB8851D6A}"/>
    </a:ext>
  </a:extLst>
</a:theme>
</file>

<file path=ppt/theme/theme2.xml><?xml version="1.0" encoding="utf-8"?>
<a:theme xmlns:a="http://schemas.openxmlformats.org/drawingml/2006/main" name="Office">
  <a:themeElements>
    <a:clrScheme name="ZHAW_Officefarben_v2024-09-0">
      <a:dk1>
        <a:srgbClr val="010101"/>
      </a:dk1>
      <a:lt1>
        <a:srgbClr val="FEFFFF"/>
      </a:lt1>
      <a:dk2>
        <a:srgbClr val="0064A6"/>
      </a:dk2>
      <a:lt2>
        <a:srgbClr val="9ADCF6"/>
      </a:lt2>
      <a:accent1>
        <a:srgbClr val="8A249E"/>
      </a:accent1>
      <a:accent2>
        <a:srgbClr val="E62154"/>
      </a:accent2>
      <a:accent3>
        <a:srgbClr val="A3D045"/>
      </a:accent3>
      <a:accent4>
        <a:srgbClr val="00795D"/>
      </a:accent4>
      <a:accent5>
        <a:srgbClr val="FFDC0C"/>
      </a:accent5>
      <a:accent6>
        <a:srgbClr val="FFB0D4"/>
      </a:accent6>
      <a:hlink>
        <a:srgbClr val="010101"/>
      </a:hlink>
      <a:folHlink>
        <a:srgbClr val="01010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ZHAW_Officefarben_v2024-09-0">
      <a:dk1>
        <a:srgbClr val="010101"/>
      </a:dk1>
      <a:lt1>
        <a:srgbClr val="FEFFFF"/>
      </a:lt1>
      <a:dk2>
        <a:srgbClr val="0064A6"/>
      </a:dk2>
      <a:lt2>
        <a:srgbClr val="9ADCF6"/>
      </a:lt2>
      <a:accent1>
        <a:srgbClr val="8A249E"/>
      </a:accent1>
      <a:accent2>
        <a:srgbClr val="E62154"/>
      </a:accent2>
      <a:accent3>
        <a:srgbClr val="A3D045"/>
      </a:accent3>
      <a:accent4>
        <a:srgbClr val="00795D"/>
      </a:accent4>
      <a:accent5>
        <a:srgbClr val="FFDC0C"/>
      </a:accent5>
      <a:accent6>
        <a:srgbClr val="FFB0D4"/>
      </a:accent6>
      <a:hlink>
        <a:srgbClr val="010101"/>
      </a:hlink>
      <a:folHlink>
        <a:srgbClr val="01010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02F5B61FFFC306419B67AA27B0BCDC25" ma:contentTypeVersion="13" ma:contentTypeDescription="Ein neues Dokument erstellen." ma:contentTypeScope="" ma:versionID="c9a2996992aad66f1c24ad299888673a">
  <xsd:schema xmlns:xsd="http://www.w3.org/2001/XMLSchema" xmlns:xs="http://www.w3.org/2001/XMLSchema" xmlns:p="http://schemas.microsoft.com/office/2006/metadata/properties" xmlns:ns2="1c821a0c-4942-4615-abfd-3f864a1d7766" xmlns:ns3="c7b1b9d8-fd18-440c-954c-8ea35fe8d558" targetNamespace="http://schemas.microsoft.com/office/2006/metadata/properties" ma:root="true" ma:fieldsID="860e31b6d966843295afff172dbfbe83" ns2:_="" ns3:_="">
    <xsd:import namespace="1c821a0c-4942-4615-abfd-3f864a1d7766"/>
    <xsd:import namespace="c7b1b9d8-fd18-440c-954c-8ea35fe8d55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821a0c-4942-4615-abfd-3f864a1d77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19e3ed14-352d-4aa2-a63b-0b06d7ab5fe8"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7b1b9d8-fd18-440c-954c-8ea35fe8d55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c13acf7-cff2-4f65-ba02-9748fdd8caf6}" ma:internalName="TaxCatchAll" ma:showField="CatchAllData" ma:web="c7b1b9d8-fd18-440c-954c-8ea35fe8d55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c7b1b9d8-fd18-440c-954c-8ea35fe8d558" xsi:nil="true"/>
    <lcf76f155ced4ddcb4097134ff3c332f xmlns="1c821a0c-4942-4615-abfd-3f864a1d7766">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49D1CC3-1886-4FFF-92EF-290D4A5AAF91}">
  <ds:schemaRefs>
    <ds:schemaRef ds:uri="1c821a0c-4942-4615-abfd-3f864a1d7766"/>
    <ds:schemaRef ds:uri="c7b1b9d8-fd18-440c-954c-8ea35fe8d55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A3865DA-FDC7-48BF-BFD3-11C3C7718A21}">
  <ds:schemaRefs>
    <ds:schemaRef ds:uri="http://purl.org/dc/terms/"/>
    <ds:schemaRef ds:uri="http://schemas.microsoft.com/office/2006/documentManagement/types"/>
    <ds:schemaRef ds:uri="http://purl.org/dc/dcmitype/"/>
    <ds:schemaRef ds:uri="http://schemas.microsoft.com/office/2006/metadata/properties"/>
    <ds:schemaRef ds:uri="http://www.w3.org/XML/1998/namespace"/>
    <ds:schemaRef ds:uri="http://schemas.openxmlformats.org/package/2006/metadata/core-properties"/>
    <ds:schemaRef ds:uri="http://schemas.microsoft.com/office/infopath/2007/PartnerControls"/>
    <ds:schemaRef ds:uri="c7b1b9d8-fd18-440c-954c-8ea35fe8d558"/>
    <ds:schemaRef ds:uri="1c821a0c-4942-4615-abfd-3f864a1d7766"/>
    <ds:schemaRef ds:uri="http://purl.org/dc/elements/1.1/"/>
  </ds:schemaRefs>
</ds:datastoreItem>
</file>

<file path=customXml/itemProps3.xml><?xml version="1.0" encoding="utf-8"?>
<ds:datastoreItem xmlns:ds="http://schemas.openxmlformats.org/officeDocument/2006/customXml" ds:itemID="{73FAC186-4EC8-4F2C-A8DA-ADFB6BB81FE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PM4_VideoPresentation</Template>
  <TotalTime>0</TotalTime>
  <Words>1316</Words>
  <Application>Microsoft Office PowerPoint</Application>
  <PresentationFormat>Widescreen</PresentationFormat>
  <Paragraphs>157</Paragraphs>
  <Slides>26</Slides>
  <Notes>5</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Symbol</vt:lpstr>
      <vt:lpstr>Wingdings</vt:lpstr>
      <vt:lpstr>ZHAW</vt:lpstr>
      <vt:lpstr>Contactless Radar-Based Heart Rate Monitoring Device</vt:lpstr>
      <vt:lpstr>Heart rate. Still contact-based</vt:lpstr>
      <vt:lpstr>PowerPoint Presentation</vt:lpstr>
      <vt:lpstr>Product reveal</vt:lpstr>
      <vt:lpstr>PowerPoint Presentation</vt:lpstr>
      <vt:lpstr>Chapter One</vt:lpstr>
      <vt:lpstr>Full-screen images are also possible as chapter dividers. When selecting images, please make sure that the lettering remains legible. </vt:lpstr>
      <vt:lpstr>This is a headline; there is space for a graphic below</vt:lpstr>
      <vt:lpstr>Slide half text, half image.</vt:lpstr>
      <vt:lpstr>Template for lists in very large font </vt:lpstr>
      <vt:lpstr>I’m a slide template for two-column text with a coloured background. </vt:lpstr>
      <vt:lpstr>Slide template for text with medium-sized image</vt:lpstr>
      <vt:lpstr>Template for a slide with a large image </vt:lpstr>
      <vt:lpstr>Template for a slide with two images</vt:lpstr>
      <vt:lpstr>Template for a slide with six images </vt:lpstr>
      <vt:lpstr>This slide focuses on key figures. </vt:lpstr>
      <vt:lpstr>This slide focuses on key figures.  </vt:lpstr>
      <vt:lpstr>This slide focuses on key figures.   </vt:lpstr>
      <vt:lpstr>Table template</vt:lpstr>
      <vt:lpstr>Template for slide with video in 16:9 format</vt:lpstr>
      <vt:lpstr>Questions and discussion.</vt:lpstr>
      <vt:lpstr>ZHAW School of Engineering</vt:lpstr>
      <vt:lpstr>Notes on slide design</vt:lpstr>
      <vt:lpstr>Colour instructions</vt:lpstr>
      <vt:lpstr>Title slide instructions</vt:lpstr>
      <vt:lpstr>Logo and sender guidance instructions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Grebnevs Bogdans (grebnbog)</dc:creator>
  <cp:lastModifiedBy>Perri Thomas (perritho)</cp:lastModifiedBy>
  <cp:revision>18</cp:revision>
  <dcterms:created xsi:type="dcterms:W3CDTF">2026-05-08T08:54:10Z</dcterms:created>
  <dcterms:modified xsi:type="dcterms:W3CDTF">2026-05-17T12:57:40Z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0d9bad3-6dac-4e9a-89a3-89f3b8d247b2_Enabled">
    <vt:lpwstr>true</vt:lpwstr>
  </property>
  <property fmtid="{D5CDD505-2E9C-101B-9397-08002B2CF9AE}" pid="3" name="MSIP_Label_10d9bad3-6dac-4e9a-89a3-89f3b8d247b2_SetDate">
    <vt:lpwstr>2025-03-19T15:46:55Z</vt:lpwstr>
  </property>
  <property fmtid="{D5CDD505-2E9C-101B-9397-08002B2CF9AE}" pid="4" name="MSIP_Label_10d9bad3-6dac-4e9a-89a3-89f3b8d247b2_Method">
    <vt:lpwstr>Privileged</vt:lpwstr>
  </property>
  <property fmtid="{D5CDD505-2E9C-101B-9397-08002B2CF9AE}" pid="5" name="MSIP_Label_10d9bad3-6dac-4e9a-89a3-89f3b8d247b2_Name">
    <vt:lpwstr>10d9bad3-6dac-4e9a-89a3-89f3b8d247b2</vt:lpwstr>
  </property>
  <property fmtid="{D5CDD505-2E9C-101B-9397-08002B2CF9AE}" pid="6" name="MSIP_Label_10d9bad3-6dac-4e9a-89a3-89f3b8d247b2_SiteId">
    <vt:lpwstr>5d1a9f9d-201f-4a10-b983-451cf65cbc1e</vt:lpwstr>
  </property>
  <property fmtid="{D5CDD505-2E9C-101B-9397-08002B2CF9AE}" pid="7" name="MSIP_Label_10d9bad3-6dac-4e9a-89a3-89f3b8d247b2_ActionId">
    <vt:lpwstr>2667b880-a5c5-43ee-bb4d-538db1c19e46</vt:lpwstr>
  </property>
  <property fmtid="{D5CDD505-2E9C-101B-9397-08002B2CF9AE}" pid="8" name="MSIP_Label_10d9bad3-6dac-4e9a-89a3-89f3b8d247b2_ContentBits">
    <vt:lpwstr>0</vt:lpwstr>
  </property>
  <property fmtid="{D5CDD505-2E9C-101B-9397-08002B2CF9AE}" pid="9" name="MSIP_Label_10d9bad3-6dac-4e9a-89a3-89f3b8d247b2_Tag">
    <vt:lpwstr>50, 0, 1, 1</vt:lpwstr>
  </property>
  <property fmtid="{D5CDD505-2E9C-101B-9397-08002B2CF9AE}" pid="10" name="ContentTypeId">
    <vt:lpwstr>0x01010002F5B61FFFC306419B67AA27B0BCDC25</vt:lpwstr>
  </property>
  <property fmtid="{D5CDD505-2E9C-101B-9397-08002B2CF9AE}" pid="11" name="MediaServiceImageTags">
    <vt:lpwstr/>
  </property>
</Properties>
</file>

<file path=[Content_Types].xml><?xml version="1.0" encoding="utf-8"?>
<Types xmlns="http://schemas.openxmlformats.org/package/2006/content-types">
  <Default Extension="jpeg" ContentType="image/jpeg"/>
  <Default Extension="mp3" ContentType="audio/mpeg"/>
  <Default Extension="png" ContentType="image/png"/>
  <Default Extension="rels" ContentType="application/vnd.openxmlformats-package.relationships+xml"/>
  <Default Extension="wav" ContentType="audio/x-wav"/>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handoutMasterIdLst>
    <p:handoutMasterId r:id="rId20"/>
  </p:handoutMasterIdLst>
  <p:sldIdLst>
    <p:sldId id="341" r:id="rId5"/>
    <p:sldId id="419" r:id="rId6"/>
    <p:sldId id="411" r:id="rId7"/>
    <p:sldId id="414" r:id="rId8"/>
    <p:sldId id="415" r:id="rId9"/>
    <p:sldId id="416" r:id="rId10"/>
    <p:sldId id="417" r:id="rId11"/>
    <p:sldId id="420" r:id="rId12"/>
    <p:sldId id="421" r:id="rId13"/>
    <p:sldId id="263" r:id="rId14"/>
    <p:sldId id="425" r:id="rId15"/>
    <p:sldId id="426" r:id="rId16"/>
    <p:sldId id="427" r:id="rId17"/>
    <p:sldId id="428" r:id="rId1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9ADCF6"/>
    <a:srgbClr val="0099CC"/>
    <a:srgbClr val="006BBC"/>
    <a:srgbClr val="66CC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CA20E951-F767-40FB-8981-BDCADE0C3650}">
  <a:tblStyle styleId="{CA20E951-F767-40FB-8981-BDCADE0C3650}" styleName="ZHAW weiss">
    <a:wholeTbl>
      <a:tcTxStyle>
        <a:fontRef idx="minor">
          <a:prstClr val="black"/>
        </a:fontRef>
        <a:schemeClr val="dk1"/>
      </a:tcTxStyle>
      <a:tcStyle>
        <a:tcBdr>
          <a:left>
            <a:ln w="0" cmpd="sng">
              <a:solidFill>
                <a:srgbClr val="FFFFFF"/>
              </a:solidFill>
            </a:ln>
          </a:left>
          <a:right>
            <a:ln w="0" cmpd="sng">
              <a:solidFill>
                <a:srgbClr val="FFFFFF"/>
              </a:solidFill>
            </a:ln>
          </a:right>
          <a:top>
            <a:ln w="6350" cmpd="sng">
              <a:solidFill>
                <a:srgbClr val="000000"/>
              </a:solidFill>
            </a:ln>
          </a:top>
          <a:bottom>
            <a:ln w="6350" cmpd="sng">
              <a:solidFill>
                <a:srgbClr val="000000"/>
              </a:solidFill>
            </a:ln>
          </a:bottom>
          <a:insideH>
            <a:ln w="6350" cmpd="sng">
              <a:solidFill>
                <a:srgbClr val="000000"/>
              </a:solidFill>
            </a:ln>
          </a:insideH>
          <a:insideV>
            <a:ln w="0" cmpd="sng">
              <a:solidFill>
                <a:srgbClr val="FFFFFF"/>
              </a:solidFill>
            </a:ln>
          </a:insideV>
        </a:tcBdr>
      </a:tcStyle>
    </a:wholeTbl>
    <a:band1H>
      <a:tcTxStyle>
        <a:srgbClr val="000000"/>
      </a:tcTxStyle>
      <a:tcStyle>
        <a:tcBdr/>
        <a:fill>
          <a:solidFill>
            <a:schemeClr val="dk1">
              <a:alpha val="11111"/>
            </a:schemeClr>
          </a:solidFill>
        </a:fill>
      </a:tcStyle>
    </a:band1H>
    <a:band2H>
      <a:tcTxStyle>
        <a:srgbClr val="000000"/>
      </a:tcTxStyle>
      <a:tcStyle>
        <a:tcBdr/>
      </a:tcStyle>
    </a:band2H>
    <a:band1V>
      <a:tcTxStyle>
        <a:srgbClr val="000000"/>
      </a:tcTxStyle>
      <a:tcStyle>
        <a:tcBdr/>
        <a:fill>
          <a:solidFill>
            <a:schemeClr val="dk1">
              <a:alpha val="11111"/>
            </a:schemeClr>
          </a:solidFill>
        </a:fill>
      </a:tcStyle>
    </a:band1V>
    <a:band2V>
      <a:tcTxStyle>
        <a:srgbClr val="000000"/>
      </a:tcTxStyle>
      <a:tcStyle>
        <a:tcBdr/>
      </a:tcStyle>
    </a:band2V>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cStyle>
    </a:lastRow>
    <a:firstRow>
      <a:tcTxStyle b="on">
        <a:fontRef idx="major"/>
        <a:srgbClr val="000000"/>
      </a:tcTxStyle>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4" autoAdjust="0"/>
    <p:restoredTop sz="94605" autoAdjust="0"/>
  </p:normalViewPr>
  <p:slideViewPr>
    <p:cSldViewPr snapToGrid="0">
      <p:cViewPr varScale="1">
        <p:scale>
          <a:sx n="71" d="100"/>
          <a:sy n="71" d="100"/>
        </p:scale>
        <p:origin x="412" y="44"/>
      </p:cViewPr>
      <p:guideLst/>
    </p:cSldViewPr>
  </p:slideViewPr>
  <p:outlineViewPr>
    <p:cViewPr>
      <p:scale>
        <a:sx n="33" d="100"/>
        <a:sy n="33" d="100"/>
      </p:scale>
      <p:origin x="0" y="-432"/>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6F337644-7498-1B1F-DDB7-4ED8B70899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D41163D1-0168-214D-E573-2DBB62A766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BACE1A9-863F-4176-8036-D33331CBE0C5}" type="datetimeFigureOut">
              <a:rPr lang="de-CH" smtClean="0"/>
              <a:t>20.05.2026</a:t>
            </a:fld>
            <a:endParaRPr lang="de-CH"/>
          </a:p>
        </p:txBody>
      </p:sp>
      <p:sp>
        <p:nvSpPr>
          <p:cNvPr id="4" name="Fußzeilenplatzhalter 3">
            <a:extLst>
              <a:ext uri="{FF2B5EF4-FFF2-40B4-BE49-F238E27FC236}">
                <a16:creationId xmlns:a16="http://schemas.microsoft.com/office/drawing/2014/main" id="{0485D844-3AD5-9FC7-4374-8705B64699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31C692BA-C3D9-7585-47B8-321FBCDA6AD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E773E16-B67D-409E-9B51-D9C14D1E8E2C}" type="slidenum">
              <a:rPr lang="de-CH" smtClean="0"/>
              <a:t>‹#›</a:t>
            </a:fld>
            <a:endParaRPr lang="de-CH"/>
          </a:p>
        </p:txBody>
      </p:sp>
    </p:spTree>
    <p:extLst>
      <p:ext uri="{BB962C8B-B14F-4D97-AF65-F5344CB8AC3E}">
        <p14:creationId xmlns:p14="http://schemas.microsoft.com/office/powerpoint/2010/main" val="249618332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16FF5E-DE86-4E9D-BB39-9D998AE27176}" type="datetimeFigureOut">
              <a:rPr lang="de-CH" smtClean="0"/>
              <a:t>20.05.2026</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586080-E94C-4957-AC22-9E9EB650E99A}" type="slidenum">
              <a:rPr lang="de-CH" smtClean="0"/>
              <a:t>‹#›</a:t>
            </a:fld>
            <a:endParaRPr lang="de-CH"/>
          </a:p>
        </p:txBody>
      </p:sp>
    </p:spTree>
    <p:extLst>
      <p:ext uri="{BB962C8B-B14F-4D97-AF65-F5344CB8AC3E}">
        <p14:creationId xmlns:p14="http://schemas.microsoft.com/office/powerpoint/2010/main" val="2029855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13F4C-E163-7C9C-EF61-962604066787}"/>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1874A8AF-6C3A-0890-F5CF-7E77891F578D}"/>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04044CCD-407C-83A8-84AC-4113F594B5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p:txBody>
      </p:sp>
      <p:sp>
        <p:nvSpPr>
          <p:cNvPr id="4" name="Foliennummernplatzhalter 3">
            <a:extLst>
              <a:ext uri="{FF2B5EF4-FFF2-40B4-BE49-F238E27FC236}">
                <a16:creationId xmlns:a16="http://schemas.microsoft.com/office/drawing/2014/main" id="{DF371F70-3585-7EFC-0115-A73AFC9B5E7B}"/>
              </a:ext>
            </a:extLst>
          </p:cNvPr>
          <p:cNvSpPr>
            <a:spLocks noGrp="1"/>
          </p:cNvSpPr>
          <p:nvPr>
            <p:ph type="sldNum" sz="quarter" idx="5"/>
          </p:nvPr>
        </p:nvSpPr>
        <p:spPr/>
        <p:txBody>
          <a:bodyPr/>
          <a:lstStyle/>
          <a:p>
            <a:fld id="{EB586080-E94C-4957-AC22-9E9EB650E99A}" type="slidenum">
              <a:rPr lang="de-CH" smtClean="0"/>
              <a:t>1</a:t>
            </a:fld>
            <a:endParaRPr lang="de-CH"/>
          </a:p>
        </p:txBody>
      </p:sp>
    </p:spTree>
    <p:extLst>
      <p:ext uri="{BB962C8B-B14F-4D97-AF65-F5344CB8AC3E}">
        <p14:creationId xmlns:p14="http://schemas.microsoft.com/office/powerpoint/2010/main" val="38872823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pPr algn="l"/>
            <a:r>
              <a:rPr lang="en-US" sz="1400">
                <a:solidFill>
                  <a:srgbClr val="111827"/>
                </a:solidFill>
                <a:latin typeface="Aptos"/>
              </a:rPr>
              <a:t>The radar signals are sampled at 100 hertz. Each analysis window contains 512 samples per channel, equal to 5.12 seconds of data, with updates every 2.56 seconds using 50 percent overlap.</a:t>
            </a:r>
            <a:endParaRPr lang="en-US" sz="1400"/>
          </a:p>
        </p:txBody>
      </p:sp>
      <p:sp>
        <p:nvSpPr>
          <p:cNvPr id="4" name="Slide Number Placeholder"/>
          <p:cNvSpPr>
            <a:spLocks noGrp="1"/>
          </p:cNvSpPr>
          <p:nvPr>
            <p:ph type="sldNum" sz="quarter" idx="5"/>
          </p:nvPr>
        </p:nvSpPr>
        <p:spPr/>
        <p:txBody>
          <a:bodyPr/>
          <a:lstStyle/>
          <a:p>
            <a:r>
              <a:rPr lang="en-US" sz="1000"/>
              <a:t>8</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5C11D-1E5F-F0C1-3E8D-6E1C54FA689A}"/>
            </a:ext>
          </a:extLst>
        </p:cNvPr>
        <p:cNvGrpSpPr/>
        <p:nvPr/>
      </p:nvGrpSpPr>
      <p:grpSpPr>
        <a:xfrm>
          <a:off x="0" y="0"/>
          <a:ext cx="0" cy="0"/>
          <a:chOff x="0" y="0"/>
          <a:chExt cx="0" cy="0"/>
        </a:xfrm>
      </p:grpSpPr>
      <p:sp>
        <p:nvSpPr>
          <p:cNvPr id="2" name="Slide Image Placeholder">
            <a:extLst>
              <a:ext uri="{FF2B5EF4-FFF2-40B4-BE49-F238E27FC236}">
                <a16:creationId xmlns:a16="http://schemas.microsoft.com/office/drawing/2014/main" id="{1610BF61-F312-3537-5069-51F6C9C802BF}"/>
              </a:ext>
            </a:extLst>
          </p:cNvPr>
          <p:cNvSpPr>
            <a:spLocks noGrp="1" noRot="1" noChangeAspect="1"/>
          </p:cNvSpPr>
          <p:nvPr>
            <p:ph type="sldImg"/>
          </p:nvPr>
        </p:nvSpPr>
        <p:spPr/>
      </p:sp>
      <p:sp>
        <p:nvSpPr>
          <p:cNvPr id="3" name="Notes Placeholder">
            <a:extLst>
              <a:ext uri="{FF2B5EF4-FFF2-40B4-BE49-F238E27FC236}">
                <a16:creationId xmlns:a16="http://schemas.microsoft.com/office/drawing/2014/main" id="{48DCB602-23DC-1CFF-65E9-702A50C25DF5}"/>
              </a:ext>
            </a:extLst>
          </p:cNvPr>
          <p:cNvSpPr>
            <a:spLocks noGrp="1"/>
          </p:cNvSpPr>
          <p:nvPr>
            <p:ph type="body" idx="1"/>
          </p:nvPr>
        </p:nvSpPr>
        <p:spPr/>
        <p:txBody>
          <a:bodyPr/>
          <a:lstStyle/>
          <a:p>
            <a:pPr algn="l"/>
            <a:r>
              <a:rPr lang="en-US" sz="1400">
                <a:solidFill>
                  <a:srgbClr val="111827"/>
                </a:solidFill>
                <a:latin typeface="Aptos"/>
              </a:rPr>
              <a:t>The radar signals are sampled at 100 hertz. Each analysis window contains 512 samples per channel, equal to 5.12 seconds of data, with updates every 2.56 seconds using 50 percent overlap.</a:t>
            </a:r>
            <a:endParaRPr lang="en-US" sz="1400"/>
          </a:p>
        </p:txBody>
      </p:sp>
      <p:sp>
        <p:nvSpPr>
          <p:cNvPr id="4" name="Slide Number Placeholder">
            <a:extLst>
              <a:ext uri="{FF2B5EF4-FFF2-40B4-BE49-F238E27FC236}">
                <a16:creationId xmlns:a16="http://schemas.microsoft.com/office/drawing/2014/main" id="{7078F119-C3BD-388F-3338-FED92A49F844}"/>
              </a:ext>
            </a:extLst>
          </p:cNvPr>
          <p:cNvSpPr>
            <a:spLocks noGrp="1"/>
          </p:cNvSpPr>
          <p:nvPr>
            <p:ph type="sldNum" sz="quarter" idx="5"/>
          </p:nvPr>
        </p:nvSpPr>
        <p:spPr/>
        <p:txBody>
          <a:bodyPr/>
          <a:lstStyle/>
          <a:p>
            <a:r>
              <a:rPr lang="en-US" sz="1000"/>
              <a:t>8</a:t>
            </a:r>
          </a:p>
        </p:txBody>
      </p:sp>
    </p:spTree>
    <p:extLst>
      <p:ext uri="{BB962C8B-B14F-4D97-AF65-F5344CB8AC3E}">
        <p14:creationId xmlns:p14="http://schemas.microsoft.com/office/powerpoint/2010/main" val="851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Textur-Bild horizont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12192000" cy="3429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E9197F35-EDC9-DB48-8298-86C1F07374C6}"/>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6472376"/>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26"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Textur-Bild vertikal">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1"/>
            <a:ext cx="6096000" cy="6858001"/>
          </a:xfrm>
          <a:noFill/>
        </p:spPr>
        <p:txBody>
          <a:bodyPr/>
          <a:lstStyle>
            <a:lvl1pPr marL="0" indent="0">
              <a:buNone/>
              <a:defRPr>
                <a:solidFill>
                  <a:schemeClr val="bg1"/>
                </a:solidFill>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1C85966B-8D01-3888-9F9B-AE8142684A78}"/>
              </a:ext>
            </a:extLst>
          </p:cNvPr>
          <p:cNvSpPr>
            <a:spLocks noGrp="1"/>
          </p:cNvSpPr>
          <p:nvPr>
            <p:ph type="subTitle" idx="1"/>
          </p:nvPr>
        </p:nvSpPr>
        <p:spPr bwMode="auto">
          <a:xfrm>
            <a:off x="2062800" y="5868000"/>
            <a:ext cx="4500000" cy="274883"/>
          </a:xfrm>
        </p:spPr>
        <p:txBody>
          <a:bodyPr anchor="t" anchorCtr="0">
            <a:spAutoFit/>
          </a:bodyPr>
          <a:lstStyle>
            <a:lvl1pPr marL="0" indent="0" algn="l">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5" name="Departementsname">
            <a:extLst>
              <a:ext uri="{FF2B5EF4-FFF2-40B4-BE49-F238E27FC236}">
                <a16:creationId xmlns:a16="http://schemas.microsoft.com/office/drawing/2014/main" id="{97F8842E-55D5-8E6E-EF2A-94C7EBB9EB42}"/>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69" name="Titel 1">
            <a:extLst>
              <a:ext uri="{FF2B5EF4-FFF2-40B4-BE49-F238E27FC236}">
                <a16:creationId xmlns:a16="http://schemas.microsoft.com/office/drawing/2014/main" id="{B467EF93-8F84-678C-8DD0-5FE362C02605}"/>
              </a:ext>
            </a:extLst>
          </p:cNvPr>
          <p:cNvSpPr>
            <a:spLocks noGrp="1"/>
          </p:cNvSpPr>
          <p:nvPr>
            <p:ph type="ctrTitle"/>
          </p:nvPr>
        </p:nvSpPr>
        <p:spPr bwMode="auto">
          <a:xfrm>
            <a:off x="2062800"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2" name="Textplatzhalter 99">
            <a:extLst>
              <a:ext uri="{FF2B5EF4-FFF2-40B4-BE49-F238E27FC236}">
                <a16:creationId xmlns:a16="http://schemas.microsoft.com/office/drawing/2014/main" id="{086694B6-ECFD-F8A8-2534-1F9C804BCEF2}"/>
              </a:ext>
            </a:extLst>
          </p:cNvPr>
          <p:cNvSpPr>
            <a:spLocks noGrp="1" noChangeAspect="1"/>
          </p:cNvSpPr>
          <p:nvPr>
            <p:ph type="body" sz="quarter" idx="18"/>
          </p:nvPr>
        </p:nvSpPr>
        <p:spPr bwMode="gray">
          <a:xfrm>
            <a:off x="378000" y="360000"/>
            <a:ext cx="981075" cy="1023937"/>
          </a:xfrm>
          <a:custGeom>
            <a:avLst/>
            <a:gdLst>
              <a:gd name="connsiteX0" fmla="*/ 271463 w 981075"/>
              <a:gd name="connsiteY0" fmla="*/ 823912 h 1023937"/>
              <a:gd name="connsiteX1" fmla="*/ 224424 w 981075"/>
              <a:gd name="connsiteY1" fmla="*/ 841427 h 1023937"/>
              <a:gd name="connsiteX2" fmla="*/ 184677 w 981075"/>
              <a:gd name="connsiteY2" fmla="*/ 847265 h 1023937"/>
              <a:gd name="connsiteX3" fmla="*/ 114300 w 981075"/>
              <a:gd name="connsiteY3" fmla="*/ 901268 h 1023937"/>
              <a:gd name="connsiteX4" fmla="*/ 174832 w 981075"/>
              <a:gd name="connsiteY4" fmla="*/ 946149 h 1023937"/>
              <a:gd name="connsiteX5" fmla="*/ 271463 w 981075"/>
              <a:gd name="connsiteY5" fmla="*/ 866969 h 1023937"/>
              <a:gd name="connsiteX6" fmla="*/ 203145 w 981075"/>
              <a:gd name="connsiteY6" fmla="*/ 603250 h 1023937"/>
              <a:gd name="connsiteX7" fmla="*/ 385650 w 981075"/>
              <a:gd name="connsiteY7" fmla="*/ 720912 h 1023937"/>
              <a:gd name="connsiteX8" fmla="*/ 385650 w 981075"/>
              <a:gd name="connsiteY8" fmla="*/ 903017 h 1023937"/>
              <a:gd name="connsiteX9" fmla="*/ 392892 w 981075"/>
              <a:gd name="connsiteY9" fmla="*/ 955512 h 1023937"/>
              <a:gd name="connsiteX10" fmla="*/ 396875 w 981075"/>
              <a:gd name="connsiteY10" fmla="*/ 976148 h 1023937"/>
              <a:gd name="connsiteX11" fmla="*/ 341472 w 981075"/>
              <a:gd name="connsiteY11" fmla="*/ 1023937 h 1023937"/>
              <a:gd name="connsiteX12" fmla="*/ 273033 w 981075"/>
              <a:gd name="connsiteY12" fmla="*/ 967821 h 1023937"/>
              <a:gd name="connsiteX13" fmla="*/ 128912 w 981075"/>
              <a:gd name="connsiteY13" fmla="*/ 1023937 h 1023937"/>
              <a:gd name="connsiteX14" fmla="*/ 0 w 981075"/>
              <a:gd name="connsiteY14" fmla="*/ 906999 h 1023937"/>
              <a:gd name="connsiteX15" fmla="*/ 157157 w 981075"/>
              <a:gd name="connsiteY15" fmla="*/ 775580 h 1023937"/>
              <a:gd name="connsiteX16" fmla="*/ 223423 w 981075"/>
              <a:gd name="connsiteY16" fmla="*/ 768339 h 1023937"/>
              <a:gd name="connsiteX17" fmla="*/ 264704 w 981075"/>
              <a:gd name="connsiteY17" fmla="*/ 734307 h 1023937"/>
              <a:gd name="connsiteX18" fmla="*/ 202421 w 981075"/>
              <a:gd name="connsiteY18" fmla="*/ 695932 h 1023937"/>
              <a:gd name="connsiteX19" fmla="*/ 123118 w 981075"/>
              <a:gd name="connsiteY19" fmla="*/ 730687 h 1023937"/>
              <a:gd name="connsiteX20" fmla="*/ 107185 w 981075"/>
              <a:gd name="connsiteY20" fmla="*/ 744807 h 1023937"/>
              <a:gd name="connsiteX21" fmla="*/ 75319 w 981075"/>
              <a:gd name="connsiteY21" fmla="*/ 756030 h 1023937"/>
              <a:gd name="connsiteX22" fmla="*/ 24986 w 981075"/>
              <a:gd name="connsiteY22" fmla="*/ 705707 h 1023937"/>
              <a:gd name="connsiteX23" fmla="*/ 203145 w 981075"/>
              <a:gd name="connsiteY23" fmla="*/ 603250 h 1023937"/>
              <a:gd name="connsiteX24" fmla="*/ 466262 w 981075"/>
              <a:gd name="connsiteY24" fmla="*/ 601662 h 1023937"/>
              <a:gd name="connsiteX25" fmla="*/ 521045 w 981075"/>
              <a:gd name="connsiteY25" fmla="*/ 637847 h 1023937"/>
              <a:gd name="connsiteX26" fmla="*/ 525036 w 981075"/>
              <a:gd name="connsiteY26" fmla="*/ 651235 h 1023937"/>
              <a:gd name="connsiteX27" fmla="*/ 527213 w 981075"/>
              <a:gd name="connsiteY27" fmla="*/ 659919 h 1023937"/>
              <a:gd name="connsiteX28" fmla="*/ 578005 w 981075"/>
              <a:gd name="connsiteY28" fmla="*/ 870876 h 1023937"/>
              <a:gd name="connsiteX29" fmla="*/ 618275 w 981075"/>
              <a:gd name="connsiteY29" fmla="*/ 681630 h 1023937"/>
              <a:gd name="connsiteX30" fmla="*/ 622629 w 981075"/>
              <a:gd name="connsiteY30" fmla="*/ 662452 h 1023937"/>
              <a:gd name="connsiteX31" fmla="*/ 628434 w 981075"/>
              <a:gd name="connsiteY31" fmla="*/ 643998 h 1023937"/>
              <a:gd name="connsiteX32" fmla="*/ 694826 w 981075"/>
              <a:gd name="connsiteY32" fmla="*/ 601662 h 1023937"/>
              <a:gd name="connsiteX33" fmla="*/ 762670 w 981075"/>
              <a:gd name="connsiteY33" fmla="*/ 646893 h 1023937"/>
              <a:gd name="connsiteX34" fmla="*/ 765209 w 981075"/>
              <a:gd name="connsiteY34" fmla="*/ 654492 h 1023937"/>
              <a:gd name="connsiteX35" fmla="*/ 772465 w 981075"/>
              <a:gd name="connsiteY35" fmla="*/ 681630 h 1023937"/>
              <a:gd name="connsiteX36" fmla="*/ 813099 w 981075"/>
              <a:gd name="connsiteY36" fmla="*/ 870152 h 1023937"/>
              <a:gd name="connsiteX37" fmla="*/ 860626 w 981075"/>
              <a:gd name="connsiteY37" fmla="*/ 659919 h 1023937"/>
              <a:gd name="connsiteX38" fmla="*/ 863165 w 981075"/>
              <a:gd name="connsiteY38" fmla="*/ 649064 h 1023937"/>
              <a:gd name="connsiteX39" fmla="*/ 864979 w 981075"/>
              <a:gd name="connsiteY39" fmla="*/ 641827 h 1023937"/>
              <a:gd name="connsiteX40" fmla="*/ 921213 w 981075"/>
              <a:gd name="connsiteY40" fmla="*/ 601662 h 1023937"/>
              <a:gd name="connsiteX41" fmla="*/ 966563 w 981075"/>
              <a:gd name="connsiteY41" fmla="*/ 622287 h 1023937"/>
              <a:gd name="connsiteX42" fmla="*/ 981075 w 981075"/>
              <a:gd name="connsiteY42" fmla="*/ 656663 h 1023937"/>
              <a:gd name="connsiteX43" fmla="*/ 981075 w 981075"/>
              <a:gd name="connsiteY43" fmla="*/ 659196 h 1023937"/>
              <a:gd name="connsiteX44" fmla="*/ 980712 w 981075"/>
              <a:gd name="connsiteY44" fmla="*/ 670051 h 1023937"/>
              <a:gd name="connsiteX45" fmla="*/ 973456 w 981075"/>
              <a:gd name="connsiteY45" fmla="*/ 701532 h 1023937"/>
              <a:gd name="connsiteX46" fmla="*/ 893640 w 981075"/>
              <a:gd name="connsiteY46" fmla="*/ 960252 h 1023937"/>
              <a:gd name="connsiteX47" fmla="*/ 892189 w 981075"/>
              <a:gd name="connsiteY47" fmla="*/ 964594 h 1023937"/>
              <a:gd name="connsiteX48" fmla="*/ 887473 w 981075"/>
              <a:gd name="connsiteY48" fmla="*/ 979068 h 1023937"/>
              <a:gd name="connsiteX49" fmla="*/ 817452 w 981075"/>
              <a:gd name="connsiteY49" fmla="*/ 1023937 h 1023937"/>
              <a:gd name="connsiteX50" fmla="*/ 816727 w 981075"/>
              <a:gd name="connsiteY50" fmla="*/ 1023937 h 1023937"/>
              <a:gd name="connsiteX51" fmla="*/ 744893 w 981075"/>
              <a:gd name="connsiteY51" fmla="*/ 974364 h 1023937"/>
              <a:gd name="connsiteX52" fmla="*/ 741265 w 981075"/>
              <a:gd name="connsiteY52" fmla="*/ 962061 h 1023937"/>
              <a:gd name="connsiteX53" fmla="*/ 693738 w 981075"/>
              <a:gd name="connsiteY53" fmla="*/ 773177 h 1023937"/>
              <a:gd name="connsiteX54" fmla="*/ 646937 w 981075"/>
              <a:gd name="connsiteY54" fmla="*/ 959890 h 1023937"/>
              <a:gd name="connsiteX55" fmla="*/ 646211 w 981075"/>
              <a:gd name="connsiteY55" fmla="*/ 962061 h 1023937"/>
              <a:gd name="connsiteX56" fmla="*/ 642583 w 981075"/>
              <a:gd name="connsiteY56" fmla="*/ 975088 h 1023937"/>
              <a:gd name="connsiteX57" fmla="*/ 570749 w 981075"/>
              <a:gd name="connsiteY57" fmla="*/ 1023937 h 1023937"/>
              <a:gd name="connsiteX58" fmla="*/ 570386 w 981075"/>
              <a:gd name="connsiteY58" fmla="*/ 1023937 h 1023937"/>
              <a:gd name="connsiteX59" fmla="*/ 499640 w 981075"/>
              <a:gd name="connsiteY59" fmla="*/ 977621 h 1023937"/>
              <a:gd name="connsiteX60" fmla="*/ 495649 w 981075"/>
              <a:gd name="connsiteY60" fmla="*/ 965680 h 1023937"/>
              <a:gd name="connsiteX61" fmla="*/ 494198 w 981075"/>
              <a:gd name="connsiteY61" fmla="*/ 960252 h 1023937"/>
              <a:gd name="connsiteX62" fmla="*/ 414382 w 981075"/>
              <a:gd name="connsiteY62" fmla="*/ 701532 h 1023937"/>
              <a:gd name="connsiteX63" fmla="*/ 407126 w 981075"/>
              <a:gd name="connsiteY63" fmla="*/ 670051 h 1023937"/>
              <a:gd name="connsiteX64" fmla="*/ 406400 w 981075"/>
              <a:gd name="connsiteY64" fmla="*/ 659196 h 1023937"/>
              <a:gd name="connsiteX65" fmla="*/ 406763 w 981075"/>
              <a:gd name="connsiteY65" fmla="*/ 656663 h 1023937"/>
              <a:gd name="connsiteX66" fmla="*/ 420912 w 981075"/>
              <a:gd name="connsiteY66" fmla="*/ 622287 h 1023937"/>
              <a:gd name="connsiteX67" fmla="*/ 466262 w 981075"/>
              <a:gd name="connsiteY67" fmla="*/ 601662 h 1023937"/>
              <a:gd name="connsiteX68" fmla="*/ 254380 w 981075"/>
              <a:gd name="connsiteY68" fmla="*/ 163512 h 1023937"/>
              <a:gd name="connsiteX69" fmla="*/ 513941 w 981075"/>
              <a:gd name="connsiteY69" fmla="*/ 163512 h 1023937"/>
              <a:gd name="connsiteX70" fmla="*/ 533127 w 981075"/>
              <a:gd name="connsiteY70" fmla="*/ 166411 h 1023937"/>
              <a:gd name="connsiteX71" fmla="*/ 560640 w 981075"/>
              <a:gd name="connsiteY71" fmla="*/ 189600 h 1023937"/>
              <a:gd name="connsiteX72" fmla="*/ 566794 w 981075"/>
              <a:gd name="connsiteY72" fmla="*/ 214239 h 1023937"/>
              <a:gd name="connsiteX73" fmla="*/ 567156 w 981075"/>
              <a:gd name="connsiteY73" fmla="*/ 219674 h 1023937"/>
              <a:gd name="connsiteX74" fmla="*/ 547608 w 981075"/>
              <a:gd name="connsiteY74" fmla="*/ 261704 h 1023937"/>
              <a:gd name="connsiteX75" fmla="*/ 357915 w 981075"/>
              <a:gd name="connsiteY75" fmla="*/ 470046 h 1023937"/>
              <a:gd name="connsiteX76" fmla="*/ 519371 w 981075"/>
              <a:gd name="connsiteY76" fmla="*/ 470046 h 1023937"/>
              <a:gd name="connsiteX77" fmla="*/ 536747 w 981075"/>
              <a:gd name="connsiteY77" fmla="*/ 472220 h 1023937"/>
              <a:gd name="connsiteX78" fmla="*/ 536747 w 981075"/>
              <a:gd name="connsiteY78" fmla="*/ 472582 h 1023937"/>
              <a:gd name="connsiteX79" fmla="*/ 571500 w 981075"/>
              <a:gd name="connsiteY79" fmla="*/ 520772 h 1023937"/>
              <a:gd name="connsiteX80" fmla="*/ 536747 w 981075"/>
              <a:gd name="connsiteY80" fmla="*/ 568963 h 1023937"/>
              <a:gd name="connsiteX81" fmla="*/ 519371 w 981075"/>
              <a:gd name="connsiteY81" fmla="*/ 571499 h 1023937"/>
              <a:gd name="connsiteX82" fmla="*/ 240986 w 981075"/>
              <a:gd name="connsiteY82" fmla="*/ 571499 h 1023937"/>
              <a:gd name="connsiteX83" fmla="*/ 237366 w 981075"/>
              <a:gd name="connsiteY83" fmla="*/ 571499 h 1023937"/>
              <a:gd name="connsiteX84" fmla="*/ 184512 w 981075"/>
              <a:gd name="connsiteY84" fmla="*/ 522946 h 1023937"/>
              <a:gd name="connsiteX85" fmla="*/ 184150 w 981075"/>
              <a:gd name="connsiteY85" fmla="*/ 520772 h 1023937"/>
              <a:gd name="connsiteX86" fmla="*/ 200441 w 981075"/>
              <a:gd name="connsiteY86" fmla="*/ 475481 h 1023937"/>
              <a:gd name="connsiteX87" fmla="*/ 394116 w 981075"/>
              <a:gd name="connsiteY87" fmla="*/ 264965 h 1023937"/>
              <a:gd name="connsiteX88" fmla="*/ 254380 w 981075"/>
              <a:gd name="connsiteY88" fmla="*/ 264965 h 1023937"/>
              <a:gd name="connsiteX89" fmla="*/ 237366 w 981075"/>
              <a:gd name="connsiteY89" fmla="*/ 262429 h 1023937"/>
              <a:gd name="connsiteX90" fmla="*/ 202251 w 981075"/>
              <a:gd name="connsiteY90" fmla="*/ 214239 h 1023937"/>
              <a:gd name="connsiteX91" fmla="*/ 237366 w 981075"/>
              <a:gd name="connsiteY91" fmla="*/ 166048 h 1023937"/>
              <a:gd name="connsiteX92" fmla="*/ 254380 w 981075"/>
              <a:gd name="connsiteY92" fmla="*/ 163512 h 1023937"/>
              <a:gd name="connsiteX93" fmla="*/ 659179 w 981075"/>
              <a:gd name="connsiteY93" fmla="*/ 0 h 1023937"/>
              <a:gd name="connsiteX94" fmla="*/ 721458 w 981075"/>
              <a:gd name="connsiteY94" fmla="*/ 61245 h 1023937"/>
              <a:gd name="connsiteX95" fmla="*/ 721458 w 981075"/>
              <a:gd name="connsiteY95" fmla="*/ 62332 h 1023937"/>
              <a:gd name="connsiteX96" fmla="*/ 721458 w 981075"/>
              <a:gd name="connsiteY96" fmla="*/ 192795 h 1023937"/>
              <a:gd name="connsiteX97" fmla="*/ 836240 w 981075"/>
              <a:gd name="connsiteY97" fmla="*/ 146771 h 1023937"/>
              <a:gd name="connsiteX98" fmla="*/ 981075 w 981075"/>
              <a:gd name="connsiteY98" fmla="*/ 297528 h 1023937"/>
              <a:gd name="connsiteX99" fmla="*/ 981075 w 981075"/>
              <a:gd name="connsiteY99" fmla="*/ 509168 h 1023937"/>
              <a:gd name="connsiteX100" fmla="*/ 918796 w 981075"/>
              <a:gd name="connsiteY100" fmla="*/ 571500 h 1023937"/>
              <a:gd name="connsiteX101" fmla="*/ 856517 w 981075"/>
              <a:gd name="connsiteY101" fmla="*/ 510255 h 1023937"/>
              <a:gd name="connsiteX102" fmla="*/ 856517 w 981075"/>
              <a:gd name="connsiteY102" fmla="*/ 509168 h 1023937"/>
              <a:gd name="connsiteX103" fmla="*/ 856517 w 981075"/>
              <a:gd name="connsiteY103" fmla="*/ 319272 h 1023937"/>
              <a:gd name="connsiteX104" fmla="*/ 796048 w 981075"/>
              <a:gd name="connsiteY104" fmla="*/ 251866 h 1023937"/>
              <a:gd name="connsiteX105" fmla="*/ 721458 w 981075"/>
              <a:gd name="connsiteY105" fmla="*/ 329781 h 1023937"/>
              <a:gd name="connsiteX106" fmla="*/ 721458 w 981075"/>
              <a:gd name="connsiteY106" fmla="*/ 509168 h 1023937"/>
              <a:gd name="connsiteX107" fmla="*/ 721458 w 981075"/>
              <a:gd name="connsiteY107" fmla="*/ 509892 h 1023937"/>
              <a:gd name="connsiteX108" fmla="*/ 659179 w 981075"/>
              <a:gd name="connsiteY108" fmla="*/ 571500 h 1023937"/>
              <a:gd name="connsiteX109" fmla="*/ 596900 w 981075"/>
              <a:gd name="connsiteY109" fmla="*/ 509168 h 1023937"/>
              <a:gd name="connsiteX110" fmla="*/ 596900 w 981075"/>
              <a:gd name="connsiteY110" fmla="*/ 62332 h 1023937"/>
              <a:gd name="connsiteX111" fmla="*/ 659179 w 981075"/>
              <a:gd name="connsiteY111" fmla="*/ 0 h 1023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Lst>
            <a:rect l="l" t="t" r="r" b="b"/>
            <a:pathLst>
              <a:path w="981075" h="1023937">
                <a:moveTo>
                  <a:pt x="271463" y="823912"/>
                </a:moveTo>
                <a:cubicBezTo>
                  <a:pt x="259430" y="835224"/>
                  <a:pt x="237186" y="839237"/>
                  <a:pt x="224424" y="841427"/>
                </a:cubicBezTo>
                <a:lnTo>
                  <a:pt x="184677" y="847265"/>
                </a:lnTo>
                <a:cubicBezTo>
                  <a:pt x="139096" y="854198"/>
                  <a:pt x="114300" y="868428"/>
                  <a:pt x="114300" y="901268"/>
                </a:cubicBezTo>
                <a:cubicBezTo>
                  <a:pt x="114300" y="926080"/>
                  <a:pt x="137638" y="946149"/>
                  <a:pt x="174832" y="946149"/>
                </a:cubicBezTo>
                <a:cubicBezTo>
                  <a:pt x="234998" y="946149"/>
                  <a:pt x="271463" y="907471"/>
                  <a:pt x="271463" y="866969"/>
                </a:cubicBezTo>
                <a:close/>
                <a:moveTo>
                  <a:pt x="203145" y="603250"/>
                </a:moveTo>
                <a:cubicBezTo>
                  <a:pt x="320832" y="603250"/>
                  <a:pt x="385650" y="644884"/>
                  <a:pt x="385650" y="720912"/>
                </a:cubicBezTo>
                <a:lnTo>
                  <a:pt x="385650" y="903017"/>
                </a:lnTo>
                <a:cubicBezTo>
                  <a:pt x="385650" y="930169"/>
                  <a:pt x="389995" y="944289"/>
                  <a:pt x="392892" y="955512"/>
                </a:cubicBezTo>
                <a:cubicBezTo>
                  <a:pt x="395065" y="962391"/>
                  <a:pt x="396875" y="968545"/>
                  <a:pt x="396875" y="976148"/>
                </a:cubicBezTo>
                <a:cubicBezTo>
                  <a:pt x="396875" y="1002939"/>
                  <a:pt x="372614" y="1023937"/>
                  <a:pt x="341472" y="1023937"/>
                </a:cubicBezTo>
                <a:cubicBezTo>
                  <a:pt x="302726" y="1023937"/>
                  <a:pt x="279189" y="1004025"/>
                  <a:pt x="273033" y="967821"/>
                </a:cubicBezTo>
                <a:cubicBezTo>
                  <a:pt x="234649" y="1005835"/>
                  <a:pt x="188298" y="1023937"/>
                  <a:pt x="128912" y="1023937"/>
                </a:cubicBezTo>
                <a:cubicBezTo>
                  <a:pt x="65542" y="1023937"/>
                  <a:pt x="0" y="980131"/>
                  <a:pt x="0" y="906999"/>
                </a:cubicBezTo>
                <a:cubicBezTo>
                  <a:pt x="0" y="807439"/>
                  <a:pt x="79303" y="784631"/>
                  <a:pt x="157157" y="775580"/>
                </a:cubicBezTo>
                <a:lnTo>
                  <a:pt x="223423" y="768339"/>
                </a:lnTo>
                <a:cubicBezTo>
                  <a:pt x="250944" y="765081"/>
                  <a:pt x="264704" y="758926"/>
                  <a:pt x="264704" y="734307"/>
                </a:cubicBezTo>
                <a:cubicBezTo>
                  <a:pt x="264704" y="706069"/>
                  <a:pt x="232476" y="695932"/>
                  <a:pt x="202421" y="695932"/>
                </a:cubicBezTo>
                <a:cubicBezTo>
                  <a:pt x="158605" y="695932"/>
                  <a:pt x="139775" y="714395"/>
                  <a:pt x="123118" y="730687"/>
                </a:cubicBezTo>
                <a:cubicBezTo>
                  <a:pt x="117687" y="735756"/>
                  <a:pt x="112617" y="740462"/>
                  <a:pt x="107185" y="744807"/>
                </a:cubicBezTo>
                <a:cubicBezTo>
                  <a:pt x="98495" y="751685"/>
                  <a:pt x="87269" y="756030"/>
                  <a:pt x="75319" y="756030"/>
                </a:cubicBezTo>
                <a:cubicBezTo>
                  <a:pt x="47437" y="756030"/>
                  <a:pt x="24986" y="733583"/>
                  <a:pt x="24986" y="705707"/>
                </a:cubicBezTo>
                <a:cubicBezTo>
                  <a:pt x="24986" y="655383"/>
                  <a:pt x="92701" y="603250"/>
                  <a:pt x="203145" y="603250"/>
                </a:cubicBezTo>
                <a:close/>
                <a:moveTo>
                  <a:pt x="466262" y="601662"/>
                </a:moveTo>
                <a:cubicBezTo>
                  <a:pt x="490207" y="601662"/>
                  <a:pt x="511612" y="616136"/>
                  <a:pt x="521045" y="637847"/>
                </a:cubicBezTo>
                <a:cubicBezTo>
                  <a:pt x="522496" y="641827"/>
                  <a:pt x="523585" y="645807"/>
                  <a:pt x="525036" y="651235"/>
                </a:cubicBezTo>
                <a:lnTo>
                  <a:pt x="527213" y="659919"/>
                </a:lnTo>
                <a:cubicBezTo>
                  <a:pt x="527213" y="659919"/>
                  <a:pt x="576191" y="863277"/>
                  <a:pt x="578005" y="870876"/>
                </a:cubicBezTo>
                <a:cubicBezTo>
                  <a:pt x="583809" y="844099"/>
                  <a:pt x="618275" y="681630"/>
                  <a:pt x="618275" y="681630"/>
                </a:cubicBezTo>
                <a:cubicBezTo>
                  <a:pt x="619727" y="675841"/>
                  <a:pt x="621178" y="668966"/>
                  <a:pt x="622629" y="662452"/>
                </a:cubicBezTo>
                <a:cubicBezTo>
                  <a:pt x="624443" y="655577"/>
                  <a:pt x="626257" y="649426"/>
                  <a:pt x="628434" y="643998"/>
                </a:cubicBezTo>
                <a:cubicBezTo>
                  <a:pt x="640406" y="618307"/>
                  <a:pt x="666528" y="601662"/>
                  <a:pt x="694826" y="601662"/>
                </a:cubicBezTo>
                <a:cubicBezTo>
                  <a:pt x="724576" y="601662"/>
                  <a:pt x="751060" y="619393"/>
                  <a:pt x="762670" y="646893"/>
                </a:cubicBezTo>
                <a:lnTo>
                  <a:pt x="765209" y="654492"/>
                </a:lnTo>
                <a:cubicBezTo>
                  <a:pt x="768112" y="663900"/>
                  <a:pt x="770651" y="674031"/>
                  <a:pt x="772465" y="681630"/>
                </a:cubicBezTo>
                <a:cubicBezTo>
                  <a:pt x="772465" y="681630"/>
                  <a:pt x="811648" y="862553"/>
                  <a:pt x="813099" y="870152"/>
                </a:cubicBezTo>
                <a:cubicBezTo>
                  <a:pt x="819629" y="841566"/>
                  <a:pt x="860626" y="659919"/>
                  <a:pt x="860626" y="659919"/>
                </a:cubicBezTo>
                <a:lnTo>
                  <a:pt x="863165" y="649064"/>
                </a:lnTo>
                <a:cubicBezTo>
                  <a:pt x="863165" y="649064"/>
                  <a:pt x="864979" y="641827"/>
                  <a:pt x="864979" y="641827"/>
                </a:cubicBezTo>
                <a:cubicBezTo>
                  <a:pt x="873324" y="617945"/>
                  <a:pt x="895817" y="601662"/>
                  <a:pt x="921213" y="601662"/>
                </a:cubicBezTo>
                <a:cubicBezTo>
                  <a:pt x="938628" y="601662"/>
                  <a:pt x="954954" y="609261"/>
                  <a:pt x="966563" y="622287"/>
                </a:cubicBezTo>
                <a:cubicBezTo>
                  <a:pt x="975270" y="632057"/>
                  <a:pt x="979987" y="643998"/>
                  <a:pt x="981075" y="656663"/>
                </a:cubicBezTo>
                <a:lnTo>
                  <a:pt x="981075" y="659196"/>
                </a:lnTo>
                <a:cubicBezTo>
                  <a:pt x="981075" y="662814"/>
                  <a:pt x="981075" y="666433"/>
                  <a:pt x="980712" y="670051"/>
                </a:cubicBezTo>
                <a:cubicBezTo>
                  <a:pt x="979624" y="681992"/>
                  <a:pt x="976359" y="692124"/>
                  <a:pt x="973456" y="701532"/>
                </a:cubicBezTo>
                <a:lnTo>
                  <a:pt x="893640" y="960252"/>
                </a:lnTo>
                <a:lnTo>
                  <a:pt x="892189" y="964594"/>
                </a:lnTo>
                <a:cubicBezTo>
                  <a:pt x="890738" y="970022"/>
                  <a:pt x="888924" y="974726"/>
                  <a:pt x="887473" y="979068"/>
                </a:cubicBezTo>
                <a:cubicBezTo>
                  <a:pt x="874775" y="1006207"/>
                  <a:pt x="847565" y="1023937"/>
                  <a:pt x="817452" y="1023937"/>
                </a:cubicBezTo>
                <a:lnTo>
                  <a:pt x="816727" y="1023937"/>
                </a:lnTo>
                <a:cubicBezTo>
                  <a:pt x="785163" y="1023937"/>
                  <a:pt x="756139" y="1004036"/>
                  <a:pt x="744893" y="974364"/>
                </a:cubicBezTo>
                <a:lnTo>
                  <a:pt x="741265" y="962061"/>
                </a:lnTo>
                <a:cubicBezTo>
                  <a:pt x="741265" y="962061"/>
                  <a:pt x="695552" y="779691"/>
                  <a:pt x="693738" y="773177"/>
                </a:cubicBezTo>
                <a:cubicBezTo>
                  <a:pt x="692287" y="779691"/>
                  <a:pt x="646937" y="959890"/>
                  <a:pt x="646937" y="959890"/>
                </a:cubicBezTo>
                <a:cubicBezTo>
                  <a:pt x="646937" y="959890"/>
                  <a:pt x="646211" y="962061"/>
                  <a:pt x="646211" y="962061"/>
                </a:cubicBezTo>
                <a:cubicBezTo>
                  <a:pt x="646211" y="962061"/>
                  <a:pt x="642583" y="975088"/>
                  <a:pt x="642583" y="975088"/>
                </a:cubicBezTo>
                <a:cubicBezTo>
                  <a:pt x="630973" y="1004759"/>
                  <a:pt x="602675" y="1023937"/>
                  <a:pt x="570749" y="1023937"/>
                </a:cubicBezTo>
                <a:lnTo>
                  <a:pt x="570386" y="1023937"/>
                </a:lnTo>
                <a:cubicBezTo>
                  <a:pt x="539911" y="1023937"/>
                  <a:pt x="511975" y="1005483"/>
                  <a:pt x="499640" y="977621"/>
                </a:cubicBezTo>
                <a:lnTo>
                  <a:pt x="495649" y="965680"/>
                </a:lnTo>
                <a:lnTo>
                  <a:pt x="494198" y="960252"/>
                </a:lnTo>
                <a:lnTo>
                  <a:pt x="414382" y="701532"/>
                </a:lnTo>
                <a:cubicBezTo>
                  <a:pt x="411479" y="692124"/>
                  <a:pt x="408214" y="682354"/>
                  <a:pt x="407126" y="670051"/>
                </a:cubicBezTo>
                <a:cubicBezTo>
                  <a:pt x="406763" y="666433"/>
                  <a:pt x="406400" y="662814"/>
                  <a:pt x="406400" y="659196"/>
                </a:cubicBezTo>
                <a:cubicBezTo>
                  <a:pt x="406400" y="659196"/>
                  <a:pt x="406763" y="656663"/>
                  <a:pt x="406763" y="656663"/>
                </a:cubicBezTo>
                <a:cubicBezTo>
                  <a:pt x="407489" y="643998"/>
                  <a:pt x="412568" y="632057"/>
                  <a:pt x="420912" y="622287"/>
                </a:cubicBezTo>
                <a:cubicBezTo>
                  <a:pt x="432522" y="609261"/>
                  <a:pt x="449211" y="601662"/>
                  <a:pt x="466262" y="601662"/>
                </a:cubicBezTo>
                <a:close/>
                <a:moveTo>
                  <a:pt x="254380" y="163512"/>
                </a:moveTo>
                <a:lnTo>
                  <a:pt x="513941" y="163512"/>
                </a:lnTo>
                <a:cubicBezTo>
                  <a:pt x="520819" y="163512"/>
                  <a:pt x="527335" y="164599"/>
                  <a:pt x="533127" y="166411"/>
                </a:cubicBezTo>
                <a:cubicBezTo>
                  <a:pt x="545436" y="170396"/>
                  <a:pt x="554848" y="178368"/>
                  <a:pt x="560640" y="189600"/>
                </a:cubicBezTo>
                <a:cubicBezTo>
                  <a:pt x="564260" y="196847"/>
                  <a:pt x="566432" y="204818"/>
                  <a:pt x="566794" y="214239"/>
                </a:cubicBezTo>
                <a:lnTo>
                  <a:pt x="567156" y="219674"/>
                </a:lnTo>
                <a:cubicBezTo>
                  <a:pt x="567156" y="233080"/>
                  <a:pt x="559916" y="248298"/>
                  <a:pt x="547608" y="261704"/>
                </a:cubicBezTo>
                <a:cubicBezTo>
                  <a:pt x="547608" y="261704"/>
                  <a:pt x="363345" y="464248"/>
                  <a:pt x="357915" y="470046"/>
                </a:cubicBezTo>
                <a:lnTo>
                  <a:pt x="519371" y="470046"/>
                </a:lnTo>
                <a:cubicBezTo>
                  <a:pt x="525163" y="470046"/>
                  <a:pt x="530955" y="470770"/>
                  <a:pt x="536747" y="472220"/>
                </a:cubicBezTo>
                <a:lnTo>
                  <a:pt x="536747" y="472582"/>
                </a:lnTo>
                <a:cubicBezTo>
                  <a:pt x="557382" y="479104"/>
                  <a:pt x="571500" y="498670"/>
                  <a:pt x="571500" y="520772"/>
                </a:cubicBezTo>
                <a:cubicBezTo>
                  <a:pt x="571500" y="542512"/>
                  <a:pt x="557382" y="562078"/>
                  <a:pt x="536747" y="568963"/>
                </a:cubicBezTo>
                <a:cubicBezTo>
                  <a:pt x="530955" y="570412"/>
                  <a:pt x="525163" y="571499"/>
                  <a:pt x="519371" y="571499"/>
                </a:cubicBezTo>
                <a:lnTo>
                  <a:pt x="240986" y="571499"/>
                </a:lnTo>
                <a:lnTo>
                  <a:pt x="237366" y="571499"/>
                </a:lnTo>
                <a:cubicBezTo>
                  <a:pt x="202613" y="569687"/>
                  <a:pt x="185598" y="545411"/>
                  <a:pt x="184512" y="522946"/>
                </a:cubicBezTo>
                <a:lnTo>
                  <a:pt x="184150" y="520772"/>
                </a:lnTo>
                <a:cubicBezTo>
                  <a:pt x="184150" y="502293"/>
                  <a:pt x="189580" y="487075"/>
                  <a:pt x="200441" y="475481"/>
                </a:cubicBezTo>
                <a:cubicBezTo>
                  <a:pt x="200441" y="475481"/>
                  <a:pt x="388685" y="270763"/>
                  <a:pt x="394116" y="264965"/>
                </a:cubicBezTo>
                <a:lnTo>
                  <a:pt x="254380" y="264965"/>
                </a:lnTo>
                <a:cubicBezTo>
                  <a:pt x="248588" y="264965"/>
                  <a:pt x="242796" y="264241"/>
                  <a:pt x="237366" y="262429"/>
                </a:cubicBezTo>
                <a:cubicBezTo>
                  <a:pt x="216369" y="255545"/>
                  <a:pt x="202251" y="236341"/>
                  <a:pt x="202251" y="214239"/>
                </a:cubicBezTo>
                <a:cubicBezTo>
                  <a:pt x="202251" y="192136"/>
                  <a:pt x="216369" y="172933"/>
                  <a:pt x="237366" y="166048"/>
                </a:cubicBezTo>
                <a:cubicBezTo>
                  <a:pt x="242796" y="164237"/>
                  <a:pt x="248588" y="163512"/>
                  <a:pt x="254380" y="163512"/>
                </a:cubicBezTo>
                <a:close/>
                <a:moveTo>
                  <a:pt x="659179" y="0"/>
                </a:moveTo>
                <a:cubicBezTo>
                  <a:pt x="693216" y="0"/>
                  <a:pt x="721096" y="27542"/>
                  <a:pt x="721458" y="61245"/>
                </a:cubicBezTo>
                <a:lnTo>
                  <a:pt x="721458" y="62332"/>
                </a:lnTo>
                <a:lnTo>
                  <a:pt x="721458" y="192795"/>
                </a:lnTo>
                <a:cubicBezTo>
                  <a:pt x="750787" y="162716"/>
                  <a:pt x="790255" y="146771"/>
                  <a:pt x="836240" y="146771"/>
                </a:cubicBezTo>
                <a:cubicBezTo>
                  <a:pt x="927124" y="146771"/>
                  <a:pt x="981075" y="202942"/>
                  <a:pt x="981075" y="297528"/>
                </a:cubicBezTo>
                <a:lnTo>
                  <a:pt x="981075" y="509168"/>
                </a:lnTo>
                <a:cubicBezTo>
                  <a:pt x="981075" y="543595"/>
                  <a:pt x="953194" y="571500"/>
                  <a:pt x="918796" y="571500"/>
                </a:cubicBezTo>
                <a:cubicBezTo>
                  <a:pt x="885122" y="571500"/>
                  <a:pt x="857241" y="543958"/>
                  <a:pt x="856517" y="510255"/>
                </a:cubicBezTo>
                <a:lnTo>
                  <a:pt x="856517" y="509168"/>
                </a:lnTo>
                <a:lnTo>
                  <a:pt x="856517" y="319272"/>
                </a:lnTo>
                <a:cubicBezTo>
                  <a:pt x="856517" y="293904"/>
                  <a:pt x="848913" y="251866"/>
                  <a:pt x="796048" y="251866"/>
                </a:cubicBezTo>
                <a:cubicBezTo>
                  <a:pt x="760202" y="251866"/>
                  <a:pt x="721458" y="281582"/>
                  <a:pt x="721458" y="329781"/>
                </a:cubicBezTo>
                <a:lnTo>
                  <a:pt x="721458" y="509168"/>
                </a:lnTo>
                <a:lnTo>
                  <a:pt x="721458" y="509892"/>
                </a:lnTo>
                <a:cubicBezTo>
                  <a:pt x="721096" y="543958"/>
                  <a:pt x="693216" y="571500"/>
                  <a:pt x="659179" y="571500"/>
                </a:cubicBezTo>
                <a:cubicBezTo>
                  <a:pt x="625143" y="571500"/>
                  <a:pt x="596900" y="543595"/>
                  <a:pt x="596900" y="509168"/>
                </a:cubicBezTo>
                <a:lnTo>
                  <a:pt x="596900" y="62332"/>
                </a:lnTo>
                <a:cubicBezTo>
                  <a:pt x="596900" y="27905"/>
                  <a:pt x="625143" y="0"/>
                  <a:pt x="659179" y="0"/>
                </a:cubicBezTo>
                <a:close/>
              </a:path>
            </a:pathLst>
          </a:custGeom>
          <a:solidFill>
            <a:srgbClr val="FFFFFF"/>
          </a:solidFill>
        </p:spPr>
        <p:txBody>
          <a:bodyPr wrap="square">
            <a:noAutofit/>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2362407602"/>
      </p:ext>
    </p:extLst>
  </p:cSld>
  <p:clrMapOvr>
    <a:masterClrMapping/>
  </p:clrMapOvr>
  <p:extLst>
    <p:ext uri="{DCECCB84-F9BA-43D5-87BE-67443E8EF086}">
      <p15:sldGuideLst xmlns:p15="http://schemas.microsoft.com/office/powerpoint/2012/main">
        <p15:guide id="1" orient="horz" pos="2160" userDrawn="1">
          <p15:clr>
            <a:srgbClr val="000000"/>
          </p15:clr>
        </p15:guide>
        <p15:guide id="2" pos="3840" userDrawn="1">
          <p15:clr>
            <a:srgbClr val="000000"/>
          </p15:clr>
        </p15:guide>
        <p15:guide id="3" pos="3931" userDrawn="1">
          <p15:clr>
            <a:srgbClr val="000000"/>
          </p15:clr>
        </p15:guide>
        <p15:guide id="4" pos="4974" userDrawn="1">
          <p15:clr>
            <a:srgbClr val="000000"/>
          </p15:clr>
        </p15:guide>
        <p15:guide id="5" pos="5155" userDrawn="1">
          <p15:clr>
            <a:srgbClr val="000000"/>
          </p15:clr>
        </p15:guide>
        <p15:guide id="6" pos="6199" userDrawn="1">
          <p15:clr>
            <a:srgbClr val="000000"/>
          </p15:clr>
        </p15:guide>
        <p15:guide id="7" pos="6380" userDrawn="1">
          <p15:clr>
            <a:srgbClr val="000000"/>
          </p15:clr>
        </p15:guide>
        <p15:guide id="8" pos="7423" userDrawn="1">
          <p15:clr>
            <a:srgbClr val="000000"/>
          </p15:clr>
        </p15:guide>
        <p15:guide id="9" pos="3749" userDrawn="1">
          <p15:clr>
            <a:srgbClr val="000000"/>
          </p15:clr>
        </p15:guide>
        <p15:guide id="10" pos="2706" userDrawn="1">
          <p15:clr>
            <a:srgbClr val="000000"/>
          </p15:clr>
        </p15:guide>
        <p15:guide id="11" pos="2525" userDrawn="1">
          <p15:clr>
            <a:srgbClr val="000000"/>
          </p15:clr>
        </p15:guide>
        <p15:guide id="12" pos="1481" userDrawn="1">
          <p15:clr>
            <a:srgbClr val="000000"/>
          </p15:clr>
        </p15:guide>
        <p15:guide id="13" pos="1300" userDrawn="1">
          <p15:clr>
            <a:srgbClr val="000000"/>
          </p15:clr>
        </p15:guide>
        <p15:guide id="14" pos="257" userDrawn="1">
          <p15:clr>
            <a:srgbClr val="000000"/>
          </p15:clr>
        </p15:guide>
        <p15:guide id="16" orient="horz" pos="1616" userDrawn="1">
          <p15:clr>
            <a:srgbClr val="000000"/>
          </p15:clr>
        </p15:guide>
        <p15:guide id="17" orient="horz" pos="1071" userDrawn="1">
          <p15:clr>
            <a:srgbClr val="000000"/>
          </p15:clr>
        </p15:guide>
        <p15:guide id="18" orient="horz" pos="2704" userDrawn="1">
          <p15:clr>
            <a:srgbClr val="000000"/>
          </p15:clr>
        </p15:guide>
        <p15:guide id="19" orient="horz" pos="3249" userDrawn="1">
          <p15:clr>
            <a:srgbClr val="000000"/>
          </p15:clr>
        </p15:guide>
        <p15:guide id="20" orient="horz" pos="3793" userDrawn="1">
          <p15:clr>
            <a:srgbClr val="000000"/>
          </p15:clr>
        </p15:guide>
        <p15:guide id="21" orient="horz" pos="527" userDrawn="1">
          <p15:clr>
            <a:srgbClr val="00000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Textur-Bild 1">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12192000" cy="4572000"/>
          </a:xfrm>
          <a:noFill/>
        </p:spPr>
        <p:txBody>
          <a:bodyPr/>
          <a:lstStyle>
            <a:lvl1pPr marL="0" indent="0">
              <a:buNone/>
              <a:defRPr/>
            </a:lvl1pPr>
          </a:lstStyle>
          <a:p>
            <a:r>
              <a:rPr lang="en-US"/>
              <a:t>Click icon to add picture</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5200"/>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474903440"/>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94" userDrawn="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folie Video 1">
    <p:bg>
      <p:bgPr>
        <a:solidFill>
          <a:srgbClr val="05366C"/>
        </a:solidFill>
        <a:effectLst/>
      </p:bgPr>
    </p:bg>
    <p:spTree>
      <p:nvGrpSpPr>
        <p:cNvPr id="1" name=""/>
        <p:cNvGrpSpPr/>
        <p:nvPr/>
      </p:nvGrpSpPr>
      <p:grpSpPr>
        <a:xfrm>
          <a:off x="0" y="0"/>
          <a:ext cx="0" cy="0"/>
          <a:chOff x="0" y="0"/>
          <a:chExt cx="0" cy="0"/>
        </a:xfrm>
      </p:grpSpPr>
      <p:sp>
        <p:nvSpPr>
          <p:cNvPr id="20" name="Medienplatzhalter 19">
            <a:extLst>
              <a:ext uri="{FF2B5EF4-FFF2-40B4-BE49-F238E27FC236}">
                <a16:creationId xmlns:a16="http://schemas.microsoft.com/office/drawing/2014/main" id="{E820B64D-9619-C497-8384-186431E4D825}"/>
              </a:ext>
            </a:extLst>
          </p:cNvPr>
          <p:cNvSpPr>
            <a:spLocks noGrp="1"/>
          </p:cNvSpPr>
          <p:nvPr>
            <p:ph type="media" sz="quarter" idx="17"/>
          </p:nvPr>
        </p:nvSpPr>
        <p:spPr>
          <a:xfrm>
            <a:off x="0" y="-1"/>
            <a:ext cx="12192000" cy="4572000"/>
          </a:xfrm>
        </p:spPr>
        <p:txBody>
          <a:bodyPr/>
          <a:lstStyle>
            <a:lvl1pPr marL="0" indent="0">
              <a:buNone/>
              <a:defRPr/>
            </a:lvl1pPr>
          </a:lstStyle>
          <a:p>
            <a:r>
              <a:rPr lang="en-US"/>
              <a:t>Click icon to add media</a:t>
            </a:r>
            <a:endParaRPr lang="en-GB" dirty="0"/>
          </a:p>
        </p:txBody>
      </p:sp>
      <p:sp>
        <p:nvSpPr>
          <p:cNvPr id="3" name="Untertitel 2">
            <a:extLst>
              <a:ext uri="{FF2B5EF4-FFF2-40B4-BE49-F238E27FC236}">
                <a16:creationId xmlns:a16="http://schemas.microsoft.com/office/drawing/2014/main" id="{D35C889B-AB96-B0DD-9EC2-DF3D18E76B18}"/>
              </a:ext>
            </a:extLst>
          </p:cNvPr>
          <p:cNvSpPr>
            <a:spLocks noGrp="1"/>
          </p:cNvSpPr>
          <p:nvPr>
            <p:ph type="subTitle" idx="1"/>
          </p:nvPr>
        </p:nvSpPr>
        <p:spPr bwMode="auto">
          <a:xfrm>
            <a:off x="2062800"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2062800" y="4076256"/>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3E678576-6A04-EAF4-F38D-8AE772045C4B}"/>
              </a:ext>
            </a:extLst>
          </p:cNvPr>
          <p:cNvSpPr>
            <a:spLocks noGrp="1"/>
          </p:cNvSpPr>
          <p:nvPr>
            <p:ph type="body" sz="quarter" idx="15"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24" name="Textplatzhalter 23" descr="Logo ZHAW">
            <a:extLst>
              <a:ext uri="{FF2B5EF4-FFF2-40B4-BE49-F238E27FC236}">
                <a16:creationId xmlns:a16="http://schemas.microsoft.com/office/drawing/2014/main" id="{5B5ACFD1-3E11-6FA0-E396-A8021D090156}"/>
              </a:ext>
            </a:extLst>
          </p:cNvPr>
          <p:cNvSpPr>
            <a:spLocks noGrp="1" noChangeAspect="1"/>
          </p:cNvSpPr>
          <p:nvPr>
            <p:ph type="body" sz="quarter" idx="16"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2112268957"/>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guide id="22" orient="horz" pos="2886" userDrawn="1">
          <p15:clr>
            <a:srgbClr val="00000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folie Textur-Bild 3">
    <p:bg>
      <p:bgPr>
        <a:solidFill>
          <a:srgbClr val="05366C"/>
        </a:solidFill>
        <a:effectLst/>
      </p:bgPr>
    </p:bg>
    <p:spTree>
      <p:nvGrpSpPr>
        <p:cNvPr id="1" name=""/>
        <p:cNvGrpSpPr/>
        <p:nvPr/>
      </p:nvGrpSpPr>
      <p:grpSpPr>
        <a:xfrm>
          <a:off x="0" y="0"/>
          <a:ext cx="0" cy="0"/>
          <a:chOff x="0" y="0"/>
          <a:chExt cx="0" cy="0"/>
        </a:xfrm>
      </p:grpSpPr>
      <p:sp>
        <p:nvSpPr>
          <p:cNvPr id="8" name="Bildplatzhalter">
            <a:extLst>
              <a:ext uri="{FF2B5EF4-FFF2-40B4-BE49-F238E27FC236}">
                <a16:creationId xmlns:a16="http://schemas.microsoft.com/office/drawing/2014/main" id="{1C065DC2-D27A-3FBA-4467-F2E974DE4F52}"/>
              </a:ext>
            </a:extLst>
          </p:cNvPr>
          <p:cNvSpPr>
            <a:spLocks noGrp="1"/>
          </p:cNvSpPr>
          <p:nvPr>
            <p:ph type="pic" sz="quarter" idx="14"/>
          </p:nvPr>
        </p:nvSpPr>
        <p:spPr bwMode="auto">
          <a:xfrm>
            <a:off x="0" y="0"/>
            <a:ext cx="2063750" cy="6858000"/>
          </a:xfrm>
          <a:noFill/>
        </p:spPr>
        <p:txBody>
          <a:bodyPr/>
          <a:lstStyle>
            <a:lvl1pPr marL="0" indent="0">
              <a:buNone/>
              <a:defRPr/>
            </a:lvl1pPr>
          </a:lstStyle>
          <a:p>
            <a:r>
              <a:rPr lang="en-US"/>
              <a:t>Click icon to add picture</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3578779102"/>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38" userDrawn="1">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folie Video 3">
    <p:bg>
      <p:bgPr>
        <a:solidFill>
          <a:srgbClr val="05366C"/>
        </a:solidFill>
        <a:effectLst/>
      </p:bgPr>
    </p:bg>
    <p:spTree>
      <p:nvGrpSpPr>
        <p:cNvPr id="1" name=""/>
        <p:cNvGrpSpPr/>
        <p:nvPr/>
      </p:nvGrpSpPr>
      <p:grpSpPr>
        <a:xfrm>
          <a:off x="0" y="0"/>
          <a:ext cx="0" cy="0"/>
          <a:chOff x="0" y="0"/>
          <a:chExt cx="0" cy="0"/>
        </a:xfrm>
      </p:grpSpPr>
      <p:sp>
        <p:nvSpPr>
          <p:cNvPr id="69" name="Medienplatzhalter 19">
            <a:extLst>
              <a:ext uri="{FF2B5EF4-FFF2-40B4-BE49-F238E27FC236}">
                <a16:creationId xmlns:a16="http://schemas.microsoft.com/office/drawing/2014/main" id="{3387A7DB-904E-FE95-259E-2C82B5C70003}"/>
              </a:ext>
            </a:extLst>
          </p:cNvPr>
          <p:cNvSpPr>
            <a:spLocks noGrp="1"/>
          </p:cNvSpPr>
          <p:nvPr>
            <p:ph type="media" sz="quarter" idx="18"/>
          </p:nvPr>
        </p:nvSpPr>
        <p:spPr>
          <a:xfrm>
            <a:off x="0" y="0"/>
            <a:ext cx="2063750" cy="6858000"/>
          </a:xfrm>
        </p:spPr>
        <p:txBody>
          <a:bodyPr/>
          <a:lstStyle>
            <a:lvl1pPr marL="0" indent="0">
              <a:buNone/>
              <a:defRPr/>
            </a:lvl1pPr>
          </a:lstStyle>
          <a:p>
            <a:r>
              <a:rPr lang="en-US"/>
              <a:t>Click icon to add media</a:t>
            </a:r>
            <a:endParaRPr lang="en-GB" dirty="0"/>
          </a:p>
        </p:txBody>
      </p:sp>
      <p:sp>
        <p:nvSpPr>
          <p:cNvPr id="9" name="Untertitel 2">
            <a:extLst>
              <a:ext uri="{FF2B5EF4-FFF2-40B4-BE49-F238E27FC236}">
                <a16:creationId xmlns:a16="http://schemas.microsoft.com/office/drawing/2014/main" id="{731F577B-3B3E-3610-ECDC-4B880DEBBEB6}"/>
              </a:ext>
            </a:extLst>
          </p:cNvPr>
          <p:cNvSpPr>
            <a:spLocks noGrp="1"/>
          </p:cNvSpPr>
          <p:nvPr>
            <p:ph type="subTitle" idx="1"/>
          </p:nvPr>
        </p:nvSpPr>
        <p:spPr bwMode="auto">
          <a:xfrm>
            <a:off x="2351882" y="5868000"/>
            <a:ext cx="4500000" cy="274883"/>
          </a:xfrm>
        </p:spPr>
        <p:txBody>
          <a:bodyPr anchor="t" anchorCtr="0">
            <a:spAutoFit/>
          </a:bodyPr>
          <a:lstStyle>
            <a:lvl1pPr marL="0" indent="0" algn="l">
              <a:spcBef>
                <a:spcPts val="0"/>
              </a:spcBef>
              <a:spcAft>
                <a:spcPts val="0"/>
              </a:spcAft>
              <a:buNone/>
              <a:defRPr sz="1800" b="0" u="none">
                <a:solidFill>
                  <a:srgbClr val="FFFFFF"/>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dirty="0"/>
          </a:p>
        </p:txBody>
      </p:sp>
      <p:sp>
        <p:nvSpPr>
          <p:cNvPr id="2" name="Titel 1">
            <a:extLst>
              <a:ext uri="{FF2B5EF4-FFF2-40B4-BE49-F238E27FC236}">
                <a16:creationId xmlns:a16="http://schemas.microsoft.com/office/drawing/2014/main" id="{84984282-40F4-0467-6471-F8DE96498263}"/>
              </a:ext>
            </a:extLst>
          </p:cNvPr>
          <p:cNvSpPr>
            <a:spLocks noGrp="1"/>
          </p:cNvSpPr>
          <p:nvPr>
            <p:ph type="ctrTitle"/>
          </p:nvPr>
        </p:nvSpPr>
        <p:spPr bwMode="auto">
          <a:xfrm>
            <a:off x="407988" y="2924822"/>
            <a:ext cx="8407953" cy="1008357"/>
          </a:xfrm>
          <a:prstGeom prst="roundRect">
            <a:avLst>
              <a:gd name="adj" fmla="val 2849"/>
            </a:avLst>
          </a:prstGeom>
          <a:solidFill>
            <a:srgbClr val="9ADCF6"/>
          </a:solidFill>
        </p:spPr>
        <p:txBody>
          <a:bodyPr wrap="none" lIns="216000" tIns="144000" rIns="216000" bIns="144000" anchor="ctr" anchorCtr="0">
            <a:spAutoFit/>
          </a:bodyPr>
          <a:lstStyle>
            <a:lvl1pPr algn="l">
              <a:lnSpc>
                <a:spcPct val="92000"/>
              </a:lnSpc>
              <a:defRPr sz="5000">
                <a:solidFill>
                  <a:srgbClr val="05366C"/>
                </a:solidFill>
              </a:defRPr>
            </a:lvl1pPr>
          </a:lstStyle>
          <a:p>
            <a:r>
              <a:rPr lang="en-US"/>
              <a:t>Click to edit Master title style</a:t>
            </a:r>
            <a:endParaRPr lang="en-GB" dirty="0"/>
          </a:p>
        </p:txBody>
      </p:sp>
      <p:sp>
        <p:nvSpPr>
          <p:cNvPr id="5" name="Departementsname">
            <a:extLst>
              <a:ext uri="{FF2B5EF4-FFF2-40B4-BE49-F238E27FC236}">
                <a16:creationId xmlns:a16="http://schemas.microsoft.com/office/drawing/2014/main" id="{8EF67CC1-5F49-FE0F-3C51-AE5C402BB7C7}"/>
              </a:ext>
            </a:extLst>
          </p:cNvPr>
          <p:cNvSpPr>
            <a:spLocks noGrp="1"/>
          </p:cNvSpPr>
          <p:nvPr>
            <p:ph type="body" sz="quarter" idx="16" hasCustomPrompt="1"/>
          </p:nvPr>
        </p:nvSpPr>
        <p:spPr bwMode="gray">
          <a:xfrm>
            <a:off x="6240464" y="512613"/>
            <a:ext cx="5543550" cy="324000"/>
          </a:xfrm>
        </p:spPr>
        <p:txBody>
          <a:bodyPr wrap="square" anchor="t" anchorCtr="0">
            <a:noAutofit/>
          </a:bodyPr>
          <a:lstStyle>
            <a:lvl1pPr marL="0" indent="0" algn="r">
              <a:spcBef>
                <a:spcPts val="0"/>
              </a:spcBef>
              <a:buNone/>
              <a:defRPr sz="1500" b="1">
                <a:solidFill>
                  <a:srgbClr val="FFFFFF"/>
                </a:solidFill>
              </a:defRPr>
            </a:lvl1pPr>
            <a:lvl2pPr marL="180000" indent="0">
              <a:buNone/>
              <a:defRPr sz="1800">
                <a:solidFill>
                  <a:srgbClr val="9ADCF6"/>
                </a:solidFill>
              </a:defRPr>
            </a:lvl2pPr>
            <a:lvl3pPr marL="360000" indent="0">
              <a:buNone/>
              <a:defRPr sz="1800">
                <a:solidFill>
                  <a:srgbClr val="9ADCF6"/>
                </a:solidFill>
              </a:defRPr>
            </a:lvl3pPr>
            <a:lvl4pPr marL="540000" indent="0">
              <a:buNone/>
              <a:defRPr sz="1800">
                <a:solidFill>
                  <a:srgbClr val="9ADCF6"/>
                </a:solidFill>
              </a:defRPr>
            </a:lvl4pPr>
            <a:lvl5pPr marL="720000" indent="0">
              <a:buNone/>
              <a:defRPr sz="1800">
                <a:solidFill>
                  <a:srgbClr val="9ADCF6"/>
                </a:solidFill>
              </a:defRPr>
            </a:lvl5pPr>
          </a:lstStyle>
          <a:p>
            <a:pPr lvl="0"/>
            <a:r>
              <a:rPr lang="en-GB" dirty="0" err="1"/>
              <a:t>Departementsname</a:t>
            </a:r>
            <a:r>
              <a:rPr lang="en-GB" dirty="0"/>
              <a:t> </a:t>
            </a:r>
            <a:r>
              <a:rPr lang="en-GB" dirty="0" err="1"/>
              <a:t>hinzufügen</a:t>
            </a:r>
            <a:endParaRPr lang="en-GB" dirty="0"/>
          </a:p>
        </p:txBody>
      </p:sp>
      <p:sp>
        <p:nvSpPr>
          <p:cNvPr id="3" name="Textplatzhalter 2" descr="Logo ZHAW">
            <a:extLst>
              <a:ext uri="{FF2B5EF4-FFF2-40B4-BE49-F238E27FC236}">
                <a16:creationId xmlns:a16="http://schemas.microsoft.com/office/drawing/2014/main" id="{4EEDCAAB-3814-DE7A-808A-F380124B3C3D}"/>
              </a:ext>
            </a:extLst>
          </p:cNvPr>
          <p:cNvSpPr>
            <a:spLocks noGrp="1" noChangeAspect="1"/>
          </p:cNvSpPr>
          <p:nvPr>
            <p:ph type="body" sz="quarter" idx="17" hasCustomPrompt="1"/>
          </p:nvPr>
        </p:nvSpPr>
        <p:spPr bwMode="gray">
          <a:xfrm>
            <a:off x="379292" y="355143"/>
            <a:ext cx="991800" cy="1026000"/>
          </a:xfrm>
          <a:custGeom>
            <a:avLst/>
            <a:gdLst>
              <a:gd name="connsiteX0" fmla="*/ 276287 w 991800"/>
              <a:gd name="connsiteY0" fmla="*/ 822205 h 1026000"/>
              <a:gd name="connsiteX1" fmla="*/ 226697 w 991800"/>
              <a:gd name="connsiteY1" fmla="*/ 843288 h 1026000"/>
              <a:gd name="connsiteX2" fmla="*/ 184191 w 991800"/>
              <a:gd name="connsiteY2" fmla="*/ 850315 h 1026000"/>
              <a:gd name="connsiteX3" fmla="*/ 113349 w 991800"/>
              <a:gd name="connsiteY3" fmla="*/ 899507 h 1026000"/>
              <a:gd name="connsiteX4" fmla="*/ 177107 w 991800"/>
              <a:gd name="connsiteY4" fmla="*/ 948698 h 1026000"/>
              <a:gd name="connsiteX5" fmla="*/ 276287 w 991800"/>
              <a:gd name="connsiteY5" fmla="*/ 864370 h 1026000"/>
              <a:gd name="connsiteX6" fmla="*/ 467562 w 991800"/>
              <a:gd name="connsiteY6" fmla="*/ 604356 h 1026000"/>
              <a:gd name="connsiteX7" fmla="*/ 524237 w 991800"/>
              <a:gd name="connsiteY7" fmla="*/ 639493 h 1026000"/>
              <a:gd name="connsiteX8" fmla="*/ 531321 w 991800"/>
              <a:gd name="connsiteY8" fmla="*/ 653548 h 1026000"/>
              <a:gd name="connsiteX9" fmla="*/ 531321 w 991800"/>
              <a:gd name="connsiteY9" fmla="*/ 660575 h 1026000"/>
              <a:gd name="connsiteX10" fmla="*/ 580911 w 991800"/>
              <a:gd name="connsiteY10" fmla="*/ 871397 h 1026000"/>
              <a:gd name="connsiteX11" fmla="*/ 623417 w 991800"/>
              <a:gd name="connsiteY11" fmla="*/ 681657 h 1026000"/>
              <a:gd name="connsiteX12" fmla="*/ 630501 w 991800"/>
              <a:gd name="connsiteY12" fmla="*/ 660575 h 1026000"/>
              <a:gd name="connsiteX13" fmla="*/ 630501 w 991800"/>
              <a:gd name="connsiteY13" fmla="*/ 646520 h 1026000"/>
              <a:gd name="connsiteX14" fmla="*/ 701344 w 991800"/>
              <a:gd name="connsiteY14" fmla="*/ 604356 h 1026000"/>
              <a:gd name="connsiteX15" fmla="*/ 765102 w 991800"/>
              <a:gd name="connsiteY15" fmla="*/ 646520 h 1026000"/>
              <a:gd name="connsiteX16" fmla="*/ 772187 w 991800"/>
              <a:gd name="connsiteY16" fmla="*/ 653548 h 1026000"/>
              <a:gd name="connsiteX17" fmla="*/ 779271 w 991800"/>
              <a:gd name="connsiteY17" fmla="*/ 681657 h 1026000"/>
              <a:gd name="connsiteX18" fmla="*/ 821777 w 991800"/>
              <a:gd name="connsiteY18" fmla="*/ 871397 h 1026000"/>
              <a:gd name="connsiteX19" fmla="*/ 864282 w 991800"/>
              <a:gd name="connsiteY19" fmla="*/ 660575 h 1026000"/>
              <a:gd name="connsiteX20" fmla="*/ 871367 w 991800"/>
              <a:gd name="connsiteY20" fmla="*/ 646520 h 1026000"/>
              <a:gd name="connsiteX21" fmla="*/ 871367 w 991800"/>
              <a:gd name="connsiteY21" fmla="*/ 639493 h 1026000"/>
              <a:gd name="connsiteX22" fmla="*/ 928041 w 991800"/>
              <a:gd name="connsiteY22" fmla="*/ 604356 h 1026000"/>
              <a:gd name="connsiteX23" fmla="*/ 970547 w 991800"/>
              <a:gd name="connsiteY23" fmla="*/ 625438 h 1026000"/>
              <a:gd name="connsiteX24" fmla="*/ 991799 w 991800"/>
              <a:gd name="connsiteY24" fmla="*/ 660575 h 1026000"/>
              <a:gd name="connsiteX25" fmla="*/ 984715 w 991800"/>
              <a:gd name="connsiteY25" fmla="*/ 667603 h 1026000"/>
              <a:gd name="connsiteX26" fmla="*/ 977631 w 991800"/>
              <a:gd name="connsiteY26" fmla="*/ 702740 h 1026000"/>
              <a:gd name="connsiteX27" fmla="*/ 899704 w 991800"/>
              <a:gd name="connsiteY27" fmla="*/ 962753 h 1026000"/>
              <a:gd name="connsiteX28" fmla="*/ 892619 w 991800"/>
              <a:gd name="connsiteY28" fmla="*/ 976808 h 1026000"/>
              <a:gd name="connsiteX29" fmla="*/ 821777 w 991800"/>
              <a:gd name="connsiteY29" fmla="*/ 1026000 h 1026000"/>
              <a:gd name="connsiteX30" fmla="*/ 750934 w 991800"/>
              <a:gd name="connsiteY30" fmla="*/ 976808 h 1026000"/>
              <a:gd name="connsiteX31" fmla="*/ 743849 w 991800"/>
              <a:gd name="connsiteY31" fmla="*/ 962753 h 1026000"/>
              <a:gd name="connsiteX32" fmla="*/ 701344 w 991800"/>
              <a:gd name="connsiteY32" fmla="*/ 773014 h 1026000"/>
              <a:gd name="connsiteX33" fmla="*/ 651754 w 991800"/>
              <a:gd name="connsiteY33" fmla="*/ 962753 h 1026000"/>
              <a:gd name="connsiteX34" fmla="*/ 644669 w 991800"/>
              <a:gd name="connsiteY34" fmla="*/ 976808 h 1026000"/>
              <a:gd name="connsiteX35" fmla="*/ 573827 w 991800"/>
              <a:gd name="connsiteY35" fmla="*/ 1026000 h 1026000"/>
              <a:gd name="connsiteX36" fmla="*/ 502984 w 991800"/>
              <a:gd name="connsiteY36" fmla="*/ 976808 h 1026000"/>
              <a:gd name="connsiteX37" fmla="*/ 502984 w 991800"/>
              <a:gd name="connsiteY37" fmla="*/ 969781 h 1026000"/>
              <a:gd name="connsiteX38" fmla="*/ 495899 w 991800"/>
              <a:gd name="connsiteY38" fmla="*/ 962753 h 1026000"/>
              <a:gd name="connsiteX39" fmla="*/ 417972 w 991800"/>
              <a:gd name="connsiteY39" fmla="*/ 702740 h 1026000"/>
              <a:gd name="connsiteX40" fmla="*/ 410888 w 991800"/>
              <a:gd name="connsiteY40" fmla="*/ 667603 h 1026000"/>
              <a:gd name="connsiteX41" fmla="*/ 410888 w 991800"/>
              <a:gd name="connsiteY41" fmla="*/ 660575 h 1026000"/>
              <a:gd name="connsiteX42" fmla="*/ 425057 w 991800"/>
              <a:gd name="connsiteY42" fmla="*/ 625438 h 1026000"/>
              <a:gd name="connsiteX43" fmla="*/ 467562 w 991800"/>
              <a:gd name="connsiteY43" fmla="*/ 604356 h 1026000"/>
              <a:gd name="connsiteX44" fmla="*/ 205444 w 991800"/>
              <a:gd name="connsiteY44" fmla="*/ 604356 h 1026000"/>
              <a:gd name="connsiteX45" fmla="*/ 389636 w 991800"/>
              <a:gd name="connsiteY45" fmla="*/ 723822 h 1026000"/>
              <a:gd name="connsiteX46" fmla="*/ 389636 w 991800"/>
              <a:gd name="connsiteY46" fmla="*/ 906534 h 1026000"/>
              <a:gd name="connsiteX47" fmla="*/ 396720 w 991800"/>
              <a:gd name="connsiteY47" fmla="*/ 955726 h 1026000"/>
              <a:gd name="connsiteX48" fmla="*/ 403804 w 991800"/>
              <a:gd name="connsiteY48" fmla="*/ 976808 h 1026000"/>
              <a:gd name="connsiteX49" fmla="*/ 347130 w 991800"/>
              <a:gd name="connsiteY49" fmla="*/ 1026000 h 1026000"/>
              <a:gd name="connsiteX50" fmla="*/ 276287 w 991800"/>
              <a:gd name="connsiteY50" fmla="*/ 969781 h 1026000"/>
              <a:gd name="connsiteX51" fmla="*/ 127517 w 991800"/>
              <a:gd name="connsiteY51" fmla="*/ 1026000 h 1026000"/>
              <a:gd name="connsiteX52" fmla="*/ 0 w 991800"/>
              <a:gd name="connsiteY52" fmla="*/ 906534 h 1026000"/>
              <a:gd name="connsiteX53" fmla="*/ 155854 w 991800"/>
              <a:gd name="connsiteY53" fmla="*/ 773014 h 1026000"/>
              <a:gd name="connsiteX54" fmla="*/ 226697 w 991800"/>
              <a:gd name="connsiteY54" fmla="*/ 765986 h 1026000"/>
              <a:gd name="connsiteX55" fmla="*/ 269203 w 991800"/>
              <a:gd name="connsiteY55" fmla="*/ 730849 h 1026000"/>
              <a:gd name="connsiteX56" fmla="*/ 205444 w 991800"/>
              <a:gd name="connsiteY56" fmla="*/ 695712 h 1026000"/>
              <a:gd name="connsiteX57" fmla="*/ 127517 w 991800"/>
              <a:gd name="connsiteY57" fmla="*/ 730849 h 1026000"/>
              <a:gd name="connsiteX58" fmla="*/ 106264 w 991800"/>
              <a:gd name="connsiteY58" fmla="*/ 744904 h 1026000"/>
              <a:gd name="connsiteX59" fmla="*/ 77927 w 991800"/>
              <a:gd name="connsiteY59" fmla="*/ 758959 h 1026000"/>
              <a:gd name="connsiteX60" fmla="*/ 28337 w 991800"/>
              <a:gd name="connsiteY60" fmla="*/ 702740 h 1026000"/>
              <a:gd name="connsiteX61" fmla="*/ 205444 w 991800"/>
              <a:gd name="connsiteY61" fmla="*/ 604356 h 1026000"/>
              <a:gd name="connsiteX62" fmla="*/ 255034 w 991800"/>
              <a:gd name="connsiteY62" fmla="*/ 161630 h 1026000"/>
              <a:gd name="connsiteX63" fmla="*/ 517152 w 991800"/>
              <a:gd name="connsiteY63" fmla="*/ 161630 h 1026000"/>
              <a:gd name="connsiteX64" fmla="*/ 538405 w 991800"/>
              <a:gd name="connsiteY64" fmla="*/ 168657 h 1026000"/>
              <a:gd name="connsiteX65" fmla="*/ 566742 w 991800"/>
              <a:gd name="connsiteY65" fmla="*/ 189740 h 1026000"/>
              <a:gd name="connsiteX66" fmla="*/ 573827 w 991800"/>
              <a:gd name="connsiteY66" fmla="*/ 217849 h 1026000"/>
              <a:gd name="connsiteX67" fmla="*/ 552574 w 991800"/>
              <a:gd name="connsiteY67" fmla="*/ 260014 h 1026000"/>
              <a:gd name="connsiteX68" fmla="*/ 361298 w 991800"/>
              <a:gd name="connsiteY68" fmla="*/ 470835 h 1026000"/>
              <a:gd name="connsiteX69" fmla="*/ 524237 w 991800"/>
              <a:gd name="connsiteY69" fmla="*/ 470835 h 1026000"/>
              <a:gd name="connsiteX70" fmla="*/ 538405 w 991800"/>
              <a:gd name="connsiteY70" fmla="*/ 470835 h 1026000"/>
              <a:gd name="connsiteX71" fmla="*/ 573827 w 991800"/>
              <a:gd name="connsiteY71" fmla="*/ 520027 h 1026000"/>
              <a:gd name="connsiteX72" fmla="*/ 538405 w 991800"/>
              <a:gd name="connsiteY72" fmla="*/ 569219 h 1026000"/>
              <a:gd name="connsiteX73" fmla="*/ 524237 w 991800"/>
              <a:gd name="connsiteY73" fmla="*/ 569219 h 1026000"/>
              <a:gd name="connsiteX74" fmla="*/ 240865 w 991800"/>
              <a:gd name="connsiteY74" fmla="*/ 569219 h 1026000"/>
              <a:gd name="connsiteX75" fmla="*/ 184191 w 991800"/>
              <a:gd name="connsiteY75" fmla="*/ 527055 h 1026000"/>
              <a:gd name="connsiteX76" fmla="*/ 184191 w 991800"/>
              <a:gd name="connsiteY76" fmla="*/ 520027 h 1026000"/>
              <a:gd name="connsiteX77" fmla="*/ 198360 w 991800"/>
              <a:gd name="connsiteY77" fmla="*/ 477863 h 1026000"/>
              <a:gd name="connsiteX78" fmla="*/ 396720 w 991800"/>
              <a:gd name="connsiteY78" fmla="*/ 267041 h 1026000"/>
              <a:gd name="connsiteX79" fmla="*/ 255034 w 991800"/>
              <a:gd name="connsiteY79" fmla="*/ 267041 h 1026000"/>
              <a:gd name="connsiteX80" fmla="*/ 240865 w 991800"/>
              <a:gd name="connsiteY80" fmla="*/ 260014 h 1026000"/>
              <a:gd name="connsiteX81" fmla="*/ 205444 w 991800"/>
              <a:gd name="connsiteY81" fmla="*/ 217849 h 1026000"/>
              <a:gd name="connsiteX82" fmla="*/ 240865 w 991800"/>
              <a:gd name="connsiteY82" fmla="*/ 168657 h 1026000"/>
              <a:gd name="connsiteX83" fmla="*/ 255034 w 991800"/>
              <a:gd name="connsiteY83" fmla="*/ 161630 h 1026000"/>
              <a:gd name="connsiteX84" fmla="*/ 665923 w 991800"/>
              <a:gd name="connsiteY84" fmla="*/ 0 h 1026000"/>
              <a:gd name="connsiteX85" fmla="*/ 729681 w 991800"/>
              <a:gd name="connsiteY85" fmla="*/ 63247 h 1026000"/>
              <a:gd name="connsiteX86" fmla="*/ 729681 w 991800"/>
              <a:gd name="connsiteY86" fmla="*/ 189740 h 1026000"/>
              <a:gd name="connsiteX87" fmla="*/ 843030 w 991800"/>
              <a:gd name="connsiteY87" fmla="*/ 147575 h 1026000"/>
              <a:gd name="connsiteX88" fmla="*/ 991800 w 991800"/>
              <a:gd name="connsiteY88" fmla="*/ 295151 h 1026000"/>
              <a:gd name="connsiteX89" fmla="*/ 991800 w 991800"/>
              <a:gd name="connsiteY89" fmla="*/ 505973 h 1026000"/>
              <a:gd name="connsiteX90" fmla="*/ 928041 w 991800"/>
              <a:gd name="connsiteY90" fmla="*/ 569219 h 1026000"/>
              <a:gd name="connsiteX91" fmla="*/ 864283 w 991800"/>
              <a:gd name="connsiteY91" fmla="*/ 513000 h 1026000"/>
              <a:gd name="connsiteX92" fmla="*/ 864283 w 991800"/>
              <a:gd name="connsiteY92" fmla="*/ 505973 h 1026000"/>
              <a:gd name="connsiteX93" fmla="*/ 864283 w 991800"/>
              <a:gd name="connsiteY93" fmla="*/ 316233 h 1026000"/>
              <a:gd name="connsiteX94" fmla="*/ 800524 w 991800"/>
              <a:gd name="connsiteY94" fmla="*/ 252986 h 1026000"/>
              <a:gd name="connsiteX95" fmla="*/ 729681 w 991800"/>
              <a:gd name="connsiteY95" fmla="*/ 330288 h 1026000"/>
              <a:gd name="connsiteX96" fmla="*/ 729681 w 991800"/>
              <a:gd name="connsiteY96" fmla="*/ 505973 h 1026000"/>
              <a:gd name="connsiteX97" fmla="*/ 729681 w 991800"/>
              <a:gd name="connsiteY97" fmla="*/ 513000 h 1026000"/>
              <a:gd name="connsiteX98" fmla="*/ 665923 w 991800"/>
              <a:gd name="connsiteY98" fmla="*/ 569219 h 1026000"/>
              <a:gd name="connsiteX99" fmla="*/ 602164 w 991800"/>
              <a:gd name="connsiteY99" fmla="*/ 505973 h 1026000"/>
              <a:gd name="connsiteX100" fmla="*/ 602164 w 991800"/>
              <a:gd name="connsiteY100" fmla="*/ 63247 h 1026000"/>
              <a:gd name="connsiteX101" fmla="*/ 665923 w 991800"/>
              <a:gd name="connsiteY101" fmla="*/ 0 h 102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91800" h="1026000">
                <a:moveTo>
                  <a:pt x="276287" y="822205"/>
                </a:moveTo>
                <a:cubicBezTo>
                  <a:pt x="262119" y="836260"/>
                  <a:pt x="240866" y="843288"/>
                  <a:pt x="226697" y="843288"/>
                </a:cubicBezTo>
                <a:lnTo>
                  <a:pt x="184191" y="850315"/>
                </a:lnTo>
                <a:cubicBezTo>
                  <a:pt x="141686" y="857342"/>
                  <a:pt x="113349" y="871397"/>
                  <a:pt x="113349" y="899507"/>
                </a:cubicBezTo>
                <a:cubicBezTo>
                  <a:pt x="113349" y="927616"/>
                  <a:pt x="141686" y="948698"/>
                  <a:pt x="177107" y="948698"/>
                </a:cubicBezTo>
                <a:cubicBezTo>
                  <a:pt x="233781" y="948698"/>
                  <a:pt x="276287" y="906534"/>
                  <a:pt x="276287" y="864370"/>
                </a:cubicBezTo>
                <a:close/>
                <a:moveTo>
                  <a:pt x="467562" y="604356"/>
                </a:moveTo>
                <a:cubicBezTo>
                  <a:pt x="495899" y="604356"/>
                  <a:pt x="517152" y="618411"/>
                  <a:pt x="524237" y="639493"/>
                </a:cubicBezTo>
                <a:cubicBezTo>
                  <a:pt x="524237" y="639493"/>
                  <a:pt x="531321" y="646520"/>
                  <a:pt x="531321" y="653548"/>
                </a:cubicBezTo>
                <a:lnTo>
                  <a:pt x="531321" y="660575"/>
                </a:lnTo>
                <a:cubicBezTo>
                  <a:pt x="531321" y="660575"/>
                  <a:pt x="580911" y="864370"/>
                  <a:pt x="580911" y="871397"/>
                </a:cubicBezTo>
                <a:cubicBezTo>
                  <a:pt x="587995" y="843288"/>
                  <a:pt x="623417" y="681657"/>
                  <a:pt x="623417" y="681657"/>
                </a:cubicBezTo>
                <a:cubicBezTo>
                  <a:pt x="623417" y="674630"/>
                  <a:pt x="623417" y="667603"/>
                  <a:pt x="630501" y="660575"/>
                </a:cubicBezTo>
                <a:cubicBezTo>
                  <a:pt x="630501" y="653548"/>
                  <a:pt x="630501" y="646520"/>
                  <a:pt x="630501" y="646520"/>
                </a:cubicBezTo>
                <a:cubicBezTo>
                  <a:pt x="644669" y="618411"/>
                  <a:pt x="673007" y="604356"/>
                  <a:pt x="701344" y="604356"/>
                </a:cubicBezTo>
                <a:cubicBezTo>
                  <a:pt x="729681" y="604356"/>
                  <a:pt x="758018" y="618411"/>
                  <a:pt x="765102" y="646520"/>
                </a:cubicBezTo>
                <a:lnTo>
                  <a:pt x="772187" y="653548"/>
                </a:lnTo>
                <a:cubicBezTo>
                  <a:pt x="772187" y="667603"/>
                  <a:pt x="779271" y="674630"/>
                  <a:pt x="779271" y="681657"/>
                </a:cubicBezTo>
                <a:cubicBezTo>
                  <a:pt x="779271" y="681657"/>
                  <a:pt x="814692" y="864370"/>
                  <a:pt x="821777" y="871397"/>
                </a:cubicBezTo>
                <a:cubicBezTo>
                  <a:pt x="828861" y="843288"/>
                  <a:pt x="864282" y="660575"/>
                  <a:pt x="864282" y="660575"/>
                </a:cubicBezTo>
                <a:lnTo>
                  <a:pt x="871367" y="646520"/>
                </a:lnTo>
                <a:cubicBezTo>
                  <a:pt x="871367" y="646520"/>
                  <a:pt x="871367" y="639493"/>
                  <a:pt x="871367" y="639493"/>
                </a:cubicBezTo>
                <a:cubicBezTo>
                  <a:pt x="878451" y="618411"/>
                  <a:pt x="899704" y="604356"/>
                  <a:pt x="928041" y="604356"/>
                </a:cubicBezTo>
                <a:cubicBezTo>
                  <a:pt x="949294" y="604356"/>
                  <a:pt x="963462" y="611383"/>
                  <a:pt x="970547" y="625438"/>
                </a:cubicBezTo>
                <a:cubicBezTo>
                  <a:pt x="984715" y="632466"/>
                  <a:pt x="984715" y="646520"/>
                  <a:pt x="991799" y="660575"/>
                </a:cubicBezTo>
                <a:cubicBezTo>
                  <a:pt x="991799" y="660575"/>
                  <a:pt x="991799" y="667603"/>
                  <a:pt x="984715" y="667603"/>
                </a:cubicBezTo>
                <a:cubicBezTo>
                  <a:pt x="984715" y="681657"/>
                  <a:pt x="984715" y="695712"/>
                  <a:pt x="977631" y="702740"/>
                </a:cubicBezTo>
                <a:lnTo>
                  <a:pt x="899704" y="962753"/>
                </a:lnTo>
                <a:cubicBezTo>
                  <a:pt x="899704" y="969781"/>
                  <a:pt x="892619" y="976808"/>
                  <a:pt x="892619" y="976808"/>
                </a:cubicBezTo>
                <a:cubicBezTo>
                  <a:pt x="878451" y="1004918"/>
                  <a:pt x="857198" y="1026000"/>
                  <a:pt x="821777" y="1026000"/>
                </a:cubicBezTo>
                <a:cubicBezTo>
                  <a:pt x="793439" y="1026000"/>
                  <a:pt x="765102" y="1004918"/>
                  <a:pt x="750934" y="976808"/>
                </a:cubicBezTo>
                <a:lnTo>
                  <a:pt x="743849" y="962753"/>
                </a:lnTo>
                <a:cubicBezTo>
                  <a:pt x="743849" y="962753"/>
                  <a:pt x="701344" y="780041"/>
                  <a:pt x="701344" y="773014"/>
                </a:cubicBezTo>
                <a:cubicBezTo>
                  <a:pt x="694259" y="780041"/>
                  <a:pt x="651754" y="962753"/>
                  <a:pt x="651754" y="962753"/>
                </a:cubicBezTo>
                <a:cubicBezTo>
                  <a:pt x="651754" y="962753"/>
                  <a:pt x="644669" y="976808"/>
                  <a:pt x="644669" y="976808"/>
                </a:cubicBezTo>
                <a:cubicBezTo>
                  <a:pt x="637585" y="1004918"/>
                  <a:pt x="609248" y="1026000"/>
                  <a:pt x="573827" y="1026000"/>
                </a:cubicBezTo>
                <a:cubicBezTo>
                  <a:pt x="545489" y="1026000"/>
                  <a:pt x="517152" y="1004918"/>
                  <a:pt x="502984" y="976808"/>
                </a:cubicBezTo>
                <a:lnTo>
                  <a:pt x="502984" y="969781"/>
                </a:lnTo>
                <a:lnTo>
                  <a:pt x="495899" y="962753"/>
                </a:lnTo>
                <a:lnTo>
                  <a:pt x="417972" y="702740"/>
                </a:lnTo>
                <a:cubicBezTo>
                  <a:pt x="417972" y="695712"/>
                  <a:pt x="410888" y="681657"/>
                  <a:pt x="410888" y="667603"/>
                </a:cubicBezTo>
                <a:cubicBezTo>
                  <a:pt x="410888" y="667603"/>
                  <a:pt x="410888" y="660575"/>
                  <a:pt x="410888" y="660575"/>
                </a:cubicBezTo>
                <a:cubicBezTo>
                  <a:pt x="410888" y="646520"/>
                  <a:pt x="417972" y="632466"/>
                  <a:pt x="425057" y="625438"/>
                </a:cubicBezTo>
                <a:cubicBezTo>
                  <a:pt x="439225" y="611383"/>
                  <a:pt x="453394" y="604356"/>
                  <a:pt x="467562" y="604356"/>
                </a:cubicBezTo>
                <a:close/>
                <a:moveTo>
                  <a:pt x="205444" y="604356"/>
                </a:moveTo>
                <a:cubicBezTo>
                  <a:pt x="325877" y="604356"/>
                  <a:pt x="389636" y="646520"/>
                  <a:pt x="389636" y="723822"/>
                </a:cubicBezTo>
                <a:lnTo>
                  <a:pt x="389636" y="906534"/>
                </a:lnTo>
                <a:cubicBezTo>
                  <a:pt x="389636" y="927616"/>
                  <a:pt x="396720" y="941671"/>
                  <a:pt x="396720" y="955726"/>
                </a:cubicBezTo>
                <a:cubicBezTo>
                  <a:pt x="396720" y="962753"/>
                  <a:pt x="403804" y="969781"/>
                  <a:pt x="403804" y="976808"/>
                </a:cubicBezTo>
                <a:cubicBezTo>
                  <a:pt x="403804" y="1004918"/>
                  <a:pt x="375467" y="1026000"/>
                  <a:pt x="347130" y="1026000"/>
                </a:cubicBezTo>
                <a:cubicBezTo>
                  <a:pt x="304624" y="1026000"/>
                  <a:pt x="283371" y="1004918"/>
                  <a:pt x="276287" y="969781"/>
                </a:cubicBezTo>
                <a:cubicBezTo>
                  <a:pt x="233781" y="1004918"/>
                  <a:pt x="191276" y="1026000"/>
                  <a:pt x="127517" y="1026000"/>
                </a:cubicBezTo>
                <a:cubicBezTo>
                  <a:pt x="63759" y="1026000"/>
                  <a:pt x="0" y="983835"/>
                  <a:pt x="0" y="906534"/>
                </a:cubicBezTo>
                <a:cubicBezTo>
                  <a:pt x="0" y="808151"/>
                  <a:pt x="77927" y="787068"/>
                  <a:pt x="155854" y="773014"/>
                </a:cubicBezTo>
                <a:lnTo>
                  <a:pt x="226697" y="765986"/>
                </a:lnTo>
                <a:cubicBezTo>
                  <a:pt x="255034" y="765986"/>
                  <a:pt x="269203" y="758959"/>
                  <a:pt x="269203" y="730849"/>
                </a:cubicBezTo>
                <a:cubicBezTo>
                  <a:pt x="269203" y="702740"/>
                  <a:pt x="233781" y="695712"/>
                  <a:pt x="205444" y="695712"/>
                </a:cubicBezTo>
                <a:cubicBezTo>
                  <a:pt x="162939" y="695712"/>
                  <a:pt x="141686" y="716794"/>
                  <a:pt x="127517" y="730849"/>
                </a:cubicBezTo>
                <a:cubicBezTo>
                  <a:pt x="120433" y="737877"/>
                  <a:pt x="113349" y="737877"/>
                  <a:pt x="106264" y="744904"/>
                </a:cubicBezTo>
                <a:cubicBezTo>
                  <a:pt x="99180" y="751931"/>
                  <a:pt x="85011" y="758959"/>
                  <a:pt x="77927" y="758959"/>
                </a:cubicBezTo>
                <a:cubicBezTo>
                  <a:pt x="49590" y="758959"/>
                  <a:pt x="28337" y="730849"/>
                  <a:pt x="28337" y="702740"/>
                </a:cubicBezTo>
                <a:cubicBezTo>
                  <a:pt x="28337" y="653548"/>
                  <a:pt x="92096" y="604356"/>
                  <a:pt x="205444" y="604356"/>
                </a:cubicBezTo>
                <a:close/>
                <a:moveTo>
                  <a:pt x="255034" y="161630"/>
                </a:moveTo>
                <a:lnTo>
                  <a:pt x="517152" y="161630"/>
                </a:lnTo>
                <a:cubicBezTo>
                  <a:pt x="524237" y="161630"/>
                  <a:pt x="531321" y="161630"/>
                  <a:pt x="538405" y="168657"/>
                </a:cubicBezTo>
                <a:cubicBezTo>
                  <a:pt x="552574" y="168657"/>
                  <a:pt x="559658" y="175685"/>
                  <a:pt x="566742" y="189740"/>
                </a:cubicBezTo>
                <a:cubicBezTo>
                  <a:pt x="566742" y="196767"/>
                  <a:pt x="573827" y="203794"/>
                  <a:pt x="573827" y="217849"/>
                </a:cubicBezTo>
                <a:cubicBezTo>
                  <a:pt x="573827" y="231904"/>
                  <a:pt x="566742" y="245959"/>
                  <a:pt x="552574" y="260014"/>
                </a:cubicBezTo>
                <a:cubicBezTo>
                  <a:pt x="552574" y="260014"/>
                  <a:pt x="368382" y="463808"/>
                  <a:pt x="361298" y="470835"/>
                </a:cubicBezTo>
                <a:lnTo>
                  <a:pt x="524237" y="470835"/>
                </a:lnTo>
                <a:cubicBezTo>
                  <a:pt x="531321" y="470835"/>
                  <a:pt x="538405" y="470835"/>
                  <a:pt x="538405" y="470835"/>
                </a:cubicBezTo>
                <a:cubicBezTo>
                  <a:pt x="559658" y="477863"/>
                  <a:pt x="573827" y="498945"/>
                  <a:pt x="573827" y="520027"/>
                </a:cubicBezTo>
                <a:cubicBezTo>
                  <a:pt x="573827" y="541109"/>
                  <a:pt x="559658" y="562192"/>
                  <a:pt x="538405" y="569219"/>
                </a:cubicBezTo>
                <a:cubicBezTo>
                  <a:pt x="538405" y="569219"/>
                  <a:pt x="531321" y="569219"/>
                  <a:pt x="524237" y="569219"/>
                </a:cubicBezTo>
                <a:lnTo>
                  <a:pt x="240865" y="569219"/>
                </a:lnTo>
                <a:cubicBezTo>
                  <a:pt x="205444" y="569219"/>
                  <a:pt x="184191" y="548137"/>
                  <a:pt x="184191" y="527055"/>
                </a:cubicBezTo>
                <a:lnTo>
                  <a:pt x="184191" y="520027"/>
                </a:lnTo>
                <a:cubicBezTo>
                  <a:pt x="184191" y="505972"/>
                  <a:pt x="191275" y="484890"/>
                  <a:pt x="198360" y="477863"/>
                </a:cubicBezTo>
                <a:cubicBezTo>
                  <a:pt x="198360" y="477863"/>
                  <a:pt x="389635" y="274068"/>
                  <a:pt x="396720" y="267041"/>
                </a:cubicBezTo>
                <a:lnTo>
                  <a:pt x="255034" y="267041"/>
                </a:lnTo>
                <a:cubicBezTo>
                  <a:pt x="247950" y="267041"/>
                  <a:pt x="240865" y="267041"/>
                  <a:pt x="240865" y="260014"/>
                </a:cubicBezTo>
                <a:cubicBezTo>
                  <a:pt x="219612" y="252986"/>
                  <a:pt x="205444" y="238931"/>
                  <a:pt x="205444" y="217849"/>
                </a:cubicBezTo>
                <a:cubicBezTo>
                  <a:pt x="205444" y="189740"/>
                  <a:pt x="219612" y="175685"/>
                  <a:pt x="240865" y="168657"/>
                </a:cubicBezTo>
                <a:cubicBezTo>
                  <a:pt x="240865" y="161630"/>
                  <a:pt x="247950" y="161630"/>
                  <a:pt x="255034" y="161630"/>
                </a:cubicBezTo>
                <a:close/>
                <a:moveTo>
                  <a:pt x="665923" y="0"/>
                </a:moveTo>
                <a:cubicBezTo>
                  <a:pt x="701344" y="0"/>
                  <a:pt x="722597" y="28110"/>
                  <a:pt x="729681" y="63247"/>
                </a:cubicBezTo>
                <a:lnTo>
                  <a:pt x="729681" y="189740"/>
                </a:lnTo>
                <a:cubicBezTo>
                  <a:pt x="758018" y="161630"/>
                  <a:pt x="793440" y="147575"/>
                  <a:pt x="843030" y="147575"/>
                </a:cubicBezTo>
                <a:cubicBezTo>
                  <a:pt x="935125" y="147575"/>
                  <a:pt x="991800" y="203795"/>
                  <a:pt x="991800" y="295151"/>
                </a:cubicBezTo>
                <a:lnTo>
                  <a:pt x="991800" y="505973"/>
                </a:lnTo>
                <a:cubicBezTo>
                  <a:pt x="991800" y="541110"/>
                  <a:pt x="963463" y="569219"/>
                  <a:pt x="928041" y="569219"/>
                </a:cubicBezTo>
                <a:cubicBezTo>
                  <a:pt x="892620" y="569219"/>
                  <a:pt x="864283" y="541110"/>
                  <a:pt x="864283" y="513000"/>
                </a:cubicBezTo>
                <a:lnTo>
                  <a:pt x="864283" y="505973"/>
                </a:lnTo>
                <a:lnTo>
                  <a:pt x="864283" y="316233"/>
                </a:lnTo>
                <a:cubicBezTo>
                  <a:pt x="864283" y="295151"/>
                  <a:pt x="857198" y="252986"/>
                  <a:pt x="800524" y="252986"/>
                </a:cubicBezTo>
                <a:cubicBezTo>
                  <a:pt x="765103" y="252986"/>
                  <a:pt x="729681" y="281096"/>
                  <a:pt x="729681" y="330288"/>
                </a:cubicBezTo>
                <a:lnTo>
                  <a:pt x="729681" y="505973"/>
                </a:lnTo>
                <a:lnTo>
                  <a:pt x="729681" y="513000"/>
                </a:lnTo>
                <a:cubicBezTo>
                  <a:pt x="729681" y="541110"/>
                  <a:pt x="701344" y="569219"/>
                  <a:pt x="665923" y="569219"/>
                </a:cubicBezTo>
                <a:cubicBezTo>
                  <a:pt x="630501" y="569219"/>
                  <a:pt x="602164" y="541110"/>
                  <a:pt x="602164" y="505973"/>
                </a:cubicBezTo>
                <a:lnTo>
                  <a:pt x="602164" y="63247"/>
                </a:lnTo>
                <a:cubicBezTo>
                  <a:pt x="602164" y="28110"/>
                  <a:pt x="630501" y="0"/>
                  <a:pt x="665923" y="0"/>
                </a:cubicBezTo>
                <a:close/>
              </a:path>
            </a:pathLst>
          </a:custGeom>
          <a:solidFill>
            <a:srgbClr val="FFFFFF"/>
          </a:solidFill>
        </p:spPr>
        <p:txBody>
          <a:bodyPr wrap="square">
            <a:noAutofit/>
          </a:bodyPr>
          <a:lstStyle>
            <a:lvl1pPr marL="0" indent="0">
              <a:buNone/>
              <a:defRPr/>
            </a:lvl1pPr>
          </a:lstStyle>
          <a:p>
            <a:pPr lvl="0"/>
            <a:r>
              <a:rPr lang="en-GB" dirty="0"/>
              <a:t>   </a:t>
            </a:r>
          </a:p>
        </p:txBody>
      </p:sp>
    </p:spTree>
    <p:extLst>
      <p:ext uri="{BB962C8B-B14F-4D97-AF65-F5344CB8AC3E}">
        <p14:creationId xmlns:p14="http://schemas.microsoft.com/office/powerpoint/2010/main" val="1336655663"/>
      </p:ext>
    </p:extLst>
  </p:cSld>
  <p:clrMapOvr>
    <a:masterClrMapping/>
  </p:clrMapOvr>
  <p:extLst>
    <p:ext uri="{DCECCB84-F9BA-43D5-87BE-67443E8EF086}">
      <p15:sldGuideLst xmlns:p15="http://schemas.microsoft.com/office/powerpoint/2012/main">
        <p15:guide id="1" orient="horz" pos="2160">
          <p15:clr>
            <a:srgbClr val="000000"/>
          </p15:clr>
        </p15:guide>
        <p15:guide id="2" pos="3840">
          <p15:clr>
            <a:srgbClr val="000000"/>
          </p15:clr>
        </p15:guide>
        <p15:guide id="3" pos="3931">
          <p15:clr>
            <a:srgbClr val="000000"/>
          </p15:clr>
        </p15:guide>
        <p15:guide id="4" pos="4974">
          <p15:clr>
            <a:srgbClr val="000000"/>
          </p15:clr>
        </p15:guide>
        <p15:guide id="5" pos="5155">
          <p15:clr>
            <a:srgbClr val="000000"/>
          </p15:clr>
        </p15:guide>
        <p15:guide id="6" pos="6199">
          <p15:clr>
            <a:srgbClr val="000000"/>
          </p15:clr>
        </p15:guide>
        <p15:guide id="7" pos="6380">
          <p15:clr>
            <a:srgbClr val="000000"/>
          </p15:clr>
        </p15:guide>
        <p15:guide id="8" pos="7423">
          <p15:clr>
            <a:srgbClr val="000000"/>
          </p15:clr>
        </p15:guide>
        <p15:guide id="9" pos="3749">
          <p15:clr>
            <a:srgbClr val="000000"/>
          </p15:clr>
        </p15:guide>
        <p15:guide id="10" pos="2706">
          <p15:clr>
            <a:srgbClr val="000000"/>
          </p15:clr>
        </p15:guide>
        <p15:guide id="11" pos="2525">
          <p15:clr>
            <a:srgbClr val="000000"/>
          </p15:clr>
        </p15:guide>
        <p15:guide id="12" pos="1481">
          <p15:clr>
            <a:srgbClr val="000000"/>
          </p15:clr>
        </p15:guide>
        <p15:guide id="13" pos="1300">
          <p15:clr>
            <a:srgbClr val="000000"/>
          </p15:clr>
        </p15:guide>
        <p15:guide id="14" pos="257">
          <p15:clr>
            <a:srgbClr val="000000"/>
          </p15:clr>
        </p15:guide>
        <p15:guide id="16" orient="horz" pos="1616">
          <p15:clr>
            <a:srgbClr val="000000"/>
          </p15:clr>
        </p15:guide>
        <p15:guide id="17" orient="horz" pos="1071">
          <p15:clr>
            <a:srgbClr val="000000"/>
          </p15:clr>
        </p15:guide>
        <p15:guide id="18" orient="horz" pos="2704">
          <p15:clr>
            <a:srgbClr val="000000"/>
          </p15:clr>
        </p15:guide>
        <p15:guide id="19" orient="horz" pos="3249">
          <p15:clr>
            <a:srgbClr val="000000"/>
          </p15:clr>
        </p15:guide>
        <p15:guide id="20" orient="horz" pos="3793">
          <p15:clr>
            <a:srgbClr val="000000"/>
          </p15:clr>
        </p15:guide>
        <p15:guide id="21" orient="horz" pos="527">
          <p15:clr>
            <a:srgbClr val="00000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982450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solidFill>
                  <a:srgbClr val="FFFFFF"/>
                </a:solidFill>
              </a:defRPr>
            </a:lvl1pPr>
            <a:lvl2pPr marL="1080000" indent="-540000">
              <a:lnSpc>
                <a:spcPct val="100000"/>
              </a:lnSpc>
              <a:spcBef>
                <a:spcPts val="600"/>
              </a:spcBef>
              <a:spcAft>
                <a:spcPts val="1200"/>
              </a:spcAft>
              <a:buFont typeface="+mj-lt"/>
              <a:buAutoNum type="arabicPeriod"/>
              <a:defRPr sz="3500">
                <a:solidFill>
                  <a:srgbClr val="FFFFFF"/>
                </a:solidFill>
              </a:defRPr>
            </a:lvl2pPr>
            <a:lvl3pPr marL="1620000" indent="-540000">
              <a:lnSpc>
                <a:spcPct val="100000"/>
              </a:lnSpc>
              <a:spcBef>
                <a:spcPts val="600"/>
              </a:spcBef>
              <a:spcAft>
                <a:spcPts val="1200"/>
              </a:spcAft>
              <a:buFont typeface="+mj-lt"/>
              <a:buAutoNum type="arabicPeriod"/>
              <a:defRPr sz="3500">
                <a:solidFill>
                  <a:srgbClr val="FFFFFF"/>
                </a:solidFill>
              </a:defRPr>
            </a:lvl3pPr>
            <a:lvl4pPr marL="2160000" indent="-540000">
              <a:lnSpc>
                <a:spcPct val="100000"/>
              </a:lnSpc>
              <a:spcBef>
                <a:spcPts val="600"/>
              </a:spcBef>
              <a:spcAft>
                <a:spcPts val="1200"/>
              </a:spcAft>
              <a:buFont typeface="+mj-lt"/>
              <a:buAutoNum type="arabicPeriod"/>
              <a:defRPr sz="3500">
                <a:solidFill>
                  <a:srgbClr val="FFFFFF"/>
                </a:solidFill>
              </a:defRPr>
            </a:lvl4pPr>
            <a:lvl5pPr marL="2700000" indent="-540000">
              <a:lnSpc>
                <a:spcPct val="100000"/>
              </a:lnSpc>
              <a:spcBef>
                <a:spcPts val="600"/>
              </a:spcBef>
              <a:spcAft>
                <a:spcPts val="1200"/>
              </a:spcAft>
              <a:buFont typeface="+mj-lt"/>
              <a:buAutoNum type="arabicPeriod"/>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13939415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foli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DBB2BED8-FB8C-986F-D3EA-0A53E2229421}"/>
              </a:ext>
            </a:extLst>
          </p:cNvPr>
          <p:cNvSpPr>
            <a:spLocks noGrp="1"/>
          </p:cNvSpPr>
          <p:nvPr>
            <p:ph type="body" sz="quarter" idx="13"/>
          </p:nvPr>
        </p:nvSpPr>
        <p:spPr>
          <a:xfrm>
            <a:off x="407988" y="1557338"/>
            <a:ext cx="11376025" cy="4356100"/>
          </a:xfrm>
        </p:spPr>
        <p:txBody>
          <a:bodyPr/>
          <a:lstStyle>
            <a:lvl1pPr marL="540000" indent="-540000">
              <a:lnSpc>
                <a:spcPct val="100000"/>
              </a:lnSpc>
              <a:spcBef>
                <a:spcPts val="1200"/>
              </a:spcBef>
              <a:spcAft>
                <a:spcPts val="1200"/>
              </a:spcAft>
              <a:buFont typeface="+mj-lt"/>
              <a:buAutoNum type="arabicPeriod"/>
              <a:defRPr sz="3500"/>
            </a:lvl1pPr>
            <a:lvl2pPr marL="1080000" indent="-540000">
              <a:lnSpc>
                <a:spcPct val="100000"/>
              </a:lnSpc>
              <a:spcBef>
                <a:spcPts val="600"/>
              </a:spcBef>
              <a:spcAft>
                <a:spcPts val="1200"/>
              </a:spcAft>
              <a:buFont typeface="+mj-lt"/>
              <a:buAutoNum type="arabicPeriod"/>
              <a:defRPr sz="3500"/>
            </a:lvl2pPr>
            <a:lvl3pPr marL="1620000" indent="-540000">
              <a:lnSpc>
                <a:spcPct val="100000"/>
              </a:lnSpc>
              <a:spcBef>
                <a:spcPts val="600"/>
              </a:spcBef>
              <a:spcAft>
                <a:spcPts val="1200"/>
              </a:spcAft>
              <a:buFont typeface="+mj-lt"/>
              <a:buAutoNum type="arabicPeriod"/>
              <a:defRPr sz="3500"/>
            </a:lvl3pPr>
            <a:lvl4pPr marL="2160000" indent="-540000">
              <a:lnSpc>
                <a:spcPct val="100000"/>
              </a:lnSpc>
              <a:spcBef>
                <a:spcPts val="600"/>
              </a:spcBef>
              <a:spcAft>
                <a:spcPts val="1200"/>
              </a:spcAft>
              <a:buFont typeface="+mj-lt"/>
              <a:buAutoNum type="arabicPeriod"/>
              <a:defRPr sz="3500"/>
            </a:lvl4pPr>
            <a:lvl5pPr marL="2700000" indent="-540000">
              <a:lnSpc>
                <a:spcPct val="100000"/>
              </a:lnSpc>
              <a:spcBef>
                <a:spcPts val="600"/>
              </a:spcBef>
              <a:spcAft>
                <a:spcPts val="1200"/>
              </a:spcAft>
              <a:buFont typeface="+mj-lt"/>
              <a:buAutoNum type="arabicPeriod"/>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9767290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Kapiteltitelfolie hell">
    <p:bg>
      <p:bgPr>
        <a:solidFill>
          <a:srgbClr val="9ADCF6"/>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3" name="Textplatzhalter 3">
            <a:extLst>
              <a:ext uri="{FF2B5EF4-FFF2-40B4-BE49-F238E27FC236}">
                <a16:creationId xmlns:a16="http://schemas.microsoft.com/office/drawing/2014/main" id="{1D9339A0-272B-117F-D887-A6D84932D9C9}"/>
              </a:ext>
            </a:extLst>
          </p:cNvPr>
          <p:cNvSpPr>
            <a:spLocks noGrp="1"/>
          </p:cNvSpPr>
          <p:nvPr>
            <p:ph type="body" sz="quarter" idx="13"/>
          </p:nvPr>
        </p:nvSpPr>
        <p:spPr>
          <a:xfrm>
            <a:off x="407975" y="2772001"/>
            <a:ext cx="9432000" cy="3141438"/>
          </a:xfrm>
        </p:spPr>
        <p:txBody>
          <a:bodyPr/>
          <a:lstStyle>
            <a:lvl1pPr marL="0" indent="0">
              <a:lnSpc>
                <a:spcPct val="100000"/>
              </a:lnSpc>
              <a:spcBef>
                <a:spcPts val="0"/>
              </a:spcBef>
              <a:spcAft>
                <a:spcPts val="0"/>
              </a:spcAft>
              <a:buFont typeface="+mj-lt"/>
              <a:buNone/>
              <a:defRPr sz="3500"/>
            </a:lvl1pPr>
            <a:lvl2pPr marL="540000" indent="0">
              <a:lnSpc>
                <a:spcPct val="100000"/>
              </a:lnSpc>
              <a:spcBef>
                <a:spcPts val="0"/>
              </a:spcBef>
              <a:spcAft>
                <a:spcPts val="0"/>
              </a:spcAft>
              <a:buFont typeface="+mj-lt"/>
              <a:buNone/>
              <a:defRPr sz="3500"/>
            </a:lvl2pPr>
            <a:lvl3pPr marL="1080000" indent="0">
              <a:lnSpc>
                <a:spcPct val="100000"/>
              </a:lnSpc>
              <a:spcBef>
                <a:spcPts val="0"/>
              </a:spcBef>
              <a:spcAft>
                <a:spcPts val="0"/>
              </a:spcAft>
              <a:buFont typeface="+mj-lt"/>
              <a:buNone/>
              <a:defRPr sz="3500"/>
            </a:lvl3pPr>
            <a:lvl4pPr marL="1620000" indent="0">
              <a:lnSpc>
                <a:spcPct val="100000"/>
              </a:lnSpc>
              <a:spcBef>
                <a:spcPts val="0"/>
              </a:spcBef>
              <a:spcAft>
                <a:spcPts val="0"/>
              </a:spcAft>
              <a:buFont typeface="+mj-lt"/>
              <a:buNone/>
              <a:defRPr sz="3500"/>
            </a:lvl4pPr>
            <a:lvl5pPr marL="2160000" indent="0">
              <a:lnSpc>
                <a:spcPct val="100000"/>
              </a:lnSpc>
              <a:spcBef>
                <a:spcPts val="0"/>
              </a:spcBef>
              <a:spcAft>
                <a:spcPts val="0"/>
              </a:spcAft>
              <a:buFont typeface="+mj-lt"/>
              <a:buNone/>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015052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Kapiteltitelfolie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lvl1pPr>
              <a:defRPr>
                <a:solidFill>
                  <a:srgbClr val="FFFFFF"/>
                </a:solidFill>
              </a:defRPr>
            </a:lvl1pPr>
          </a:lstStyle>
          <a:p>
            <a:r>
              <a:rPr lang="en-US"/>
              <a:t>Click to edit Master title style</a:t>
            </a:r>
            <a:endParaRPr lang="en-GB" dirty="0"/>
          </a:p>
        </p:txBody>
      </p:sp>
      <p:sp>
        <p:nvSpPr>
          <p:cNvPr id="3" name="Textplatzhalter 3">
            <a:extLst>
              <a:ext uri="{FF2B5EF4-FFF2-40B4-BE49-F238E27FC236}">
                <a16:creationId xmlns:a16="http://schemas.microsoft.com/office/drawing/2014/main" id="{2D851C87-5A46-2A3A-0723-295BFEC87740}"/>
              </a:ext>
            </a:extLst>
          </p:cNvPr>
          <p:cNvSpPr>
            <a:spLocks noGrp="1"/>
          </p:cNvSpPr>
          <p:nvPr>
            <p:ph type="body" sz="quarter" idx="13"/>
          </p:nvPr>
        </p:nvSpPr>
        <p:spPr>
          <a:xfrm>
            <a:off x="407976" y="2772001"/>
            <a:ext cx="9432926" cy="3141438"/>
          </a:xfrm>
        </p:spPr>
        <p:txBody>
          <a:bodyPr/>
          <a:lstStyle>
            <a:lvl1pPr marL="0" indent="0">
              <a:lnSpc>
                <a:spcPct val="100000"/>
              </a:lnSpc>
              <a:spcBef>
                <a:spcPts val="0"/>
              </a:spcBef>
              <a:spcAft>
                <a:spcPts val="0"/>
              </a:spcAft>
              <a:buFont typeface="+mj-lt"/>
              <a:buNone/>
              <a:defRPr sz="3500">
                <a:solidFill>
                  <a:srgbClr val="FFFFFF"/>
                </a:solidFill>
              </a:defRPr>
            </a:lvl1pPr>
            <a:lvl2pPr marL="540000" indent="0">
              <a:lnSpc>
                <a:spcPct val="100000"/>
              </a:lnSpc>
              <a:spcBef>
                <a:spcPts val="0"/>
              </a:spcBef>
              <a:spcAft>
                <a:spcPts val="0"/>
              </a:spcAft>
              <a:buFont typeface="+mj-lt"/>
              <a:buNone/>
              <a:defRPr sz="3500">
                <a:solidFill>
                  <a:srgbClr val="FFFFFF"/>
                </a:solidFill>
              </a:defRPr>
            </a:lvl2pPr>
            <a:lvl3pPr marL="1080000" indent="0">
              <a:lnSpc>
                <a:spcPct val="100000"/>
              </a:lnSpc>
              <a:spcBef>
                <a:spcPts val="0"/>
              </a:spcBef>
              <a:spcAft>
                <a:spcPts val="0"/>
              </a:spcAft>
              <a:buFont typeface="+mj-lt"/>
              <a:buNone/>
              <a:defRPr sz="3500">
                <a:solidFill>
                  <a:srgbClr val="FFFFFF"/>
                </a:solidFill>
              </a:defRPr>
            </a:lvl3pPr>
            <a:lvl4pPr marL="1620000" indent="0">
              <a:lnSpc>
                <a:spcPct val="100000"/>
              </a:lnSpc>
              <a:spcBef>
                <a:spcPts val="0"/>
              </a:spcBef>
              <a:spcAft>
                <a:spcPts val="0"/>
              </a:spcAft>
              <a:buFont typeface="+mj-lt"/>
              <a:buNone/>
              <a:defRPr sz="3500">
                <a:solidFill>
                  <a:srgbClr val="FFFFFF"/>
                </a:solidFill>
              </a:defRPr>
            </a:lvl4pPr>
            <a:lvl5pPr marL="2160000" indent="0">
              <a:lnSpc>
                <a:spcPct val="100000"/>
              </a:lnSpc>
              <a:spcBef>
                <a:spcPts val="0"/>
              </a:spcBef>
              <a:spcAft>
                <a:spcPts val="0"/>
              </a:spcAft>
              <a:buFont typeface="+mj-lt"/>
              <a:buNone/>
              <a:defRPr sz="3500">
                <a:solidFill>
                  <a:srgbClr val="FFFFFF"/>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36481237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Kapitelfolie mit Bild hel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4639548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Kapitelfolie mit Bild dunkel">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2883F99D-5CCE-8A17-DE03-36C380986B30}"/>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a:xfrm>
            <a:off x="407973" y="6293853"/>
            <a:ext cx="9432925" cy="216000"/>
          </a:xfrm>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bwMode="gray">
          <a:xfrm>
            <a:off x="407974" y="260350"/>
            <a:ext cx="11376026"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100057649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3" name="Inhaltsplatzhalter 2">
            <a:extLst>
              <a:ext uri="{FF2B5EF4-FFF2-40B4-BE49-F238E27FC236}">
                <a16:creationId xmlns:a16="http://schemas.microsoft.com/office/drawing/2014/main" id="{F9747FB4-8766-BB7F-4E19-8AE8EC34AC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4298579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und Text grosse Schrif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lvl1pPr marL="540000" indent="-540000">
              <a:lnSpc>
                <a:spcPct val="100000"/>
              </a:lnSpc>
              <a:spcBef>
                <a:spcPts val="1200"/>
              </a:spcBef>
              <a:defRPr sz="3500"/>
            </a:lvl1pPr>
            <a:lvl2pPr marL="1080000" indent="-540000">
              <a:lnSpc>
                <a:spcPct val="100000"/>
              </a:lnSpc>
              <a:spcBef>
                <a:spcPts val="1200"/>
              </a:spcBef>
              <a:defRPr sz="3500"/>
            </a:lvl2pPr>
            <a:lvl3pPr marL="1620000" indent="-540000">
              <a:lnSpc>
                <a:spcPct val="100000"/>
              </a:lnSpc>
              <a:spcBef>
                <a:spcPts val="1200"/>
              </a:spcBef>
              <a:defRPr sz="3500"/>
            </a:lvl3pPr>
            <a:lvl4pPr marL="2160000" indent="-540000">
              <a:lnSpc>
                <a:spcPct val="100000"/>
              </a:lnSpc>
              <a:spcBef>
                <a:spcPts val="1200"/>
              </a:spcBef>
              <a:defRPr sz="3500"/>
            </a:lvl4pPr>
            <a:lvl5pPr marL="2700000" indent="-540000">
              <a:lnSpc>
                <a:spcPct val="100000"/>
              </a:lnSpc>
              <a:spcBef>
                <a:spcPts val="750"/>
              </a:spcBef>
              <a:defRPr sz="35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8297699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und Text 1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9432924"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2976953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und Text 2sp">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Textplatzhalter 6">
            <a:extLst>
              <a:ext uri="{FF2B5EF4-FFF2-40B4-BE49-F238E27FC236}">
                <a16:creationId xmlns:a16="http://schemas.microsoft.com/office/drawing/2014/main" id="{DE769469-4329-ED45-C93A-E67478D8EF16}"/>
              </a:ext>
            </a:extLst>
          </p:cNvPr>
          <p:cNvSpPr>
            <a:spLocks noGrp="1"/>
          </p:cNvSpPr>
          <p:nvPr>
            <p:ph type="body" sz="quarter" idx="14"/>
          </p:nvPr>
        </p:nvSpPr>
        <p:spPr>
          <a:xfrm>
            <a:off x="6240450"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656570789"/>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Text und Bild gross">
    <p:spTree>
      <p:nvGrpSpPr>
        <p:cNvPr id="1" name=""/>
        <p:cNvGrpSpPr/>
        <p:nvPr/>
      </p:nvGrpSpPr>
      <p:grpSpPr>
        <a:xfrm>
          <a:off x="0" y="0"/>
          <a:ext cx="0" cy="0"/>
          <a:chOff x="0" y="0"/>
          <a:chExt cx="0" cy="0"/>
        </a:xfrm>
      </p:grpSpPr>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096000" y="0"/>
            <a:ext cx="6096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a:xfrm>
            <a:off x="407988" y="260350"/>
            <a:ext cx="5543550" cy="1080000"/>
          </a:xfrm>
        </p:spPr>
        <p:txBody>
          <a:bodyPr/>
          <a:lstStyle/>
          <a:p>
            <a:r>
              <a:rPr lang="en-US"/>
              <a:t>Click to edit Master title style</a:t>
            </a:r>
            <a:endParaRPr lang="en-GB" dirty="0"/>
          </a:p>
        </p:txBody>
      </p:sp>
    </p:spTree>
    <p:extLst>
      <p:ext uri="{BB962C8B-B14F-4D97-AF65-F5344CB8AC3E}">
        <p14:creationId xmlns:p14="http://schemas.microsoft.com/office/powerpoint/2010/main" val="2100588318"/>
      </p:ext>
    </p:extLst>
  </p:cSld>
  <p:clrMapOvr>
    <a:masterClrMapping/>
  </p:clrMapOvr>
  <p:extLst>
    <p:ext uri="{DCECCB84-F9BA-43D5-87BE-67443E8EF086}">
      <p15:sldGuideLst xmlns:p15="http://schemas.microsoft.com/office/powerpoint/2012/main">
        <p15:guide id="1" pos="3840" userDrawn="1">
          <p15:clr>
            <a:srgbClr val="F26B43"/>
          </p15:clr>
        </p15:guide>
        <p15:guide id="2" pos="3749" userDrawn="1">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Text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26690024"/>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294" userDrawn="1">
          <p15:clr>
            <a:srgbClr val="A4A3A4"/>
          </p15:clr>
        </p15:guide>
        <p15:guide id="4" orient="horz" pos="3339"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Text und Bild klei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8183563" y="4041775"/>
            <a:ext cx="3600450" cy="1871663"/>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a:extLst>
              <a:ext uri="{FF2B5EF4-FFF2-40B4-BE49-F238E27FC236}">
                <a16:creationId xmlns:a16="http://schemas.microsoft.com/office/drawing/2014/main" id="{31784CC6-05EC-74CF-3BDD-5AA47659E039}"/>
              </a:ext>
            </a:extLst>
          </p:cNvPr>
          <p:cNvSpPr>
            <a:spLocks noGrp="1"/>
          </p:cNvSpPr>
          <p:nvPr>
            <p:ph type="pic" sz="quarter" idx="14"/>
          </p:nvPr>
        </p:nvSpPr>
        <p:spPr>
          <a:xfrm>
            <a:off x="8183562" y="1628750"/>
            <a:ext cx="3600438" cy="2340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7" name="Textplatzhalter 6">
            <a:extLst>
              <a:ext uri="{FF2B5EF4-FFF2-40B4-BE49-F238E27FC236}">
                <a16:creationId xmlns:a16="http://schemas.microsoft.com/office/drawing/2014/main" id="{DD441F03-0943-0982-8D38-4280085A34FC}"/>
              </a:ext>
            </a:extLst>
          </p:cNvPr>
          <p:cNvSpPr>
            <a:spLocks noGrp="1"/>
          </p:cNvSpPr>
          <p:nvPr>
            <p:ph type="body" sz="quarter" idx="13"/>
          </p:nvPr>
        </p:nvSpPr>
        <p:spPr>
          <a:xfrm>
            <a:off x="407989" y="1557338"/>
            <a:ext cx="7488236"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922468364"/>
      </p:ext>
    </p:extLst>
  </p:cSld>
  <p:clrMapOvr>
    <a:masterClrMapping/>
  </p:clrMapOvr>
  <p:extLst>
    <p:ext uri="{DCECCB84-F9BA-43D5-87BE-67443E8EF086}">
      <p15:sldGuideLst xmlns:p15="http://schemas.microsoft.com/office/powerpoint/2012/main">
        <p15:guide id="1" pos="5155" userDrawn="1">
          <p15:clr>
            <a:srgbClr val="F26B43"/>
          </p15:clr>
        </p15:guide>
        <p15:guide id="2" pos="4974" userDrawn="1">
          <p15:clr>
            <a:srgbClr val="F26B43"/>
          </p15:clr>
        </p15:guide>
        <p15:guide id="3" orient="horz" pos="2500" userDrawn="1">
          <p15:clr>
            <a:srgbClr val="A4A3A4"/>
          </p15:clr>
        </p15:guide>
        <p15:guide id="4" orient="horz" pos="2546" userDrawn="1">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und 2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1" name="Textplatzhalter 10">
            <a:extLst>
              <a:ext uri="{FF2B5EF4-FFF2-40B4-BE49-F238E27FC236}">
                <a16:creationId xmlns:a16="http://schemas.microsoft.com/office/drawing/2014/main" id="{7938AF5A-CB9F-6FFF-5006-EB12AD49A10C}"/>
              </a:ext>
            </a:extLst>
          </p:cNvPr>
          <p:cNvSpPr>
            <a:spLocks noGrp="1"/>
          </p:cNvSpPr>
          <p:nvPr>
            <p:ph type="body" sz="quarter" idx="15" hasCustomPrompt="1"/>
          </p:nvPr>
        </p:nvSpPr>
        <p:spPr>
          <a:xfrm>
            <a:off x="6240463" y="5300663"/>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4" name="Bildplatzhalter 3">
            <a:extLst>
              <a:ext uri="{FF2B5EF4-FFF2-40B4-BE49-F238E27FC236}">
                <a16:creationId xmlns:a16="http://schemas.microsoft.com/office/drawing/2014/main" id="{31784CC6-05EC-74CF-3BDD-5AA47659E039}"/>
              </a:ext>
            </a:extLst>
          </p:cNvPr>
          <p:cNvSpPr>
            <a:spLocks noGrp="1"/>
          </p:cNvSpPr>
          <p:nvPr>
            <p:ph type="pic" sz="quarter" idx="14"/>
          </p:nvPr>
        </p:nvSpPr>
        <p:spPr>
          <a:xfrm>
            <a:off x="6240463"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0" name="Textplatzhalter 10">
            <a:extLst>
              <a:ext uri="{FF2B5EF4-FFF2-40B4-BE49-F238E27FC236}">
                <a16:creationId xmlns:a16="http://schemas.microsoft.com/office/drawing/2014/main" id="{A4CE7346-A596-ECC7-5160-C1852D88854B}"/>
              </a:ext>
            </a:extLst>
          </p:cNvPr>
          <p:cNvSpPr>
            <a:spLocks noGrp="1"/>
          </p:cNvSpPr>
          <p:nvPr>
            <p:ph type="body" sz="quarter" idx="17" hasCustomPrompt="1"/>
          </p:nvPr>
        </p:nvSpPr>
        <p:spPr>
          <a:xfrm>
            <a:off x="407994" y="5301877"/>
            <a:ext cx="5543550" cy="6127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Bildlegende</a:t>
            </a:r>
            <a:r>
              <a:rPr lang="en-GB" dirty="0"/>
              <a:t> </a:t>
            </a:r>
            <a:r>
              <a:rPr lang="en-GB" dirty="0" err="1"/>
              <a:t>hinzufügen</a:t>
            </a:r>
            <a:endParaRPr lang="en-GB" dirty="0"/>
          </a:p>
        </p:txBody>
      </p:sp>
      <p:sp>
        <p:nvSpPr>
          <p:cNvPr id="2" name="Bildplatzhalter 3">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5543538" cy="360045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616484316"/>
      </p:ext>
    </p:extLst>
  </p:cSld>
  <p:clrMapOvr>
    <a:masterClrMapping/>
  </p:clrMapOvr>
  <p:extLst>
    <p:ext uri="{DCECCB84-F9BA-43D5-87BE-67443E8EF086}">
      <p15:sldGuideLst xmlns:p15="http://schemas.microsoft.com/office/powerpoint/2012/main">
        <p15:guide id="1" pos="3931" userDrawn="1">
          <p15:clr>
            <a:srgbClr val="F26B43"/>
          </p15:clr>
        </p15:guide>
        <p15:guide id="2" pos="3749" userDrawn="1">
          <p15:clr>
            <a:srgbClr val="F26B43"/>
          </p15:clr>
        </p15:guide>
        <p15:guide id="3" orient="horz" pos="3339" userDrawn="1">
          <p15:clr>
            <a:srgbClr val="A4A3A4"/>
          </p15:clr>
        </p15:guide>
        <p15:guide id="4" orient="horz" pos="3294" userDrawn="1">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und 6 Bild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15" name="Bildplatzhalter 6">
            <a:extLst>
              <a:ext uri="{FF2B5EF4-FFF2-40B4-BE49-F238E27FC236}">
                <a16:creationId xmlns:a16="http://schemas.microsoft.com/office/drawing/2014/main" id="{2EE3B75C-CEC1-6E28-3E70-DCA9BEDAECCF}"/>
              </a:ext>
            </a:extLst>
          </p:cNvPr>
          <p:cNvSpPr>
            <a:spLocks noGrp="1"/>
          </p:cNvSpPr>
          <p:nvPr>
            <p:ph type="pic" sz="quarter" idx="20"/>
          </p:nvPr>
        </p:nvSpPr>
        <p:spPr>
          <a:xfrm>
            <a:off x="8183112"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4" name="Bildplatzhalter 5">
            <a:extLst>
              <a:ext uri="{FF2B5EF4-FFF2-40B4-BE49-F238E27FC236}">
                <a16:creationId xmlns:a16="http://schemas.microsoft.com/office/drawing/2014/main" id="{FE6C8114-1B2B-467B-9501-C2B1E7473AE3}"/>
              </a:ext>
            </a:extLst>
          </p:cNvPr>
          <p:cNvSpPr>
            <a:spLocks noGrp="1"/>
          </p:cNvSpPr>
          <p:nvPr>
            <p:ph type="pic" sz="quarter" idx="19"/>
          </p:nvPr>
        </p:nvSpPr>
        <p:spPr>
          <a:xfrm>
            <a:off x="4295775" y="4040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12" name="Bildplatzhalter 4">
            <a:extLst>
              <a:ext uri="{FF2B5EF4-FFF2-40B4-BE49-F238E27FC236}">
                <a16:creationId xmlns:a16="http://schemas.microsoft.com/office/drawing/2014/main" id="{B996E3F3-2BC1-A5E9-1DA4-8E35345546A8}"/>
              </a:ext>
            </a:extLst>
          </p:cNvPr>
          <p:cNvSpPr>
            <a:spLocks noGrp="1"/>
          </p:cNvSpPr>
          <p:nvPr>
            <p:ph type="pic" sz="quarter" idx="18"/>
          </p:nvPr>
        </p:nvSpPr>
        <p:spPr>
          <a:xfrm>
            <a:off x="408000" y="4033138"/>
            <a:ext cx="3600438" cy="2203637"/>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3" name="Bildplatzhalter 3">
            <a:extLst>
              <a:ext uri="{FF2B5EF4-FFF2-40B4-BE49-F238E27FC236}">
                <a16:creationId xmlns:a16="http://schemas.microsoft.com/office/drawing/2014/main" id="{6D6D36F6-DBE3-A50D-FCC5-547191E3F53B}"/>
              </a:ext>
            </a:extLst>
          </p:cNvPr>
          <p:cNvSpPr>
            <a:spLocks noGrp="1"/>
          </p:cNvSpPr>
          <p:nvPr>
            <p:ph type="pic" sz="quarter" idx="17"/>
          </p:nvPr>
        </p:nvSpPr>
        <p:spPr>
          <a:xfrm>
            <a:off x="8183563"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4" name="Bildplatzhalter 2">
            <a:extLst>
              <a:ext uri="{FF2B5EF4-FFF2-40B4-BE49-F238E27FC236}">
                <a16:creationId xmlns:a16="http://schemas.microsoft.com/office/drawing/2014/main" id="{31784CC6-05EC-74CF-3BDD-5AA47659E039}"/>
              </a:ext>
            </a:extLst>
          </p:cNvPr>
          <p:cNvSpPr>
            <a:spLocks noGrp="1"/>
          </p:cNvSpPr>
          <p:nvPr>
            <p:ph type="pic" sz="quarter" idx="14"/>
          </p:nvPr>
        </p:nvSpPr>
        <p:spPr>
          <a:xfrm>
            <a:off x="4296225" y="1628775"/>
            <a:ext cx="3600000"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Bildplatzhalter 1">
            <a:extLst>
              <a:ext uri="{FF2B5EF4-FFF2-40B4-BE49-F238E27FC236}">
                <a16:creationId xmlns:a16="http://schemas.microsoft.com/office/drawing/2014/main" id="{F88D5C81-1C85-2542-A84C-CD23CCA65D8C}"/>
              </a:ext>
            </a:extLst>
          </p:cNvPr>
          <p:cNvSpPr>
            <a:spLocks noGrp="1"/>
          </p:cNvSpPr>
          <p:nvPr>
            <p:ph type="pic" sz="quarter" idx="16"/>
          </p:nvPr>
        </p:nvSpPr>
        <p:spPr>
          <a:xfrm>
            <a:off x="408000" y="1628775"/>
            <a:ext cx="3600438" cy="2196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4243457605"/>
      </p:ext>
    </p:extLst>
  </p:cSld>
  <p:clrMapOvr>
    <a:masterClrMapping/>
  </p:clrMapOvr>
  <p:extLst>
    <p:ext uri="{DCECCB84-F9BA-43D5-87BE-67443E8EF086}">
      <p15:sldGuideLst xmlns:p15="http://schemas.microsoft.com/office/powerpoint/2012/main">
        <p15:guide id="1" pos="2706" userDrawn="1">
          <p15:clr>
            <a:srgbClr val="F26B43"/>
          </p15:clr>
        </p15:guide>
        <p15:guide id="2" pos="2525" userDrawn="1">
          <p15:clr>
            <a:srgbClr val="F26B43"/>
          </p15:clr>
        </p15:guide>
        <p15:guide id="3" pos="4974" userDrawn="1">
          <p15:clr>
            <a:srgbClr val="F26B43"/>
          </p15:clr>
        </p15:guide>
        <p15:guide id="4" pos="5155" userDrawn="1">
          <p15:clr>
            <a:srgbClr val="F26B43"/>
          </p15:clr>
        </p15:guide>
        <p15:guide id="5" orient="horz" pos="2409" userDrawn="1">
          <p15:clr>
            <a:srgbClr val="F26B43"/>
          </p15:clr>
        </p15:guide>
        <p15:guide id="6" orient="horz" pos="2546" userDrawn="1">
          <p15:clr>
            <a:srgbClr val="F26B43"/>
          </p15:clr>
        </p15:guide>
        <p15:guide id="7" orient="horz" pos="3929" userDrawn="1">
          <p15:clr>
            <a:srgbClr val="F26B43"/>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Bildplatzhalter">
            <a:extLst>
              <a:ext uri="{FF2B5EF4-FFF2-40B4-BE49-F238E27FC236}">
                <a16:creationId xmlns:a16="http://schemas.microsoft.com/office/drawing/2014/main" id="{F88D5C81-1C85-2542-A84C-CD23CCA65D8C}"/>
              </a:ext>
            </a:extLst>
          </p:cNvPr>
          <p:cNvSpPr>
            <a:spLocks noGrp="1"/>
          </p:cNvSpPr>
          <p:nvPr>
            <p:ph type="pic" sz="quarter" idx="16"/>
          </p:nvPr>
        </p:nvSpPr>
        <p:spPr>
          <a:xfrm>
            <a:off x="407987" y="1628774"/>
            <a:ext cx="11376013" cy="4645025"/>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32806008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und Bild hel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bwMode="gray"/>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bwMode="gray"/>
        <p:txBody>
          <a:bodyPr/>
          <a:lstStyle>
            <a:lvl1pPr>
              <a:defRPr>
                <a:solidFill>
                  <a:srgbClr val="FFFFFF"/>
                </a:solidFill>
              </a:defRPr>
            </a:lvl1pPr>
          </a:lstStyle>
          <a:p>
            <a:r>
              <a:rPr lang="en-GB" dirty="0"/>
              <a:t>ZHAW School of Engineering | Institute | Document name</a:t>
            </a:r>
          </a:p>
        </p:txBody>
      </p:sp>
      <p:sp>
        <p:nvSpPr>
          <p:cNvPr id="9" name="Titel 8">
            <a:extLst>
              <a:ext uri="{FF2B5EF4-FFF2-40B4-BE49-F238E27FC236}">
                <a16:creationId xmlns:a16="http://schemas.microsoft.com/office/drawing/2014/main" id="{14253C28-417E-62CE-BF12-B5F66FF3B80A}"/>
              </a:ext>
            </a:extLst>
          </p:cNvPr>
          <p:cNvSpPr>
            <a:spLocks noGrp="1"/>
          </p:cNvSpPr>
          <p:nvPr>
            <p:ph type="title"/>
          </p:nvPr>
        </p:nvSpPr>
        <p:spPr bwMode="gray"/>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1163276626"/>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el und Bild dunkel">
    <p:spTree>
      <p:nvGrpSpPr>
        <p:cNvPr id="1" name=""/>
        <p:cNvGrpSpPr/>
        <p:nvPr/>
      </p:nvGrpSpPr>
      <p:grpSpPr>
        <a:xfrm>
          <a:off x="0" y="0"/>
          <a:ext cx="0" cy="0"/>
          <a:chOff x="0" y="0"/>
          <a:chExt cx="0" cy="0"/>
        </a:xfrm>
      </p:grpSpPr>
      <p:sp>
        <p:nvSpPr>
          <p:cNvPr id="3" name="Bildplatzhalter">
            <a:extLst>
              <a:ext uri="{FF2B5EF4-FFF2-40B4-BE49-F238E27FC236}">
                <a16:creationId xmlns:a16="http://schemas.microsoft.com/office/drawing/2014/main" id="{354F15AF-D67D-54A8-9246-5C9F34665523}"/>
              </a:ext>
            </a:extLst>
          </p:cNvPr>
          <p:cNvSpPr>
            <a:spLocks noGrp="1"/>
          </p:cNvSpPr>
          <p:nvPr>
            <p:ph type="pic" sz="quarter" idx="13"/>
          </p:nvPr>
        </p:nvSpPr>
        <p:spPr>
          <a:xfrm>
            <a:off x="0" y="0"/>
            <a:ext cx="12192000" cy="6858000"/>
          </a:xfrm>
          <a:solidFill>
            <a:schemeClr val="tx1">
              <a:lumMod val="10000"/>
              <a:lumOff val="90000"/>
            </a:schemeClr>
          </a:solidFill>
        </p:spPr>
        <p:txBody>
          <a:bodyPr/>
          <a:lstStyle>
            <a:lvl1pPr marL="0" indent="0">
              <a:buNone/>
              <a:defRPr/>
            </a:lvl1pPr>
          </a:lstStyle>
          <a:p>
            <a:r>
              <a:rPr lang="en-US"/>
              <a:t>Click icon to add picture</a:t>
            </a:r>
            <a:endParaRPr lang="en-GB" dirty="0"/>
          </a:p>
        </p:txBody>
      </p:sp>
      <p:sp>
        <p:nvSpPr>
          <p:cNvPr id="2" name="Titel 1">
            <a:extLst>
              <a:ext uri="{FF2B5EF4-FFF2-40B4-BE49-F238E27FC236}">
                <a16:creationId xmlns:a16="http://schemas.microsoft.com/office/drawing/2014/main" id="{91B3720C-BD68-51AC-BEB1-817DCB8A55E6}"/>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0E909794-BA65-D948-4EE8-5AD412AD1418}"/>
              </a:ext>
            </a:extLst>
          </p:cNvPr>
          <p:cNvSpPr>
            <a:spLocks noGrp="1"/>
          </p:cNvSpPr>
          <p:nvPr>
            <p:ph type="ftr" sz="quarter" idx="14"/>
          </p:nvPr>
        </p:nvSpPr>
        <p:spPr/>
        <p:txBody>
          <a:bodyPr/>
          <a:lstStyle/>
          <a:p>
            <a:r>
              <a:rPr lang="en-GB" dirty="0"/>
              <a:t>ZHAW School of Engineering | Institute | Document name</a:t>
            </a:r>
          </a:p>
        </p:txBody>
      </p:sp>
      <p:sp>
        <p:nvSpPr>
          <p:cNvPr id="7" name="Foliennummernplatzhalter 6">
            <a:extLst>
              <a:ext uri="{FF2B5EF4-FFF2-40B4-BE49-F238E27FC236}">
                <a16:creationId xmlns:a16="http://schemas.microsoft.com/office/drawing/2014/main" id="{517BEE02-01B9-515A-AADE-BF25CFD75E6D}"/>
              </a:ext>
            </a:extLst>
          </p:cNvPr>
          <p:cNvSpPr>
            <a:spLocks noGrp="1"/>
          </p:cNvSpPr>
          <p:nvPr>
            <p:ph type="sldNum" sz="quarter" idx="15"/>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3640348401"/>
      </p:ext>
    </p:extLst>
  </p:cSld>
  <p:clrMapOvr>
    <a:masterClrMapping/>
  </p:clrMapOvr>
  <p:extLst>
    <p:ext uri="{DCECCB84-F9BA-43D5-87BE-67443E8EF086}">
      <p15:sldGuideLst xmlns:p15="http://schemas.microsoft.com/office/powerpoint/2012/main">
        <p15:guide id="1" orient="horz" pos="3929" userDrawn="1">
          <p15:clr>
            <a:srgbClr val="F26B43"/>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und 1 Video">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8183563" y="1628775"/>
            <a:ext cx="3600437" cy="3132138"/>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361828249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und 2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5" name="Textplatzhalter 10">
            <a:extLst>
              <a:ext uri="{FF2B5EF4-FFF2-40B4-BE49-F238E27FC236}">
                <a16:creationId xmlns:a16="http://schemas.microsoft.com/office/drawing/2014/main" id="{3E066BA4-FBC8-E2EE-2D88-7AB9BF7A19F2}"/>
              </a:ext>
            </a:extLst>
          </p:cNvPr>
          <p:cNvSpPr>
            <a:spLocks noGrp="1"/>
          </p:cNvSpPr>
          <p:nvPr>
            <p:ph type="body" sz="quarter" idx="20" hasCustomPrompt="1"/>
          </p:nvPr>
        </p:nvSpPr>
        <p:spPr>
          <a:xfrm>
            <a:off x="6240464" y="4833938"/>
            <a:ext cx="5543550" cy="1080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6" name="Medienplatzhalter 13">
            <a:extLst>
              <a:ext uri="{FF2B5EF4-FFF2-40B4-BE49-F238E27FC236}">
                <a16:creationId xmlns:a16="http://schemas.microsoft.com/office/drawing/2014/main" id="{F655F843-7794-7558-3F2A-37A96FD2423B}"/>
              </a:ext>
            </a:extLst>
          </p:cNvPr>
          <p:cNvSpPr>
            <a:spLocks noGrp="1" noChangeAspect="1"/>
          </p:cNvSpPr>
          <p:nvPr>
            <p:ph type="media" sz="quarter" idx="21"/>
          </p:nvPr>
        </p:nvSpPr>
        <p:spPr>
          <a:xfrm>
            <a:off x="6240465" y="1628775"/>
            <a:ext cx="5543550" cy="3121025"/>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2967147127"/>
      </p:ext>
    </p:extLst>
  </p:cSld>
  <p:clrMapOvr>
    <a:masterClrMapping/>
  </p:clrMapOvr>
  <p:extLst>
    <p:ext uri="{DCECCB84-F9BA-43D5-87BE-67443E8EF086}">
      <p15:sldGuideLst xmlns:p15="http://schemas.microsoft.com/office/powerpoint/2012/main">
        <p15:guide id="1" orient="horz" pos="3045" userDrawn="1">
          <p15:clr>
            <a:srgbClr val="A4A3A4"/>
          </p15:clr>
        </p15:guide>
        <p15:guide id="2" orient="horz" pos="2999" userDrawn="1">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el und 5 Videos">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9" name="Textplatzhalter 10">
            <a:extLst>
              <a:ext uri="{FF2B5EF4-FFF2-40B4-BE49-F238E27FC236}">
                <a16:creationId xmlns:a16="http://schemas.microsoft.com/office/drawing/2014/main" id="{35473D30-FB2A-8040-D7A5-B45535F15A62}"/>
              </a:ext>
            </a:extLst>
          </p:cNvPr>
          <p:cNvSpPr>
            <a:spLocks noGrp="1"/>
          </p:cNvSpPr>
          <p:nvPr>
            <p:ph type="body" sz="quarter" idx="22" hasCustomPrompt="1"/>
          </p:nvPr>
        </p:nvSpPr>
        <p:spPr>
          <a:xfrm>
            <a:off x="407988"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0" name="Medienplatzhalter 13">
            <a:extLst>
              <a:ext uri="{FF2B5EF4-FFF2-40B4-BE49-F238E27FC236}">
                <a16:creationId xmlns:a16="http://schemas.microsoft.com/office/drawing/2014/main" id="{B3506CA0-EC87-9A04-CF85-2B4AAA197309}"/>
              </a:ext>
            </a:extLst>
          </p:cNvPr>
          <p:cNvSpPr>
            <a:spLocks noGrp="1"/>
          </p:cNvSpPr>
          <p:nvPr>
            <p:ph type="media" sz="quarter" idx="23"/>
          </p:nvPr>
        </p:nvSpPr>
        <p:spPr>
          <a:xfrm>
            <a:off x="407986" y="1628775"/>
            <a:ext cx="2026800" cy="3600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0" name="Titel 19">
            <a:extLst>
              <a:ext uri="{FF2B5EF4-FFF2-40B4-BE49-F238E27FC236}">
                <a16:creationId xmlns:a16="http://schemas.microsoft.com/office/drawing/2014/main" id="{C14EF304-E46A-1456-74A8-8D57AC0B0C12}"/>
              </a:ext>
            </a:extLst>
          </p:cNvPr>
          <p:cNvSpPr>
            <a:spLocks noGrp="1"/>
          </p:cNvSpPr>
          <p:nvPr>
            <p:ph type="title"/>
          </p:nvPr>
        </p:nvSpPr>
        <p:spPr>
          <a:xfrm>
            <a:off x="407988" y="260350"/>
            <a:ext cx="11376026" cy="1080000"/>
          </a:xfrm>
        </p:spPr>
        <p:txBody>
          <a:bodyPr/>
          <a:lstStyle/>
          <a:p>
            <a:r>
              <a:rPr lang="en-US"/>
              <a:t>Click to edit Master title style</a:t>
            </a:r>
            <a:endParaRPr lang="en-GB" dirty="0"/>
          </a:p>
        </p:txBody>
      </p:sp>
      <p:sp>
        <p:nvSpPr>
          <p:cNvPr id="21" name="Medienplatzhalter 13">
            <a:extLst>
              <a:ext uri="{FF2B5EF4-FFF2-40B4-BE49-F238E27FC236}">
                <a16:creationId xmlns:a16="http://schemas.microsoft.com/office/drawing/2014/main" id="{50326B05-53DD-93B4-19C6-613966A5B443}"/>
              </a:ext>
            </a:extLst>
          </p:cNvPr>
          <p:cNvSpPr>
            <a:spLocks noGrp="1"/>
          </p:cNvSpPr>
          <p:nvPr>
            <p:ph type="media" sz="quarter" idx="24"/>
          </p:nvPr>
        </p:nvSpPr>
        <p:spPr>
          <a:xfrm>
            <a:off x="2745293"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2" name="Medienplatzhalter 13">
            <a:extLst>
              <a:ext uri="{FF2B5EF4-FFF2-40B4-BE49-F238E27FC236}">
                <a16:creationId xmlns:a16="http://schemas.microsoft.com/office/drawing/2014/main" id="{727F98D0-3458-D710-EBA0-073871D0661C}"/>
              </a:ext>
            </a:extLst>
          </p:cNvPr>
          <p:cNvSpPr>
            <a:spLocks noGrp="1"/>
          </p:cNvSpPr>
          <p:nvPr>
            <p:ph type="media" sz="quarter" idx="25"/>
          </p:nvPr>
        </p:nvSpPr>
        <p:spPr>
          <a:xfrm>
            <a:off x="5082600"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3" name="Medienplatzhalter 13">
            <a:extLst>
              <a:ext uri="{FF2B5EF4-FFF2-40B4-BE49-F238E27FC236}">
                <a16:creationId xmlns:a16="http://schemas.microsoft.com/office/drawing/2014/main" id="{F4EC77E5-83DF-5B2C-2E7E-7A3E42B77BDF}"/>
              </a:ext>
            </a:extLst>
          </p:cNvPr>
          <p:cNvSpPr>
            <a:spLocks noGrp="1"/>
          </p:cNvSpPr>
          <p:nvPr>
            <p:ph type="media" sz="quarter" idx="26"/>
          </p:nvPr>
        </p:nvSpPr>
        <p:spPr>
          <a:xfrm>
            <a:off x="7419907"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4" name="Medienplatzhalter 13">
            <a:extLst>
              <a:ext uri="{FF2B5EF4-FFF2-40B4-BE49-F238E27FC236}">
                <a16:creationId xmlns:a16="http://schemas.microsoft.com/office/drawing/2014/main" id="{77F4C9CD-0291-49C9-88FE-AAE70BBBCE4B}"/>
              </a:ext>
            </a:extLst>
          </p:cNvPr>
          <p:cNvSpPr>
            <a:spLocks noGrp="1"/>
          </p:cNvSpPr>
          <p:nvPr>
            <p:ph type="media" sz="quarter" idx="27"/>
          </p:nvPr>
        </p:nvSpPr>
        <p:spPr>
          <a:xfrm>
            <a:off x="9757214" y="1628775"/>
            <a:ext cx="2026800" cy="360045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6" name="Textplatzhalter 10">
            <a:extLst>
              <a:ext uri="{FF2B5EF4-FFF2-40B4-BE49-F238E27FC236}">
                <a16:creationId xmlns:a16="http://schemas.microsoft.com/office/drawing/2014/main" id="{C36525B4-BB52-19FB-05F3-30BEDB53D89F}"/>
              </a:ext>
            </a:extLst>
          </p:cNvPr>
          <p:cNvSpPr>
            <a:spLocks noGrp="1"/>
          </p:cNvSpPr>
          <p:nvPr>
            <p:ph type="body" sz="quarter" idx="28" hasCustomPrompt="1"/>
          </p:nvPr>
        </p:nvSpPr>
        <p:spPr>
          <a:xfrm>
            <a:off x="2745295"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7" name="Textplatzhalter 10">
            <a:extLst>
              <a:ext uri="{FF2B5EF4-FFF2-40B4-BE49-F238E27FC236}">
                <a16:creationId xmlns:a16="http://schemas.microsoft.com/office/drawing/2014/main" id="{573255A6-8118-89E5-252F-EA71869C7EE8}"/>
              </a:ext>
            </a:extLst>
          </p:cNvPr>
          <p:cNvSpPr>
            <a:spLocks noGrp="1"/>
          </p:cNvSpPr>
          <p:nvPr>
            <p:ph type="body" sz="quarter" idx="29" hasCustomPrompt="1"/>
          </p:nvPr>
        </p:nvSpPr>
        <p:spPr>
          <a:xfrm>
            <a:off x="5082602"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8" name="Textplatzhalter 10">
            <a:extLst>
              <a:ext uri="{FF2B5EF4-FFF2-40B4-BE49-F238E27FC236}">
                <a16:creationId xmlns:a16="http://schemas.microsoft.com/office/drawing/2014/main" id="{58EDBBB2-1E70-F5F6-EC69-C97EA6178501}"/>
              </a:ext>
            </a:extLst>
          </p:cNvPr>
          <p:cNvSpPr>
            <a:spLocks noGrp="1"/>
          </p:cNvSpPr>
          <p:nvPr>
            <p:ph type="body" sz="quarter" idx="30" hasCustomPrompt="1"/>
          </p:nvPr>
        </p:nvSpPr>
        <p:spPr>
          <a:xfrm>
            <a:off x="7419909"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9" name="Textplatzhalter 10">
            <a:extLst>
              <a:ext uri="{FF2B5EF4-FFF2-40B4-BE49-F238E27FC236}">
                <a16:creationId xmlns:a16="http://schemas.microsoft.com/office/drawing/2014/main" id="{3F442E1F-44BD-FA11-2000-E37D4F62D737}"/>
              </a:ext>
            </a:extLst>
          </p:cNvPr>
          <p:cNvSpPr>
            <a:spLocks noGrp="1"/>
          </p:cNvSpPr>
          <p:nvPr>
            <p:ph type="body" sz="quarter" idx="31" hasCustomPrompt="1"/>
          </p:nvPr>
        </p:nvSpPr>
        <p:spPr>
          <a:xfrm>
            <a:off x="9757214" y="5300663"/>
            <a:ext cx="2026800" cy="613275"/>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Tree>
    <p:extLst>
      <p:ext uri="{BB962C8B-B14F-4D97-AF65-F5344CB8AC3E}">
        <p14:creationId xmlns:p14="http://schemas.microsoft.com/office/powerpoint/2010/main" val="9569907"/>
      </p:ext>
    </p:extLst>
  </p:cSld>
  <p:clrMapOvr>
    <a:masterClrMapping/>
  </p:clrMapOvr>
  <p:extLst>
    <p:ext uri="{DCECCB84-F9BA-43D5-87BE-67443E8EF086}">
      <p15:sldGuideLst xmlns:p15="http://schemas.microsoft.com/office/powerpoint/2012/main">
        <p15:guide id="1" orient="horz" pos="3339" userDrawn="1">
          <p15:clr>
            <a:srgbClr val="A4A3A4"/>
          </p15:clr>
        </p15:guide>
        <p15:guide id="3" orient="horz" pos="3294" userDrawn="1">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el und 6 Video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
        <p:nvSpPr>
          <p:cNvPr id="8" name="Textplatzhalter 10">
            <a:extLst>
              <a:ext uri="{FF2B5EF4-FFF2-40B4-BE49-F238E27FC236}">
                <a16:creationId xmlns:a16="http://schemas.microsoft.com/office/drawing/2014/main" id="{FD2BBF52-AE95-307F-4573-5A82524A0A3C}"/>
              </a:ext>
            </a:extLst>
          </p:cNvPr>
          <p:cNvSpPr>
            <a:spLocks noGrp="1"/>
          </p:cNvSpPr>
          <p:nvPr>
            <p:ph type="body" sz="quarter" idx="15" hasCustomPrompt="1"/>
          </p:nvPr>
        </p:nvSpPr>
        <p:spPr>
          <a:xfrm>
            <a:off x="407987"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407988"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7" name="Textplatzhalter 10">
            <a:extLst>
              <a:ext uri="{FF2B5EF4-FFF2-40B4-BE49-F238E27FC236}">
                <a16:creationId xmlns:a16="http://schemas.microsoft.com/office/drawing/2014/main" id="{5DEC8281-1B23-30A5-3B95-FC1BD05317C8}"/>
              </a:ext>
            </a:extLst>
          </p:cNvPr>
          <p:cNvSpPr>
            <a:spLocks noGrp="1"/>
          </p:cNvSpPr>
          <p:nvPr>
            <p:ph type="body" sz="quarter" idx="20" hasCustomPrompt="1"/>
          </p:nvPr>
        </p:nvSpPr>
        <p:spPr>
          <a:xfrm>
            <a:off x="4295768"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9" name="Medienplatzhalter 13">
            <a:extLst>
              <a:ext uri="{FF2B5EF4-FFF2-40B4-BE49-F238E27FC236}">
                <a16:creationId xmlns:a16="http://schemas.microsoft.com/office/drawing/2014/main" id="{0BAAD236-16EB-E8AE-9F65-0EE73D6A6F88}"/>
              </a:ext>
            </a:extLst>
          </p:cNvPr>
          <p:cNvSpPr>
            <a:spLocks noGrp="1" noChangeAspect="1"/>
          </p:cNvSpPr>
          <p:nvPr>
            <p:ph type="media" sz="quarter" idx="21"/>
          </p:nvPr>
        </p:nvSpPr>
        <p:spPr>
          <a:xfrm>
            <a:off x="4295769"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0" name="Textplatzhalter 10">
            <a:extLst>
              <a:ext uri="{FF2B5EF4-FFF2-40B4-BE49-F238E27FC236}">
                <a16:creationId xmlns:a16="http://schemas.microsoft.com/office/drawing/2014/main" id="{7A517130-D6F0-150F-0501-E2B01F025FF1}"/>
              </a:ext>
            </a:extLst>
          </p:cNvPr>
          <p:cNvSpPr>
            <a:spLocks noGrp="1"/>
          </p:cNvSpPr>
          <p:nvPr>
            <p:ph type="body" sz="quarter" idx="22" hasCustomPrompt="1"/>
          </p:nvPr>
        </p:nvSpPr>
        <p:spPr>
          <a:xfrm>
            <a:off x="8183549" y="3716338"/>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1" name="Medienplatzhalter 13">
            <a:extLst>
              <a:ext uri="{FF2B5EF4-FFF2-40B4-BE49-F238E27FC236}">
                <a16:creationId xmlns:a16="http://schemas.microsoft.com/office/drawing/2014/main" id="{40185B35-F37A-EE92-F06F-3E881435C5BA}"/>
              </a:ext>
            </a:extLst>
          </p:cNvPr>
          <p:cNvSpPr>
            <a:spLocks noGrp="1" noChangeAspect="1"/>
          </p:cNvSpPr>
          <p:nvPr>
            <p:ph type="media" sz="quarter" idx="23"/>
          </p:nvPr>
        </p:nvSpPr>
        <p:spPr>
          <a:xfrm>
            <a:off x="8183550" y="1628775"/>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2" name="Textplatzhalter 10">
            <a:extLst>
              <a:ext uri="{FF2B5EF4-FFF2-40B4-BE49-F238E27FC236}">
                <a16:creationId xmlns:a16="http://schemas.microsoft.com/office/drawing/2014/main" id="{8C1334AA-AFD3-5595-C363-C95E9372F9DB}"/>
              </a:ext>
            </a:extLst>
          </p:cNvPr>
          <p:cNvSpPr>
            <a:spLocks noGrp="1"/>
          </p:cNvSpPr>
          <p:nvPr>
            <p:ph type="body" sz="quarter" idx="24" hasCustomPrompt="1"/>
          </p:nvPr>
        </p:nvSpPr>
        <p:spPr>
          <a:xfrm>
            <a:off x="408000"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3" name="Medienplatzhalter 13">
            <a:extLst>
              <a:ext uri="{FF2B5EF4-FFF2-40B4-BE49-F238E27FC236}">
                <a16:creationId xmlns:a16="http://schemas.microsoft.com/office/drawing/2014/main" id="{29D84491-F293-5F94-94F9-29CBD6449FBC}"/>
              </a:ext>
            </a:extLst>
          </p:cNvPr>
          <p:cNvSpPr>
            <a:spLocks noGrp="1" noChangeAspect="1"/>
          </p:cNvSpPr>
          <p:nvPr>
            <p:ph type="media" sz="quarter" idx="25"/>
          </p:nvPr>
        </p:nvSpPr>
        <p:spPr>
          <a:xfrm>
            <a:off x="408001"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7" name="Textplatzhalter 10">
            <a:extLst>
              <a:ext uri="{FF2B5EF4-FFF2-40B4-BE49-F238E27FC236}">
                <a16:creationId xmlns:a16="http://schemas.microsoft.com/office/drawing/2014/main" id="{4FA8A739-211C-7480-228F-55326C127EEB}"/>
              </a:ext>
            </a:extLst>
          </p:cNvPr>
          <p:cNvSpPr>
            <a:spLocks noGrp="1"/>
          </p:cNvSpPr>
          <p:nvPr>
            <p:ph type="body" sz="quarter" idx="26" hasCustomPrompt="1"/>
          </p:nvPr>
        </p:nvSpPr>
        <p:spPr>
          <a:xfrm>
            <a:off x="4295781"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18" name="Medienplatzhalter 13">
            <a:extLst>
              <a:ext uri="{FF2B5EF4-FFF2-40B4-BE49-F238E27FC236}">
                <a16:creationId xmlns:a16="http://schemas.microsoft.com/office/drawing/2014/main" id="{CD2CC4E2-48D7-DB38-F4E3-376BE38C6591}"/>
              </a:ext>
            </a:extLst>
          </p:cNvPr>
          <p:cNvSpPr>
            <a:spLocks noGrp="1" noChangeAspect="1"/>
          </p:cNvSpPr>
          <p:nvPr>
            <p:ph type="media" sz="quarter" idx="27"/>
          </p:nvPr>
        </p:nvSpPr>
        <p:spPr>
          <a:xfrm>
            <a:off x="4295782"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19" name="Textplatzhalter 10">
            <a:extLst>
              <a:ext uri="{FF2B5EF4-FFF2-40B4-BE49-F238E27FC236}">
                <a16:creationId xmlns:a16="http://schemas.microsoft.com/office/drawing/2014/main" id="{76528548-E353-3380-D4B5-1B4FB28330AD}"/>
              </a:ext>
            </a:extLst>
          </p:cNvPr>
          <p:cNvSpPr>
            <a:spLocks noGrp="1"/>
          </p:cNvSpPr>
          <p:nvPr>
            <p:ph type="body" sz="quarter" idx="28" hasCustomPrompt="1"/>
          </p:nvPr>
        </p:nvSpPr>
        <p:spPr>
          <a:xfrm>
            <a:off x="8183562" y="6097489"/>
            <a:ext cx="3600450" cy="252000"/>
          </a:xfrm>
        </p:spPr>
        <p:txBody>
          <a:bodyPr/>
          <a:lstStyle>
            <a:lvl1pPr marL="0" indent="0">
              <a:buNone/>
              <a:defRPr sz="1500"/>
            </a:lvl1pPr>
            <a:lvl2pPr marL="180000" indent="0">
              <a:buNone/>
              <a:defRPr sz="1500"/>
            </a:lvl2pPr>
            <a:lvl3pPr marL="360000" indent="0">
              <a:buNone/>
              <a:defRPr sz="1500"/>
            </a:lvl3pPr>
            <a:lvl4pPr marL="540000" indent="0">
              <a:buNone/>
              <a:defRPr sz="1500"/>
            </a:lvl4pPr>
            <a:lvl5pPr marL="720000" indent="0">
              <a:buNone/>
              <a:defRPr sz="1500"/>
            </a:lvl5pPr>
          </a:lstStyle>
          <a:p>
            <a:pPr lvl="0"/>
            <a:r>
              <a:rPr lang="en-GB" dirty="0" err="1"/>
              <a:t>Legende</a:t>
            </a:r>
            <a:r>
              <a:rPr lang="en-GB" dirty="0"/>
              <a:t> </a:t>
            </a:r>
            <a:r>
              <a:rPr lang="en-GB" dirty="0" err="1"/>
              <a:t>hinzufügen</a:t>
            </a:r>
            <a:endParaRPr lang="en-GB" dirty="0"/>
          </a:p>
        </p:txBody>
      </p:sp>
      <p:sp>
        <p:nvSpPr>
          <p:cNvPr id="20" name="Medienplatzhalter 13">
            <a:extLst>
              <a:ext uri="{FF2B5EF4-FFF2-40B4-BE49-F238E27FC236}">
                <a16:creationId xmlns:a16="http://schemas.microsoft.com/office/drawing/2014/main" id="{0748EAD8-122E-D4A4-B25E-6CE618E07B54}"/>
              </a:ext>
            </a:extLst>
          </p:cNvPr>
          <p:cNvSpPr>
            <a:spLocks noGrp="1" noChangeAspect="1"/>
          </p:cNvSpPr>
          <p:nvPr>
            <p:ph type="media" sz="quarter" idx="29"/>
          </p:nvPr>
        </p:nvSpPr>
        <p:spPr>
          <a:xfrm>
            <a:off x="8183563" y="4009926"/>
            <a:ext cx="3600450" cy="2027057"/>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
        <p:nvSpPr>
          <p:cNvPr id="21" name="Fußzeilenplatzhalter 20">
            <a:extLst>
              <a:ext uri="{FF2B5EF4-FFF2-40B4-BE49-F238E27FC236}">
                <a16:creationId xmlns:a16="http://schemas.microsoft.com/office/drawing/2014/main" id="{D3D3D922-C1DF-00C6-8CA8-0C461BD80083}"/>
              </a:ext>
            </a:extLst>
          </p:cNvPr>
          <p:cNvSpPr>
            <a:spLocks noGrp="1"/>
          </p:cNvSpPr>
          <p:nvPr>
            <p:ph type="ftr" sz="quarter" idx="30"/>
          </p:nvPr>
        </p:nvSpPr>
        <p:spPr/>
        <p:txBody>
          <a:bodyPr/>
          <a:lstStyle/>
          <a:p>
            <a:r>
              <a:rPr lang="en-GB" dirty="0"/>
              <a:t>ZHAW School of Engineering | Institute | Document name</a:t>
            </a:r>
          </a:p>
        </p:txBody>
      </p:sp>
      <p:sp>
        <p:nvSpPr>
          <p:cNvPr id="22" name="Foliennummernplatzhalter 21">
            <a:extLst>
              <a:ext uri="{FF2B5EF4-FFF2-40B4-BE49-F238E27FC236}">
                <a16:creationId xmlns:a16="http://schemas.microsoft.com/office/drawing/2014/main" id="{F8FD31D0-9921-F1BC-132D-BE5F5A9F38EA}"/>
              </a:ext>
            </a:extLst>
          </p:cNvPr>
          <p:cNvSpPr>
            <a:spLocks noGrp="1"/>
          </p:cNvSpPr>
          <p:nvPr>
            <p:ph type="sldNum" sz="quarter" idx="3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744027227"/>
      </p:ext>
    </p:extLst>
  </p:cSld>
  <p:clrMapOvr>
    <a:masterClrMapping/>
  </p:clrMapOvr>
  <p:extLst>
    <p:ext uri="{DCECCB84-F9BA-43D5-87BE-67443E8EF086}">
      <p15:sldGuideLst xmlns:p15="http://schemas.microsoft.com/office/powerpoint/2012/main">
        <p15:guide id="1" orient="horz" pos="2523" userDrawn="1">
          <p15:clr>
            <a:srgbClr val="A4A3A4"/>
          </p15:clr>
        </p15:guide>
        <p15:guide id="2" orient="horz" pos="2296" userDrawn="1">
          <p15:clr>
            <a:srgbClr val="A4A3A4"/>
          </p15:clr>
        </p15:guide>
        <p15:guide id="3" orient="horz" pos="2341" userDrawn="1">
          <p15:clr>
            <a:srgbClr val="A4A3A4"/>
          </p15:clr>
        </p15:guide>
        <p15:guide id="4" orient="horz" pos="3793" userDrawn="1">
          <p15:clr>
            <a:srgbClr val="A4A3A4"/>
          </p15:clr>
        </p15:guide>
        <p15:guide id="5" orient="horz" pos="3838" userDrawn="1">
          <p15:clr>
            <a:srgbClr val="A4A3A4"/>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14" name="Medienplatzhalter 13">
            <a:extLst>
              <a:ext uri="{FF2B5EF4-FFF2-40B4-BE49-F238E27FC236}">
                <a16:creationId xmlns:a16="http://schemas.microsoft.com/office/drawing/2014/main" id="{6ED34381-D1AE-BB18-0DB2-B4A99BB40B09}"/>
              </a:ext>
            </a:extLst>
          </p:cNvPr>
          <p:cNvSpPr>
            <a:spLocks noGrp="1" noChangeAspect="1"/>
          </p:cNvSpPr>
          <p:nvPr>
            <p:ph type="media" sz="quarter" idx="19"/>
          </p:nvPr>
        </p:nvSpPr>
        <p:spPr>
          <a:xfrm>
            <a:off x="0" y="0"/>
            <a:ext cx="12192000" cy="6858000"/>
          </a:xfrm>
          <a:blipFill>
            <a:blip r:embed="rId2" cstate="screen">
              <a:extLst>
                <a:ext uri="{28A0092B-C50C-407E-A947-70E740481C1C}">
                  <a14:useLocalDpi xmlns:a14="http://schemas.microsoft.com/office/drawing/2010/main"/>
                </a:ext>
              </a:extLst>
            </a:blip>
            <a:stretch>
              <a:fillRect/>
            </a:stretch>
          </a:blipFill>
        </p:spPr>
        <p:txBody>
          <a:bodyPr/>
          <a:lstStyle>
            <a:lvl1pPr marL="0" indent="0">
              <a:buNone/>
              <a:defRPr/>
            </a:lvl1pPr>
          </a:lstStyle>
          <a:p>
            <a:r>
              <a:rPr lang="en-US"/>
              <a:t>Click icon to add media</a:t>
            </a:r>
            <a:endParaRPr lang="en-GB" dirty="0"/>
          </a:p>
        </p:txBody>
      </p:sp>
    </p:spTree>
    <p:extLst>
      <p:ext uri="{BB962C8B-B14F-4D97-AF65-F5344CB8AC3E}">
        <p14:creationId xmlns:p14="http://schemas.microsoft.com/office/powerpoint/2010/main" val="110833342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 und Grafiken">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7" name="Diagrammplatzhalter 6">
            <a:extLst>
              <a:ext uri="{FF2B5EF4-FFF2-40B4-BE49-F238E27FC236}">
                <a16:creationId xmlns:a16="http://schemas.microsoft.com/office/drawing/2014/main" id="{457E301D-E1E5-A3BE-1F95-C5F6378697F1}"/>
              </a:ext>
            </a:extLst>
          </p:cNvPr>
          <p:cNvSpPr>
            <a:spLocks noGrp="1"/>
          </p:cNvSpPr>
          <p:nvPr>
            <p:ph type="chart" sz="quarter" idx="13"/>
          </p:nvPr>
        </p:nvSpPr>
        <p:spPr>
          <a:xfrm>
            <a:off x="407988" y="1557338"/>
            <a:ext cx="11376025" cy="4356100"/>
          </a:xfrm>
        </p:spPr>
        <p:txBody>
          <a:bodyPr/>
          <a:lstStyle>
            <a:lvl1pPr marL="0" indent="0">
              <a:buNone/>
              <a:defRPr sz="1500"/>
            </a:lvl1pPr>
          </a:lstStyle>
          <a:p>
            <a:r>
              <a:rPr lang="en-US"/>
              <a:t>Click icon to add chart</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280713536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4736B6B9-D02C-2E3D-F61F-E3B70BC6B677}"/>
              </a:ext>
            </a:extLst>
          </p:cNvPr>
          <p:cNvSpPr>
            <a:spLocks noGrp="1"/>
          </p:cNvSpPr>
          <p:nvPr>
            <p:ph type="sldNum" sz="quarter" idx="12"/>
          </p:nvPr>
        </p:nvSpPr>
        <p:spPr/>
        <p:txBody>
          <a:bodyPr/>
          <a:lstStyle/>
          <a:p>
            <a:fld id="{A5BA4405-8D4E-49B7-BDA6-6F19819F4CEB}" type="slidenum">
              <a:rPr lang="en-GB" smtClean="0"/>
              <a:t>‹#›</a:t>
            </a:fld>
            <a:endParaRPr lang="en-GB" dirty="0"/>
          </a:p>
        </p:txBody>
      </p:sp>
      <p:sp>
        <p:nvSpPr>
          <p:cNvPr id="5" name="Fußzeilenplatzhalter 4">
            <a:extLst>
              <a:ext uri="{FF2B5EF4-FFF2-40B4-BE49-F238E27FC236}">
                <a16:creationId xmlns:a16="http://schemas.microsoft.com/office/drawing/2014/main" id="{3F80E6FF-0586-DB1B-C6C9-C5EBCC1A85F6}"/>
              </a:ext>
            </a:extLst>
          </p:cNvPr>
          <p:cNvSpPr>
            <a:spLocks noGrp="1"/>
          </p:cNvSpPr>
          <p:nvPr>
            <p:ph type="ftr" sz="quarter" idx="11"/>
          </p:nvPr>
        </p:nvSpPr>
        <p:spPr/>
        <p:txBody>
          <a:bodyPr/>
          <a:lstStyle/>
          <a:p>
            <a:r>
              <a:rPr lang="en-GB" dirty="0"/>
              <a:t>ZHAW School of Engineering | Institute | Document name</a:t>
            </a:r>
          </a:p>
        </p:txBody>
      </p:sp>
      <p:sp>
        <p:nvSpPr>
          <p:cNvPr id="4" name="Tabellenplatzhalter 3">
            <a:extLst>
              <a:ext uri="{FF2B5EF4-FFF2-40B4-BE49-F238E27FC236}">
                <a16:creationId xmlns:a16="http://schemas.microsoft.com/office/drawing/2014/main" id="{CE8B9B37-F32D-82A0-6F61-05FA435D6EB2}"/>
              </a:ext>
            </a:extLst>
          </p:cNvPr>
          <p:cNvSpPr>
            <a:spLocks noGrp="1"/>
          </p:cNvSpPr>
          <p:nvPr>
            <p:ph type="tbl" sz="quarter" idx="13"/>
          </p:nvPr>
        </p:nvSpPr>
        <p:spPr>
          <a:xfrm>
            <a:off x="407988" y="1628775"/>
            <a:ext cx="11376025" cy="4284663"/>
          </a:xfrm>
        </p:spPr>
        <p:txBody>
          <a:bodyPr/>
          <a:lstStyle>
            <a:lvl1pPr marL="0" indent="0">
              <a:buNone/>
              <a:defRPr sz="1500"/>
            </a:lvl1pPr>
          </a:lstStyle>
          <a:p>
            <a:r>
              <a:rPr lang="en-US"/>
              <a:t>Click icon to add table</a:t>
            </a:r>
            <a:endParaRPr lang="en-GB" dirty="0"/>
          </a:p>
        </p:txBody>
      </p:sp>
      <p:sp>
        <p:nvSpPr>
          <p:cNvPr id="2" name="Titel 1">
            <a:extLst>
              <a:ext uri="{FF2B5EF4-FFF2-40B4-BE49-F238E27FC236}">
                <a16:creationId xmlns:a16="http://schemas.microsoft.com/office/drawing/2014/main" id="{D900B099-3CB0-B45D-C045-DBA269E23B99}"/>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100115333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94117655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r Titel hell">
    <p:bg>
      <p:bgPr>
        <a:solidFill>
          <a:srgbClr val="9ADCF6"/>
        </a:solidFill>
        <a:effectLst/>
      </p:bgPr>
    </p:bg>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B7491B42-4EE5-45C1-5A1D-0AB02AA10A24}"/>
              </a:ext>
            </a:extLst>
          </p:cNvPr>
          <p:cNvSpPr>
            <a:spLocks noGrp="1"/>
          </p:cNvSpPr>
          <p:nvPr>
            <p:ph type="title"/>
          </p:nvPr>
        </p:nvSpPr>
        <p:spPr/>
        <p:txBody>
          <a:bodyPr/>
          <a:lstStyle/>
          <a:p>
            <a:r>
              <a:rPr lang="en-US"/>
              <a:t>Click to edit Master title style</a:t>
            </a:r>
            <a:endParaRPr lang="en-GB" dirty="0"/>
          </a:p>
        </p:txBody>
      </p:sp>
      <p:sp>
        <p:nvSpPr>
          <p:cNvPr id="4" name="Fußzeilenplatzhalter 3">
            <a:extLst>
              <a:ext uri="{FF2B5EF4-FFF2-40B4-BE49-F238E27FC236}">
                <a16:creationId xmlns:a16="http://schemas.microsoft.com/office/drawing/2014/main" id="{46CF0A3D-0922-6642-FCA8-A0A2B63C297F}"/>
              </a:ext>
            </a:extLst>
          </p:cNvPr>
          <p:cNvSpPr>
            <a:spLocks noGrp="1"/>
          </p:cNvSpPr>
          <p:nvPr>
            <p:ph type="ftr" sz="quarter" idx="10"/>
          </p:nvPr>
        </p:nvSpPr>
        <p:spPr/>
        <p:txBody>
          <a:bodyPr/>
          <a:lstStyle/>
          <a:p>
            <a:r>
              <a:rPr lang="en-GB" dirty="0"/>
              <a:t>ZHAW School of Engineering | Institute | Document name</a:t>
            </a:r>
          </a:p>
        </p:txBody>
      </p:sp>
      <p:sp>
        <p:nvSpPr>
          <p:cNvPr id="5" name="Foliennummernplatzhalter 4">
            <a:extLst>
              <a:ext uri="{FF2B5EF4-FFF2-40B4-BE49-F238E27FC236}">
                <a16:creationId xmlns:a16="http://schemas.microsoft.com/office/drawing/2014/main" id="{1CCB507A-E1A1-1D1D-5F00-532D2EE867A1}"/>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208856309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Nur Titel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60931040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 Portraits">
    <p:spTree>
      <p:nvGrpSpPr>
        <p:cNvPr id="1" name=""/>
        <p:cNvGrpSpPr/>
        <p:nvPr/>
      </p:nvGrpSpPr>
      <p:grpSpPr>
        <a:xfrm>
          <a:off x="0" y="0"/>
          <a:ext cx="0" cy="0"/>
          <a:chOff x="0" y="0"/>
          <a:chExt cx="0" cy="0"/>
        </a:xfrm>
      </p:grpSpPr>
      <p:sp>
        <p:nvSpPr>
          <p:cNvPr id="12"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6924470" y="1637105"/>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4" name="Textplatzhalter 13">
            <a:extLst>
              <a:ext uri="{FF2B5EF4-FFF2-40B4-BE49-F238E27FC236}">
                <a16:creationId xmlns:a16="http://schemas.microsoft.com/office/drawing/2014/main" id="{8CF73AF0-EB6E-C5EF-C952-DC152B19F762}"/>
              </a:ext>
            </a:extLst>
          </p:cNvPr>
          <p:cNvSpPr>
            <a:spLocks noGrp="1"/>
          </p:cNvSpPr>
          <p:nvPr>
            <p:ph type="body" sz="quarter" idx="14" hasCustomPrompt="1"/>
          </p:nvPr>
        </p:nvSpPr>
        <p:spPr>
          <a:xfrm>
            <a:off x="9300000" y="1636712"/>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15" name="Bildplatzhalter 11">
            <a:extLst>
              <a:ext uri="{FF2B5EF4-FFF2-40B4-BE49-F238E27FC236}">
                <a16:creationId xmlns:a16="http://schemas.microsoft.com/office/drawing/2014/main" id="{706BD003-1976-7AA1-12A5-06E2A438A7BD}"/>
              </a:ext>
            </a:extLst>
          </p:cNvPr>
          <p:cNvSpPr>
            <a:spLocks noGrp="1" noChangeAspect="1"/>
          </p:cNvSpPr>
          <p:nvPr>
            <p:ph type="pic" sz="quarter" idx="15"/>
          </p:nvPr>
        </p:nvSpPr>
        <p:spPr>
          <a:xfrm>
            <a:off x="6924470" y="3934830"/>
            <a:ext cx="1980001" cy="198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6" name="Textplatzhalter 13">
            <a:extLst>
              <a:ext uri="{FF2B5EF4-FFF2-40B4-BE49-F238E27FC236}">
                <a16:creationId xmlns:a16="http://schemas.microsoft.com/office/drawing/2014/main" id="{128F32AD-2B21-1A18-7046-8F1D631DFE7F}"/>
              </a:ext>
            </a:extLst>
          </p:cNvPr>
          <p:cNvSpPr>
            <a:spLocks noGrp="1"/>
          </p:cNvSpPr>
          <p:nvPr>
            <p:ph type="body" sz="quarter" idx="16" hasCustomPrompt="1"/>
          </p:nvPr>
        </p:nvSpPr>
        <p:spPr>
          <a:xfrm>
            <a:off x="9300000" y="3934437"/>
            <a:ext cx="2484000" cy="1980000"/>
          </a:xfrm>
        </p:spPr>
        <p:txBody>
          <a:bodyPr anchor="ctr" anchorCtr="0"/>
          <a:lstStyle>
            <a:lvl1pPr marL="0" indent="0">
              <a:buNone/>
              <a:defRPr sz="1600"/>
            </a:lvl1pPr>
            <a:lvl2pPr marL="360000" indent="0">
              <a:buNone/>
              <a:defRPr sz="1600"/>
            </a:lvl2pPr>
            <a:lvl3pPr marL="720000" indent="0">
              <a:buNone/>
              <a:defRPr sz="1600"/>
            </a:lvl3pPr>
            <a:lvl4pPr marL="1080000" indent="0">
              <a:buNone/>
              <a:defRPr sz="1600"/>
            </a:lvl4pPr>
            <a:lvl5pPr marL="1440000" indent="0">
              <a:buNone/>
              <a:defRPr sz="1600"/>
            </a:lvl5pPr>
          </a:lstStyle>
          <a:p>
            <a:pPr lvl="0"/>
            <a:r>
              <a:rPr lang="en-GB" dirty="0"/>
              <a:t>Vorname Name </a:t>
            </a:r>
            <a:r>
              <a:rPr lang="en-GB" dirty="0" err="1"/>
              <a:t>Funktion</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07988" y="1557338"/>
            <a:ext cx="5543550" cy="4356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Tree>
    <p:extLst>
      <p:ext uri="{BB962C8B-B14F-4D97-AF65-F5344CB8AC3E}">
        <p14:creationId xmlns:p14="http://schemas.microsoft.com/office/powerpoint/2010/main" val="224738879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ollenbeschreibung Projekte">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22"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1710758"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3" name="Bildplatzhalter 11">
            <a:extLst>
              <a:ext uri="{FF2B5EF4-FFF2-40B4-BE49-F238E27FC236}">
                <a16:creationId xmlns:a16="http://schemas.microsoft.com/office/drawing/2014/main" id="{423E3F59-C64A-0A76-9A2B-63D74C4FC3AA}"/>
              </a:ext>
            </a:extLst>
          </p:cNvPr>
          <p:cNvSpPr>
            <a:spLocks noGrp="1" noChangeAspect="1"/>
          </p:cNvSpPr>
          <p:nvPr>
            <p:ph type="pic" sz="quarter" idx="13"/>
          </p:nvPr>
        </p:nvSpPr>
        <p:spPr>
          <a:xfrm>
            <a:off x="407987" y="1628775"/>
            <a:ext cx="1152000" cy="1152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24" name="Textplatzhalter 3">
            <a:extLst>
              <a:ext uri="{FF2B5EF4-FFF2-40B4-BE49-F238E27FC236}">
                <a16:creationId xmlns:a16="http://schemas.microsoft.com/office/drawing/2014/main" id="{34A68B07-92FB-9999-11EA-7E42B0B3248C}"/>
              </a:ext>
            </a:extLst>
          </p:cNvPr>
          <p:cNvSpPr>
            <a:spLocks noGrp="1"/>
          </p:cNvSpPr>
          <p:nvPr>
            <p:ph type="body" sz="quarter" idx="14"/>
          </p:nvPr>
        </p:nvSpPr>
        <p:spPr>
          <a:xfrm>
            <a:off x="1710759"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5" name="Bildplatzhalter 11">
            <a:extLst>
              <a:ext uri="{FF2B5EF4-FFF2-40B4-BE49-F238E27FC236}">
                <a16:creationId xmlns:a16="http://schemas.microsoft.com/office/drawing/2014/main" id="{5C0ECC1A-E296-9BB0-FA25-CBC8D26DADCC}"/>
              </a:ext>
            </a:extLst>
          </p:cNvPr>
          <p:cNvSpPr>
            <a:spLocks noGrp="1" noChangeAspect="1"/>
          </p:cNvSpPr>
          <p:nvPr>
            <p:ph type="pic" sz="quarter" idx="15"/>
          </p:nvPr>
        </p:nvSpPr>
        <p:spPr>
          <a:xfrm>
            <a:off x="407988"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6" name="Textplatzhalter 3">
            <a:extLst>
              <a:ext uri="{FF2B5EF4-FFF2-40B4-BE49-F238E27FC236}">
                <a16:creationId xmlns:a16="http://schemas.microsoft.com/office/drawing/2014/main" id="{0106E367-909A-198E-758A-19659B1D95D2}"/>
              </a:ext>
            </a:extLst>
          </p:cNvPr>
          <p:cNvSpPr>
            <a:spLocks noGrp="1"/>
          </p:cNvSpPr>
          <p:nvPr>
            <p:ph type="body" sz="quarter" idx="16"/>
          </p:nvPr>
        </p:nvSpPr>
        <p:spPr>
          <a:xfrm>
            <a:off x="5598546"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7" name="Bildplatzhalter 11">
            <a:extLst>
              <a:ext uri="{FF2B5EF4-FFF2-40B4-BE49-F238E27FC236}">
                <a16:creationId xmlns:a16="http://schemas.microsoft.com/office/drawing/2014/main" id="{F07E7A1E-F4CD-1316-9056-D0830FB96288}"/>
              </a:ext>
            </a:extLst>
          </p:cNvPr>
          <p:cNvSpPr>
            <a:spLocks noGrp="1" noChangeAspect="1"/>
          </p:cNvSpPr>
          <p:nvPr>
            <p:ph type="pic" sz="quarter" idx="17"/>
          </p:nvPr>
        </p:nvSpPr>
        <p:spPr>
          <a:xfrm>
            <a:off x="4295775"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28" name="Textplatzhalter 3">
            <a:extLst>
              <a:ext uri="{FF2B5EF4-FFF2-40B4-BE49-F238E27FC236}">
                <a16:creationId xmlns:a16="http://schemas.microsoft.com/office/drawing/2014/main" id="{FBA3AD80-1750-E983-04B5-2F3C17988F26}"/>
              </a:ext>
            </a:extLst>
          </p:cNvPr>
          <p:cNvSpPr>
            <a:spLocks noGrp="1"/>
          </p:cNvSpPr>
          <p:nvPr>
            <p:ph type="body" sz="quarter" idx="18"/>
          </p:nvPr>
        </p:nvSpPr>
        <p:spPr>
          <a:xfrm>
            <a:off x="5598547"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9" name="Bildplatzhalter 11">
            <a:extLst>
              <a:ext uri="{FF2B5EF4-FFF2-40B4-BE49-F238E27FC236}">
                <a16:creationId xmlns:a16="http://schemas.microsoft.com/office/drawing/2014/main" id="{475A4F2C-58A0-A404-B3CA-AEA6F409178A}"/>
              </a:ext>
            </a:extLst>
          </p:cNvPr>
          <p:cNvSpPr>
            <a:spLocks noGrp="1" noChangeAspect="1"/>
          </p:cNvSpPr>
          <p:nvPr>
            <p:ph type="pic" sz="quarter" idx="19"/>
          </p:nvPr>
        </p:nvSpPr>
        <p:spPr>
          <a:xfrm>
            <a:off x="4295776"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0" name="Textplatzhalter 3">
            <a:extLst>
              <a:ext uri="{FF2B5EF4-FFF2-40B4-BE49-F238E27FC236}">
                <a16:creationId xmlns:a16="http://schemas.microsoft.com/office/drawing/2014/main" id="{7EBC502A-042E-5D76-AEB8-3DD5A14B28E5}"/>
              </a:ext>
            </a:extLst>
          </p:cNvPr>
          <p:cNvSpPr>
            <a:spLocks noGrp="1"/>
          </p:cNvSpPr>
          <p:nvPr>
            <p:ph type="body" sz="quarter" idx="20"/>
          </p:nvPr>
        </p:nvSpPr>
        <p:spPr>
          <a:xfrm>
            <a:off x="9486334" y="1628775"/>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1" name="Bildplatzhalter 11">
            <a:extLst>
              <a:ext uri="{FF2B5EF4-FFF2-40B4-BE49-F238E27FC236}">
                <a16:creationId xmlns:a16="http://schemas.microsoft.com/office/drawing/2014/main" id="{CFAACFF3-4925-7D64-947D-36F40A93C841}"/>
              </a:ext>
            </a:extLst>
          </p:cNvPr>
          <p:cNvSpPr>
            <a:spLocks noGrp="1" noChangeAspect="1"/>
          </p:cNvSpPr>
          <p:nvPr>
            <p:ph type="pic" sz="quarter" idx="21"/>
          </p:nvPr>
        </p:nvSpPr>
        <p:spPr>
          <a:xfrm>
            <a:off x="8183563" y="1628775"/>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
        <p:nvSpPr>
          <p:cNvPr id="32" name="Textplatzhalter 3">
            <a:extLst>
              <a:ext uri="{FF2B5EF4-FFF2-40B4-BE49-F238E27FC236}">
                <a16:creationId xmlns:a16="http://schemas.microsoft.com/office/drawing/2014/main" id="{9023E445-C0CA-865A-A0E9-D53DB1AED3B2}"/>
              </a:ext>
            </a:extLst>
          </p:cNvPr>
          <p:cNvSpPr>
            <a:spLocks noGrp="1"/>
          </p:cNvSpPr>
          <p:nvPr>
            <p:ph type="body" sz="quarter" idx="22"/>
          </p:nvPr>
        </p:nvSpPr>
        <p:spPr>
          <a:xfrm>
            <a:off x="9486335" y="3429000"/>
            <a:ext cx="2304000" cy="1584000"/>
          </a:xfrm>
        </p:spPr>
        <p:txBody>
          <a:bodyPr tIns="144000"/>
          <a:lstStyle>
            <a:lvl1pPr marL="0" indent="0">
              <a:spcAft>
                <a:spcPts val="0"/>
              </a:spcAft>
              <a:buNone/>
              <a:defRPr/>
            </a:lvl1pPr>
            <a:lvl2pPr marL="180000" indent="-180000">
              <a:spcAft>
                <a:spcPts val="0"/>
              </a:spcAft>
              <a:defRPr sz="1400"/>
            </a:lvl2pPr>
            <a:lvl3pPr marL="360000" indent="-180000">
              <a:spcAft>
                <a:spcPts val="0"/>
              </a:spcAft>
              <a:defRPr sz="1400"/>
            </a:lvl3pPr>
            <a:lvl4pPr marL="540000" indent="-180000">
              <a:spcAft>
                <a:spcPts val="0"/>
              </a:spcAft>
              <a:defRPr sz="1400"/>
            </a:lvl4pPr>
            <a:lvl5pPr marL="720000" indent="-180000">
              <a:spcAft>
                <a:spcPts val="0"/>
              </a:spcAft>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3" name="Bildplatzhalter 11">
            <a:extLst>
              <a:ext uri="{FF2B5EF4-FFF2-40B4-BE49-F238E27FC236}">
                <a16:creationId xmlns:a16="http://schemas.microsoft.com/office/drawing/2014/main" id="{46AD9D50-9450-915A-A4BE-930364F24F77}"/>
              </a:ext>
            </a:extLst>
          </p:cNvPr>
          <p:cNvSpPr>
            <a:spLocks noGrp="1" noChangeAspect="1"/>
          </p:cNvSpPr>
          <p:nvPr>
            <p:ph type="pic" sz="quarter" idx="23"/>
          </p:nvPr>
        </p:nvSpPr>
        <p:spPr>
          <a:xfrm>
            <a:off x="8183564" y="3429000"/>
            <a:ext cx="1152000" cy="1152000"/>
          </a:xfrm>
          <a:prstGeom prst="ellipse">
            <a:avLst/>
          </a:prstGeom>
          <a:solidFill>
            <a:schemeClr val="tx1">
              <a:lumMod val="10000"/>
              <a:lumOff val="90000"/>
            </a:schemeClr>
          </a:solidFill>
        </p:spPr>
        <p:txBody>
          <a:bodyPr/>
          <a:lstStyle>
            <a:lvl1pPr marL="0" marR="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sz="1000"/>
            </a:lvl1pPr>
          </a:lstStyle>
          <a:p>
            <a:pPr marL="0" marR="0" lvl="0" indent="0" algn="l" defTabSz="914400" rtl="0" eaLnBrk="1" fontAlgn="auto" latinLnBrk="0" hangingPunct="1">
              <a:lnSpc>
                <a:spcPct val="107000"/>
              </a:lnSpc>
              <a:spcBef>
                <a:spcPts val="0"/>
              </a:spcBef>
              <a:spcAft>
                <a:spcPts val="600"/>
              </a:spcAft>
              <a:buClrTx/>
              <a:buSzTx/>
              <a:buFont typeface="Arial" panose="020B0604020202020204" pitchFamily="34" charset="0"/>
              <a:buNone/>
              <a:tabLst/>
              <a:defRPr/>
            </a:pPr>
            <a:r>
              <a:rPr lang="en-US"/>
              <a:t>Click icon to add picture</a:t>
            </a:r>
            <a:endParaRPr lang="en-GB" dirty="0"/>
          </a:p>
        </p:txBody>
      </p:sp>
    </p:spTree>
    <p:extLst>
      <p:ext uri="{BB962C8B-B14F-4D97-AF65-F5344CB8AC3E}">
        <p14:creationId xmlns:p14="http://schemas.microsoft.com/office/powerpoint/2010/main" val="1987440681"/>
      </p:ext>
    </p:extLst>
  </p:cSld>
  <p:clrMapOvr>
    <a:masterClrMapping/>
  </p:clrMapOvr>
  <p:extLst>
    <p:ext uri="{DCECCB84-F9BA-43D5-87BE-67443E8EF086}">
      <p15:sldGuideLst xmlns:p15="http://schemas.microsoft.com/office/powerpoint/2012/main">
        <p15:guide id="1" orient="horz" pos="2160" userDrawn="1">
          <p15:clr>
            <a:srgbClr val="F26B43"/>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Beratung Kontakt">
    <p:spTree>
      <p:nvGrpSpPr>
        <p:cNvPr id="1" name=""/>
        <p:cNvGrpSpPr/>
        <p:nvPr/>
      </p:nvGrpSpPr>
      <p:grpSpPr>
        <a:xfrm>
          <a:off x="0" y="0"/>
          <a:ext cx="0" cy="0"/>
          <a:chOff x="0" y="0"/>
          <a:chExt cx="0" cy="0"/>
        </a:xfrm>
      </p:grpSpPr>
      <p:sp>
        <p:nvSpPr>
          <p:cNvPr id="4" name="Textplatzhalter 3">
            <a:extLst>
              <a:ext uri="{FF2B5EF4-FFF2-40B4-BE49-F238E27FC236}">
                <a16:creationId xmlns:a16="http://schemas.microsoft.com/office/drawing/2014/main" id="{E60EA9DB-E68E-4BB9-41DB-AB9F6E5312E5}"/>
              </a:ext>
            </a:extLst>
          </p:cNvPr>
          <p:cNvSpPr>
            <a:spLocks noGrp="1"/>
          </p:cNvSpPr>
          <p:nvPr>
            <p:ph type="body" sz="quarter" idx="12"/>
          </p:nvPr>
        </p:nvSpPr>
        <p:spPr>
          <a:xfrm>
            <a:off x="4583113" y="1557338"/>
            <a:ext cx="7200887" cy="3600000"/>
          </a:xfrm>
        </p:spPr>
        <p:txBody>
          <a:bodyPr anchor="ctr" anchorCtr="0"/>
          <a:lstStyle>
            <a:lvl1pPr marL="0" indent="0">
              <a:buFontTx/>
              <a:buNone/>
              <a:defRPr sz="2800"/>
            </a:lvl1pPr>
            <a:lvl2pPr marL="0" indent="0">
              <a:spcAft>
                <a:spcPts val="0"/>
              </a:spcAft>
              <a:buNone/>
              <a:defRPr/>
            </a:lvl2pPr>
            <a:lvl3pPr marL="360000">
              <a:spcAft>
                <a:spcPts val="0"/>
              </a:spcAft>
              <a:defRPr/>
            </a:lvl3pPr>
            <a:lvl4pPr marL="720000">
              <a:spcAft>
                <a:spcPts val="0"/>
              </a:spcAft>
              <a:defRPr/>
            </a:lvl4pPr>
            <a:lvl5pPr marL="1080000">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407987" y="1637105"/>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Tree>
    <p:extLst>
      <p:ext uri="{BB962C8B-B14F-4D97-AF65-F5344CB8AC3E}">
        <p14:creationId xmlns:p14="http://schemas.microsoft.com/office/powerpoint/2010/main" val="3549741794"/>
      </p:ext>
    </p:extLst>
  </p:cSld>
  <p:clrMapOvr>
    <a:masterClrMapping/>
  </p:clrMapOvr>
  <p:extLst>
    <p:ext uri="{DCECCB84-F9BA-43D5-87BE-67443E8EF086}">
      <p15:sldGuideLst xmlns:p15="http://schemas.microsoft.com/office/powerpoint/2012/main">
        <p15:guide id="1" pos="2887" userDrawn="1">
          <p15:clr>
            <a:srgbClr val="F26B43"/>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estimonials hel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9ADCF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5664198" y="4845095"/>
            <a:ext cx="5760000" cy="900000"/>
          </a:xfrm>
        </p:spPr>
        <p:txBody>
          <a:bodyPr tIns="0" anchor="b" anchorCtr="0"/>
          <a:lstStyle>
            <a:lvl1pPr marL="0" indent="0">
              <a:spcAft>
                <a:spcPts val="0"/>
              </a:spcAft>
              <a:buNone/>
              <a:defRPr sz="1800">
                <a:solidFill>
                  <a:srgbClr val="05366C"/>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pic>
        <p:nvPicPr>
          <p:cNvPr id="10" name="Grafik 9">
            <a:extLst>
              <a:ext uri="{FF2B5EF4-FFF2-40B4-BE49-F238E27FC236}">
                <a16:creationId xmlns:a16="http://schemas.microsoft.com/office/drawing/2014/main" id="{ABDA5BC1-6401-1E59-9E4A-3BF57FA40E3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163528" y="2041590"/>
            <a:ext cx="3600837" cy="3600000"/>
          </a:xfrm>
          <a:prstGeom prst="ellipse">
            <a:avLst/>
          </a:prstGeom>
        </p:spPr>
      </p:pic>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1164363"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5664198" y="2046268"/>
            <a:ext cx="5760000" cy="2520000"/>
          </a:xfrm>
        </p:spPr>
        <p:txBody>
          <a:bodyPr tIns="252000" anchor="t" anchorCtr="0"/>
          <a:lstStyle>
            <a:lvl1pPr marL="0" indent="0">
              <a:spcAft>
                <a:spcPts val="0"/>
              </a:spcAft>
              <a:buNone/>
              <a:defRPr sz="2800">
                <a:solidFill>
                  <a:srgbClr val="05366C"/>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3248020230"/>
      </p:ext>
    </p:extLst>
  </p:cSld>
  <p:clrMapOvr>
    <a:masterClrMapping/>
  </p:clrMapOvr>
  <p:extLst>
    <p:ext uri="{DCECCB84-F9BA-43D5-87BE-67443E8EF086}">
      <p15:sldGuideLst xmlns:p15="http://schemas.microsoft.com/office/powerpoint/2012/main">
        <p15:guide id="1" pos="3568" userDrawn="1">
          <p15:clr>
            <a:srgbClr val="F26B43"/>
          </p15:clr>
        </p15:guide>
        <p15:guide id="2"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estimonials dunkel">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BC958F85-4C1B-2229-8E2C-73C511DF75E6}"/>
              </a:ext>
            </a:extLst>
          </p:cNvPr>
          <p:cNvSpPr/>
          <p:nvPr userDrawn="1"/>
        </p:nvSpPr>
        <p:spPr>
          <a:xfrm>
            <a:off x="408001" y="1628775"/>
            <a:ext cx="11376012" cy="4645025"/>
          </a:xfrm>
          <a:prstGeom prst="rect">
            <a:avLst/>
          </a:prstGeom>
          <a:solidFill>
            <a:srgbClr val="0536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dirty="0">
              <a:ln>
                <a:noFill/>
              </a:ln>
              <a:solidFill>
                <a:srgbClr val="FEFFFF"/>
              </a:solidFill>
              <a:effectLst/>
              <a:uLnTx/>
              <a:uFillTx/>
              <a:latin typeface="Arial" panose="020B0604020202020204"/>
              <a:ea typeface="+mn-ea"/>
              <a:cs typeface="+mn-cs"/>
            </a:endParaRPr>
          </a:p>
        </p:txBody>
      </p:sp>
      <p:sp>
        <p:nvSpPr>
          <p:cNvPr id="9" name="Bildplatzhalter 11">
            <a:extLst>
              <a:ext uri="{FF2B5EF4-FFF2-40B4-BE49-F238E27FC236}">
                <a16:creationId xmlns:a16="http://schemas.microsoft.com/office/drawing/2014/main" id="{EA89FABE-7572-1D29-9E79-313DA6769DF2}"/>
              </a:ext>
            </a:extLst>
          </p:cNvPr>
          <p:cNvSpPr>
            <a:spLocks noGrp="1" noChangeAspect="1"/>
          </p:cNvSpPr>
          <p:nvPr>
            <p:ph type="pic" sz="quarter" idx="13"/>
          </p:nvPr>
        </p:nvSpPr>
        <p:spPr>
          <a:xfrm>
            <a:off x="7725704" y="2046268"/>
            <a:ext cx="3600002" cy="3600000"/>
          </a:xfrm>
          <a:prstGeom prst="ellipse">
            <a:avLst/>
          </a:prstGeom>
          <a:solidFill>
            <a:schemeClr val="tx1">
              <a:lumMod val="10000"/>
              <a:lumOff val="90000"/>
            </a:schemeClr>
          </a:solidFill>
        </p:spPr>
        <p:txBody>
          <a:bodyPr/>
          <a:lstStyle>
            <a:lvl1pPr marL="0" indent="0">
              <a:buNone/>
              <a:defRPr sz="1000"/>
            </a:lvl1pPr>
          </a:lstStyle>
          <a:p>
            <a:r>
              <a:rPr lang="en-US"/>
              <a:t>Click icon to add picture</a:t>
            </a:r>
            <a:endParaRPr lang="en-GB" dirty="0"/>
          </a:p>
        </p:txBody>
      </p:sp>
      <p:sp>
        <p:nvSpPr>
          <p:cNvPr id="15" name="Textplatzhalter 11">
            <a:extLst>
              <a:ext uri="{FF2B5EF4-FFF2-40B4-BE49-F238E27FC236}">
                <a16:creationId xmlns:a16="http://schemas.microsoft.com/office/drawing/2014/main" id="{56CFACA8-F75F-1943-FD32-C0CEE0BE2AFD}"/>
              </a:ext>
            </a:extLst>
          </p:cNvPr>
          <p:cNvSpPr>
            <a:spLocks noGrp="1"/>
          </p:cNvSpPr>
          <p:nvPr>
            <p:ph type="body" sz="quarter" idx="15"/>
          </p:nvPr>
        </p:nvSpPr>
        <p:spPr>
          <a:xfrm>
            <a:off x="911225" y="4845095"/>
            <a:ext cx="5760000" cy="900000"/>
          </a:xfrm>
        </p:spPr>
        <p:txBody>
          <a:bodyPr tIns="0" anchor="b" anchorCtr="0"/>
          <a:lstStyle>
            <a:lvl1pPr marL="0" indent="0">
              <a:spcAft>
                <a:spcPts val="0"/>
              </a:spcAft>
              <a:buNone/>
              <a:defRPr sz="1800">
                <a:solidFill>
                  <a:srgbClr val="FFFFFF"/>
                </a:solidFill>
              </a:defRPr>
            </a:lvl1pPr>
            <a:lvl2pPr>
              <a:spcAft>
                <a:spcPts val="0"/>
              </a:spcAft>
              <a:defRPr sz="1800">
                <a:solidFill>
                  <a:srgbClr val="05366C"/>
                </a:solidFill>
              </a:defRPr>
            </a:lvl2pPr>
            <a:lvl3pPr>
              <a:spcAft>
                <a:spcPts val="0"/>
              </a:spcAft>
              <a:defRPr sz="1800">
                <a:solidFill>
                  <a:srgbClr val="05366C"/>
                </a:solidFill>
              </a:defRPr>
            </a:lvl3pPr>
            <a:lvl4pPr>
              <a:spcAft>
                <a:spcPts val="0"/>
              </a:spcAft>
              <a:defRPr sz="1800">
                <a:solidFill>
                  <a:srgbClr val="05366C"/>
                </a:solidFill>
              </a:defRPr>
            </a:lvl4pPr>
            <a:lvl5pPr>
              <a:spcAft>
                <a:spcPts val="0"/>
              </a:spcAft>
              <a:defRPr sz="1800">
                <a:solidFill>
                  <a:srgbClr val="05366C"/>
                </a:solidFill>
              </a:defRPr>
            </a:lvl5pPr>
          </a:lstStyle>
          <a:p>
            <a:pPr lvl="0"/>
            <a:r>
              <a:rPr lang="en-US"/>
              <a:t>Click to edit Master text styles</a:t>
            </a:r>
          </a:p>
        </p:txBody>
      </p:sp>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p:txBody>
          <a:bodyPr/>
          <a:lstStyle/>
          <a:p>
            <a:r>
              <a:rPr lang="en-US"/>
              <a:t>Click to edit Master title style</a:t>
            </a:r>
            <a:endParaRPr lang="en-GB" dirty="0"/>
          </a:p>
        </p:txBody>
      </p:sp>
      <p:sp>
        <p:nvSpPr>
          <p:cNvPr id="14" name="Textplatzhalter 11">
            <a:extLst>
              <a:ext uri="{FF2B5EF4-FFF2-40B4-BE49-F238E27FC236}">
                <a16:creationId xmlns:a16="http://schemas.microsoft.com/office/drawing/2014/main" id="{3155B078-117B-554A-DE7E-652FEA92A3C7}"/>
              </a:ext>
            </a:extLst>
          </p:cNvPr>
          <p:cNvSpPr>
            <a:spLocks noGrp="1"/>
          </p:cNvSpPr>
          <p:nvPr>
            <p:ph type="body" sz="quarter" idx="14"/>
          </p:nvPr>
        </p:nvSpPr>
        <p:spPr>
          <a:xfrm>
            <a:off x="911225" y="2046268"/>
            <a:ext cx="5760000" cy="2520000"/>
          </a:xfrm>
        </p:spPr>
        <p:txBody>
          <a:bodyPr tIns="252000" anchor="t" anchorCtr="0"/>
          <a:lstStyle>
            <a:lvl1pPr marL="0" indent="0">
              <a:spcAft>
                <a:spcPts val="0"/>
              </a:spcAft>
              <a:buNone/>
              <a:defRPr sz="2800">
                <a:solidFill>
                  <a:srgbClr val="FFFFFF"/>
                </a:solidFill>
              </a:defRPr>
            </a:lvl1pPr>
            <a:lvl2pPr>
              <a:spcAft>
                <a:spcPts val="0"/>
              </a:spcAft>
              <a:defRPr>
                <a:solidFill>
                  <a:srgbClr val="05366C"/>
                </a:solidFill>
              </a:defRPr>
            </a:lvl2pPr>
            <a:lvl3pPr>
              <a:spcAft>
                <a:spcPts val="0"/>
              </a:spcAft>
              <a:defRPr>
                <a:solidFill>
                  <a:srgbClr val="05366C"/>
                </a:solidFill>
              </a:defRPr>
            </a:lvl3pPr>
            <a:lvl4pPr>
              <a:spcAft>
                <a:spcPts val="0"/>
              </a:spcAft>
              <a:defRPr>
                <a:solidFill>
                  <a:srgbClr val="05366C"/>
                </a:solidFill>
              </a:defRPr>
            </a:lvl4pPr>
            <a:lvl5pPr>
              <a:spcAft>
                <a:spcPts val="0"/>
              </a:spcAft>
              <a:defRPr>
                <a:solidFill>
                  <a:srgbClr val="05366C"/>
                </a:solidFill>
              </a:defRPr>
            </a:lvl5pPr>
          </a:lstStyle>
          <a:p>
            <a:pPr lvl="0"/>
            <a:r>
              <a:rPr lang="en-US"/>
              <a:t>Click to edit Master text styles</a:t>
            </a:r>
          </a:p>
        </p:txBody>
      </p:sp>
    </p:spTree>
    <p:extLst>
      <p:ext uri="{BB962C8B-B14F-4D97-AF65-F5344CB8AC3E}">
        <p14:creationId xmlns:p14="http://schemas.microsoft.com/office/powerpoint/2010/main" val="2113486655"/>
      </p:ext>
    </p:extLst>
  </p:cSld>
  <p:clrMapOvr>
    <a:masterClrMapping/>
  </p:clrMapOvr>
  <p:extLst>
    <p:ext uri="{DCECCB84-F9BA-43D5-87BE-67443E8EF086}">
      <p15:sldGuideLst xmlns:p15="http://schemas.microsoft.com/office/powerpoint/2012/main">
        <p15:guide id="1" pos="574" userDrawn="1">
          <p15:clr>
            <a:srgbClr val="F26B43"/>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Tree>
    <p:extLst>
      <p:ext uri="{BB962C8B-B14F-4D97-AF65-F5344CB8AC3E}">
        <p14:creationId xmlns:p14="http://schemas.microsoft.com/office/powerpoint/2010/main" val="30225140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reserve="1">
  <p:cSld name="Leer hell">
    <p:bg>
      <p:bgPr>
        <a:solidFill>
          <a:srgbClr val="9ADCF6"/>
        </a:solidFill>
        <a:effectLst/>
      </p:bgPr>
    </p:bg>
    <p:spTree>
      <p:nvGrpSpPr>
        <p:cNvPr id="1" name=""/>
        <p:cNvGrpSpPr/>
        <p:nvPr/>
      </p:nvGrpSpPr>
      <p:grpSpPr>
        <a:xfrm>
          <a:off x="0" y="0"/>
          <a:ext cx="0" cy="0"/>
          <a:chOff x="0" y="0"/>
          <a:chExt cx="0" cy="0"/>
        </a:xfrm>
      </p:grpSpPr>
      <p:sp>
        <p:nvSpPr>
          <p:cNvPr id="2" name="Fußzeilenplatzhalter 1">
            <a:extLst>
              <a:ext uri="{FF2B5EF4-FFF2-40B4-BE49-F238E27FC236}">
                <a16:creationId xmlns:a16="http://schemas.microsoft.com/office/drawing/2014/main" id="{401EB8B8-07F2-55BE-4A60-7EE5EB0CC398}"/>
              </a:ext>
            </a:extLst>
          </p:cNvPr>
          <p:cNvSpPr>
            <a:spLocks noGrp="1"/>
          </p:cNvSpPr>
          <p:nvPr>
            <p:ph type="ftr" sz="quarter" idx="10"/>
          </p:nvPr>
        </p:nvSpPr>
        <p:spPr/>
        <p:txBody>
          <a:bodyPr/>
          <a:lstStyle/>
          <a:p>
            <a:r>
              <a:rPr lang="en-GB" dirty="0"/>
              <a:t>ZHAW School of Engineering | Institute | Document name</a:t>
            </a:r>
          </a:p>
        </p:txBody>
      </p:sp>
      <p:sp>
        <p:nvSpPr>
          <p:cNvPr id="3" name="Foliennummernplatzhalter 2">
            <a:extLst>
              <a:ext uri="{FF2B5EF4-FFF2-40B4-BE49-F238E27FC236}">
                <a16:creationId xmlns:a16="http://schemas.microsoft.com/office/drawing/2014/main" id="{068DC6A6-FEC6-82CF-9CD1-221FC8A175CA}"/>
              </a:ext>
            </a:extLst>
          </p:cNvPr>
          <p:cNvSpPr>
            <a:spLocks noGrp="1"/>
          </p:cNvSpPr>
          <p:nvPr>
            <p:ph type="sldNum" sz="quarter" idx="11"/>
          </p:nvPr>
        </p:nvSpPr>
        <p:spPr/>
        <p:txBody>
          <a:bodyPr/>
          <a:lstStyle/>
          <a:p>
            <a:fld id="{A5BA4405-8D4E-49B7-BDA6-6F19819F4CEB}" type="slidenum">
              <a:rPr lang="en-GB" smtClean="0"/>
              <a:pPr/>
              <a:t>‹#›</a:t>
            </a:fld>
            <a:endParaRPr lang="en-GB" dirty="0"/>
          </a:p>
        </p:txBody>
      </p:sp>
    </p:spTree>
    <p:extLst>
      <p:ext uri="{BB962C8B-B14F-4D97-AF65-F5344CB8AC3E}">
        <p14:creationId xmlns:p14="http://schemas.microsoft.com/office/powerpoint/2010/main" val="41745831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blank" preserve="1">
  <p:cSld name="Leer dunkel">
    <p:bg>
      <p:bgPr>
        <a:solidFill>
          <a:srgbClr val="05366C"/>
        </a:solidFill>
        <a:effectLst/>
      </p:bgPr>
    </p:bg>
    <p:spTree>
      <p:nvGrpSpPr>
        <p:cNvPr id="1" name=""/>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65395F99-6153-C27E-C2F8-B77463599254}"/>
              </a:ext>
            </a:extLst>
          </p:cNvPr>
          <p:cNvSpPr>
            <a:spLocks noGrp="1"/>
          </p:cNvSpPr>
          <p:nvPr>
            <p:ph type="sldNum" sz="quarter" idx="11"/>
          </p:nvPr>
        </p:nvSpPr>
        <p:spPr/>
        <p:txBody>
          <a:bodyPr/>
          <a:lstStyle>
            <a:lvl1pPr>
              <a:defRPr>
                <a:solidFill>
                  <a:srgbClr val="FFFFFF"/>
                </a:solidFill>
              </a:defRPr>
            </a:lvl1pPr>
          </a:lstStyle>
          <a:p>
            <a:fld id="{A5BA4405-8D4E-49B7-BDA6-6F19819F4CEB}" type="slidenum">
              <a:rPr lang="en-GB" smtClean="0"/>
              <a:pPr/>
              <a:t>‹#›</a:t>
            </a:fld>
            <a:endParaRPr lang="en-GB" dirty="0"/>
          </a:p>
        </p:txBody>
      </p:sp>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lvl1pPr>
              <a:defRPr>
                <a:solidFill>
                  <a:srgbClr val="FFFFFF"/>
                </a:solidFill>
              </a:defRPr>
            </a:lvl1pPr>
          </a:lstStyle>
          <a:p>
            <a:r>
              <a:rPr lang="en-GB" dirty="0"/>
              <a:t>ZHAW School of Engineering | Institute | Document name</a:t>
            </a:r>
          </a:p>
        </p:txBody>
      </p:sp>
    </p:spTree>
    <p:extLst>
      <p:ext uri="{BB962C8B-B14F-4D97-AF65-F5344CB8AC3E}">
        <p14:creationId xmlns:p14="http://schemas.microsoft.com/office/powerpoint/2010/main" val="15052890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Dankefolie hell">
    <p:bg>
      <p:bgPr>
        <a:solidFill>
          <a:srgbClr val="9ADCF6"/>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p:txBody>
          <a:body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p:txBody>
          <a:body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a:xfrm>
            <a:off x="407988" y="260350"/>
            <a:ext cx="5543550" cy="5653088"/>
          </a:xfrm>
        </p:spPr>
        <p:txBody>
          <a:bodyPr/>
          <a:lstStyle/>
          <a:p>
            <a:r>
              <a:rPr lang="en-US"/>
              <a:t>Click to edit Master title style</a:t>
            </a:r>
            <a:endParaRPr lang="en-GB" dirty="0"/>
          </a:p>
        </p:txBody>
      </p:sp>
    </p:spTree>
    <p:extLst>
      <p:ext uri="{BB962C8B-B14F-4D97-AF65-F5344CB8AC3E}">
        <p14:creationId xmlns:p14="http://schemas.microsoft.com/office/powerpoint/2010/main" val="33600687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Dankefolie dunkel">
    <p:bg>
      <p:bgPr>
        <a:solidFill>
          <a:srgbClr val="05366C"/>
        </a:solidFill>
        <a:effectLst/>
      </p:bgPr>
    </p:bg>
    <p:spTree>
      <p:nvGrpSpPr>
        <p:cNvPr id="1" name=""/>
        <p:cNvGrpSpPr/>
        <p:nvPr/>
      </p:nvGrpSpPr>
      <p:grpSpPr>
        <a:xfrm>
          <a:off x="0" y="0"/>
          <a:ext cx="0" cy="0"/>
          <a:chOff x="0" y="0"/>
          <a:chExt cx="0" cy="0"/>
        </a:xfrm>
      </p:grpSpPr>
      <p:sp>
        <p:nvSpPr>
          <p:cNvPr id="7" name="Foliennummernplatzhalter 6">
            <a:extLst>
              <a:ext uri="{FF2B5EF4-FFF2-40B4-BE49-F238E27FC236}">
                <a16:creationId xmlns:a16="http://schemas.microsoft.com/office/drawing/2014/main" id="{8EF975A0-41A4-8AD0-7E94-96D027C62EBD}"/>
              </a:ext>
            </a:extLst>
          </p:cNvPr>
          <p:cNvSpPr>
            <a:spLocks noGrp="1"/>
          </p:cNvSpPr>
          <p:nvPr>
            <p:ph type="sldNum" sz="quarter" idx="11"/>
          </p:nvPr>
        </p:nvSpPr>
        <p:spPr bwMode="black"/>
        <p:txBody>
          <a:bodyPr/>
          <a:lstStyle>
            <a:lvl1pPr>
              <a:defRPr>
                <a:solidFill>
                  <a:srgbClr val="FFFFFF"/>
                </a:solidFill>
              </a:defRPr>
            </a:lvl1pPr>
          </a:lstStyle>
          <a:p>
            <a:fld id="{A5BA4405-8D4E-49B7-BDA6-6F19819F4CEB}" type="slidenum">
              <a:rPr lang="en-GB" smtClean="0"/>
              <a:pPr/>
              <a:t>‹#›</a:t>
            </a:fld>
            <a:endParaRPr lang="en-GB" dirty="0"/>
          </a:p>
        </p:txBody>
      </p:sp>
      <p:sp>
        <p:nvSpPr>
          <p:cNvPr id="6" name="Fußzeilenplatzhalter 5">
            <a:extLst>
              <a:ext uri="{FF2B5EF4-FFF2-40B4-BE49-F238E27FC236}">
                <a16:creationId xmlns:a16="http://schemas.microsoft.com/office/drawing/2014/main" id="{AE064B9D-9803-51F7-38FA-C33E9F7FF6FC}"/>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2" name="Titel 1">
            <a:extLst>
              <a:ext uri="{FF2B5EF4-FFF2-40B4-BE49-F238E27FC236}">
                <a16:creationId xmlns:a16="http://schemas.microsoft.com/office/drawing/2014/main" id="{F696A4B3-7696-681B-2BC8-522284326E48}"/>
              </a:ext>
            </a:extLst>
          </p:cNvPr>
          <p:cNvSpPr>
            <a:spLocks noGrp="1"/>
          </p:cNvSpPr>
          <p:nvPr>
            <p:ph type="title"/>
          </p:nvPr>
        </p:nvSpPr>
        <p:spPr bwMode="black">
          <a:xfrm>
            <a:off x="407988" y="260350"/>
            <a:ext cx="5543550" cy="5653088"/>
          </a:xfrm>
        </p:spPr>
        <p:txBody>
          <a:bodyPr/>
          <a:lstStyle>
            <a:lvl1pPr>
              <a:defRPr>
                <a:solidFill>
                  <a:srgbClr val="FFFFFF"/>
                </a:solidFill>
              </a:defRPr>
            </a:lvl1pPr>
          </a:lstStyle>
          <a:p>
            <a:r>
              <a:rPr lang="en-US"/>
              <a:t>Click to edit Master title style</a:t>
            </a:r>
            <a:endParaRPr lang="en-GB" dirty="0"/>
          </a:p>
        </p:txBody>
      </p:sp>
    </p:spTree>
    <p:extLst>
      <p:ext uri="{BB962C8B-B14F-4D97-AF65-F5344CB8AC3E}">
        <p14:creationId xmlns:p14="http://schemas.microsoft.com/office/powerpoint/2010/main" val="35788675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hlussfolie hell">
    <p:bg>
      <p:bgPr>
        <a:solidFill>
          <a:srgbClr val="9ADCF6"/>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p:txBody>
          <a:body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a:xfrm>
            <a:off x="407989" y="883725"/>
            <a:ext cx="3600450" cy="5029714"/>
          </a:xfrm>
        </p:spPr>
        <p:txBody>
          <a:bodyPr/>
          <a:lstStyle>
            <a:lvl1pPr marL="0" indent="0">
              <a:lnSpc>
                <a:spcPct val="107000"/>
              </a:lnSpc>
              <a:spcAft>
                <a:spcPts val="0"/>
              </a:spcAft>
              <a:buNone/>
              <a:defRPr sz="900"/>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38F0FFA6-C80A-D2AA-36F8-0D827D09052D}"/>
              </a:ext>
            </a:extLst>
          </p:cNvPr>
          <p:cNvSpPr>
            <a:spLocks noGrp="1"/>
          </p:cNvSpPr>
          <p:nvPr>
            <p:ph type="title" hasCustomPrompt="1"/>
          </p:nvPr>
        </p:nvSpPr>
        <p:spPr>
          <a:xfrm>
            <a:off x="407989" y="736601"/>
            <a:ext cx="3600000" cy="144000"/>
          </a:xfrm>
        </p:spPr>
        <p:txBody>
          <a:bodyPr/>
          <a:lstStyle>
            <a:lvl1pPr>
              <a:defRPr lang="de-CH" sz="900" b="1" kern="1200" dirty="0">
                <a:solidFill>
                  <a:schemeClr val="tx1"/>
                </a:solidFill>
                <a:latin typeface="+mn-lt"/>
                <a:ea typeface="+mn-ea"/>
                <a:cs typeface="+mn-cs"/>
              </a:defRPr>
            </a:lvl1pPr>
          </a:lstStyle>
          <a:p>
            <a:pPr marL="0" lvl="0" indent="0" algn="l" defTabSz="914400" rtl="0" eaLnBrk="1" latinLnBrk="0" hangingPunct="1">
              <a:lnSpc>
                <a:spcPct val="107000"/>
              </a:lnSpc>
              <a:spcBef>
                <a:spcPts val="0"/>
              </a:spcBef>
              <a:buFont typeface="Arial" panose="020B0604020202020204" pitchFamily="34" charset="0"/>
              <a:buNone/>
            </a:pPr>
            <a:r>
              <a:rPr lang="en-GB" dirty="0" err="1"/>
              <a:t>Departementsname</a:t>
            </a:r>
            <a:r>
              <a:rPr lang="en-GB" dirty="0"/>
              <a:t> </a:t>
            </a:r>
            <a:r>
              <a:rPr lang="en-GB" dirty="0" err="1"/>
              <a:t>hinzufügen</a:t>
            </a:r>
            <a:endParaRPr lang="en-GB" dirty="0"/>
          </a:p>
        </p:txBody>
      </p:sp>
      <p:sp>
        <p:nvSpPr>
          <p:cNvPr id="8" name="ZHAW">
            <a:extLst>
              <a:ext uri="{FF2B5EF4-FFF2-40B4-BE49-F238E27FC236}">
                <a16:creationId xmlns:a16="http://schemas.microsoft.com/office/drawing/2014/main" id="{154B8393-179C-8341-BA0F-5AD2AFC324ED}"/>
              </a:ext>
            </a:extLst>
          </p:cNvPr>
          <p:cNvSpPr txBox="1"/>
          <p:nvPr userDrawn="1"/>
        </p:nvSpPr>
        <p:spPr>
          <a:xfrm>
            <a:off x="407988" y="343385"/>
            <a:ext cx="3600450" cy="288000"/>
          </a:xfrm>
          <a:prstGeom prst="rect">
            <a:avLst/>
          </a:prstGeom>
          <a:noFill/>
        </p:spPr>
        <p:txBody>
          <a:bodyPr wrap="square" lIns="0" tIns="0" rIns="0" bIns="0" rtlCol="0">
            <a:noAutofit/>
          </a:bodyPr>
          <a:lstStyle/>
          <a:p>
            <a:pPr>
              <a:lnSpc>
                <a:spcPct val="107000"/>
              </a:lnSpc>
            </a:pPr>
            <a:r>
              <a:rPr lang="en-GB" sz="900" dirty="0"/>
              <a:t>Zurich University of</a:t>
            </a:r>
          </a:p>
          <a:p>
            <a:pPr>
              <a:lnSpc>
                <a:spcPct val="107000"/>
              </a:lnSpc>
            </a:pPr>
            <a:r>
              <a:rPr lang="en-GB" sz="900" dirty="0"/>
              <a:t>Applied Sciences</a:t>
            </a:r>
          </a:p>
        </p:txBody>
      </p:sp>
    </p:spTree>
    <p:extLst>
      <p:ext uri="{BB962C8B-B14F-4D97-AF65-F5344CB8AC3E}">
        <p14:creationId xmlns:p14="http://schemas.microsoft.com/office/powerpoint/2010/main" val="310146872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chlussfolie dunkel">
    <p:bg>
      <p:bgPr>
        <a:solidFill>
          <a:srgbClr val="05366C"/>
        </a:solidFill>
        <a:effectLst/>
      </p:bgPr>
    </p:bg>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A438F756-697B-7018-29B6-F66509D3156A}"/>
              </a:ext>
            </a:extLst>
          </p:cNvPr>
          <p:cNvSpPr>
            <a:spLocks noGrp="1"/>
          </p:cNvSpPr>
          <p:nvPr>
            <p:ph type="ftr" sz="quarter" idx="10"/>
          </p:nvPr>
        </p:nvSpPr>
        <p:spPr bwMode="black"/>
        <p:txBody>
          <a:bodyPr/>
          <a:lstStyle>
            <a:lvl1pPr>
              <a:defRPr>
                <a:solidFill>
                  <a:srgbClr val="FFFFFF"/>
                </a:solidFill>
              </a:defRPr>
            </a:lvl1pPr>
          </a:lstStyle>
          <a:p>
            <a:r>
              <a:rPr lang="en-GB" dirty="0"/>
              <a:t>ZHAW School of Engineering | Institute | Document name</a:t>
            </a:r>
          </a:p>
        </p:txBody>
      </p:sp>
      <p:sp>
        <p:nvSpPr>
          <p:cNvPr id="9" name="Textplatzhalter 6">
            <a:extLst>
              <a:ext uri="{FF2B5EF4-FFF2-40B4-BE49-F238E27FC236}">
                <a16:creationId xmlns:a16="http://schemas.microsoft.com/office/drawing/2014/main" id="{459C1730-4C19-6280-8779-5CE7D0A8841E}"/>
              </a:ext>
            </a:extLst>
          </p:cNvPr>
          <p:cNvSpPr>
            <a:spLocks noGrp="1"/>
          </p:cNvSpPr>
          <p:nvPr>
            <p:ph type="body" sz="quarter" idx="12" hasCustomPrompt="1"/>
          </p:nvPr>
        </p:nvSpPr>
        <p:spPr bwMode="black">
          <a:xfrm>
            <a:off x="407989" y="883725"/>
            <a:ext cx="3600450" cy="5029714"/>
          </a:xfrm>
        </p:spPr>
        <p:txBody>
          <a:bodyPr/>
          <a:lstStyle>
            <a:lvl1pPr marL="0" indent="0">
              <a:lnSpc>
                <a:spcPct val="107000"/>
              </a:lnSpc>
              <a:spcAft>
                <a:spcPts val="0"/>
              </a:spcAft>
              <a:buNone/>
              <a:defRPr sz="900">
                <a:solidFill>
                  <a:srgbClr val="FFFFFF"/>
                </a:solidFill>
              </a:defRPr>
            </a:lvl1pPr>
            <a:lvl2pPr marL="180000" indent="0">
              <a:lnSpc>
                <a:spcPct val="107000"/>
              </a:lnSpc>
              <a:buNone/>
              <a:defRPr sz="900"/>
            </a:lvl2pPr>
            <a:lvl3pPr marL="360000" indent="0">
              <a:lnSpc>
                <a:spcPct val="107000"/>
              </a:lnSpc>
              <a:buNone/>
              <a:defRPr sz="900"/>
            </a:lvl3pPr>
            <a:lvl4pPr marL="540000" indent="0">
              <a:lnSpc>
                <a:spcPct val="107000"/>
              </a:lnSpc>
              <a:buNone/>
              <a:defRPr sz="900"/>
            </a:lvl4pPr>
            <a:lvl5pPr marL="720000" indent="0">
              <a:lnSpc>
                <a:spcPct val="107000"/>
              </a:lnSpc>
              <a:buNone/>
              <a:defRPr sz="900"/>
            </a:lvl5pPr>
          </a:lstStyle>
          <a:p>
            <a:pPr lvl="0"/>
            <a:r>
              <a:rPr lang="en-GB" noProof="1"/>
              <a:t>Organisationseinheit, Adresse und Kontaktdaten hinzufügen</a:t>
            </a:r>
          </a:p>
        </p:txBody>
      </p:sp>
      <p:sp>
        <p:nvSpPr>
          <p:cNvPr id="2" name="Titel 1">
            <a:extLst>
              <a:ext uri="{FF2B5EF4-FFF2-40B4-BE49-F238E27FC236}">
                <a16:creationId xmlns:a16="http://schemas.microsoft.com/office/drawing/2014/main" id="{28E43518-0F09-3CA5-3200-52C3D37C5108}"/>
              </a:ext>
            </a:extLst>
          </p:cNvPr>
          <p:cNvSpPr>
            <a:spLocks noGrp="1"/>
          </p:cNvSpPr>
          <p:nvPr>
            <p:ph type="title" hasCustomPrompt="1"/>
          </p:nvPr>
        </p:nvSpPr>
        <p:spPr bwMode="black">
          <a:xfrm>
            <a:off x="407989" y="736601"/>
            <a:ext cx="3600000" cy="144000"/>
          </a:xfrm>
        </p:spPr>
        <p:txBody>
          <a:bodyPr/>
          <a:lstStyle>
            <a:lvl1pPr>
              <a:lnSpc>
                <a:spcPct val="107000"/>
              </a:lnSpc>
              <a:defRPr sz="900" b="1">
                <a:solidFill>
                  <a:srgbClr val="FFFFFF"/>
                </a:solidFill>
              </a:defRPr>
            </a:lvl1pPr>
          </a:lstStyle>
          <a:p>
            <a:r>
              <a:rPr lang="en-GB" noProof="1"/>
              <a:t>Departementsname hinzufügen</a:t>
            </a:r>
          </a:p>
        </p:txBody>
      </p:sp>
      <p:sp>
        <p:nvSpPr>
          <p:cNvPr id="8" name="ZHAW">
            <a:extLst>
              <a:ext uri="{FF2B5EF4-FFF2-40B4-BE49-F238E27FC236}">
                <a16:creationId xmlns:a16="http://schemas.microsoft.com/office/drawing/2014/main" id="{154B8393-179C-8341-BA0F-5AD2AFC324ED}"/>
              </a:ext>
            </a:extLst>
          </p:cNvPr>
          <p:cNvSpPr txBox="1"/>
          <p:nvPr userDrawn="1"/>
        </p:nvSpPr>
        <p:spPr bwMode="black">
          <a:xfrm>
            <a:off x="407988" y="343385"/>
            <a:ext cx="3600450" cy="288000"/>
          </a:xfrm>
          <a:prstGeom prst="rect">
            <a:avLst/>
          </a:prstGeom>
          <a:noFill/>
        </p:spPr>
        <p:txBody>
          <a:bodyPr wrap="square" lIns="0" tIns="0" rIns="0" bIns="0" rtlCol="0">
            <a:noAutofit/>
          </a:bodyPr>
          <a:lstStyle/>
          <a:p>
            <a:pPr>
              <a:lnSpc>
                <a:spcPct val="107000"/>
              </a:lnSpc>
            </a:pPr>
            <a:r>
              <a:rPr lang="en-GB" sz="900" dirty="0">
                <a:solidFill>
                  <a:srgbClr val="FFFFFF"/>
                </a:solidFill>
              </a:rPr>
              <a:t>Zurich University of</a:t>
            </a:r>
          </a:p>
          <a:p>
            <a:pPr>
              <a:lnSpc>
                <a:spcPct val="107000"/>
              </a:lnSpc>
            </a:pPr>
            <a:r>
              <a:rPr lang="en-GB" sz="900" dirty="0">
                <a:solidFill>
                  <a:srgbClr val="FFFFFF"/>
                </a:solidFill>
              </a:rPr>
              <a:t>Applied Sciences</a:t>
            </a:r>
          </a:p>
        </p:txBody>
      </p:sp>
    </p:spTree>
    <p:extLst>
      <p:ext uri="{BB962C8B-B14F-4D97-AF65-F5344CB8AC3E}">
        <p14:creationId xmlns:p14="http://schemas.microsoft.com/office/powerpoint/2010/main" val="65729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liennummernplatzhalter">
            <a:extLst>
              <a:ext uri="{FF2B5EF4-FFF2-40B4-BE49-F238E27FC236}">
                <a16:creationId xmlns:a16="http://schemas.microsoft.com/office/drawing/2014/main" id="{293D77F6-C4F0-8E92-92A6-E00C1AE53354}"/>
              </a:ext>
            </a:extLst>
          </p:cNvPr>
          <p:cNvSpPr>
            <a:spLocks noGrp="1"/>
          </p:cNvSpPr>
          <p:nvPr>
            <p:ph type="sldNum" sz="quarter" idx="4"/>
          </p:nvPr>
        </p:nvSpPr>
        <p:spPr bwMode="gray">
          <a:xfrm>
            <a:off x="10128249" y="6293853"/>
            <a:ext cx="1655751" cy="216000"/>
          </a:xfrm>
          <a:prstGeom prst="rect">
            <a:avLst/>
          </a:prstGeom>
        </p:spPr>
        <p:txBody>
          <a:bodyPr vert="horz" lIns="0" tIns="0" rIns="0" bIns="0" rtlCol="0" anchor="b" anchorCtr="0">
            <a:noAutofit/>
          </a:bodyPr>
          <a:lstStyle>
            <a:lvl1pPr algn="r">
              <a:defRPr sz="900">
                <a:solidFill>
                  <a:schemeClr val="tx1"/>
                </a:solidFill>
              </a:defRPr>
            </a:lvl1pPr>
          </a:lstStyle>
          <a:p>
            <a:fld id="{A5BA4405-8D4E-49B7-BDA6-6F19819F4CEB}" type="slidenum">
              <a:rPr lang="en-GB" smtClean="0"/>
              <a:pPr/>
              <a:t>‹#›</a:t>
            </a:fld>
            <a:endParaRPr lang="en-GB" dirty="0"/>
          </a:p>
        </p:txBody>
      </p:sp>
      <p:sp>
        <p:nvSpPr>
          <p:cNvPr id="5" name="Fußzeilenplatzhalter">
            <a:extLst>
              <a:ext uri="{FF2B5EF4-FFF2-40B4-BE49-F238E27FC236}">
                <a16:creationId xmlns:a16="http://schemas.microsoft.com/office/drawing/2014/main" id="{2B767734-84E9-6BF6-9588-7AF0C0DEE648}"/>
              </a:ext>
            </a:extLst>
          </p:cNvPr>
          <p:cNvSpPr>
            <a:spLocks noGrp="1"/>
          </p:cNvSpPr>
          <p:nvPr>
            <p:ph type="ftr" sz="quarter" idx="3"/>
          </p:nvPr>
        </p:nvSpPr>
        <p:spPr bwMode="gray">
          <a:xfrm>
            <a:off x="407987" y="6299296"/>
            <a:ext cx="9432925" cy="216000"/>
          </a:xfrm>
          <a:prstGeom prst="rect">
            <a:avLst/>
          </a:prstGeom>
        </p:spPr>
        <p:txBody>
          <a:bodyPr vert="horz" lIns="0" tIns="0" rIns="0" bIns="0" rtlCol="0" anchor="b" anchorCtr="0">
            <a:noAutofit/>
          </a:bodyPr>
          <a:lstStyle>
            <a:lvl1pPr algn="l">
              <a:defRPr sz="900">
                <a:solidFill>
                  <a:schemeClr val="tx1"/>
                </a:solidFill>
              </a:defRPr>
            </a:lvl1pPr>
          </a:lstStyle>
          <a:p>
            <a:r>
              <a:rPr lang="en-GB" dirty="0"/>
              <a:t>ZHAW School of Engineering | Institute | Document name</a:t>
            </a:r>
          </a:p>
        </p:txBody>
      </p:sp>
      <p:sp>
        <p:nvSpPr>
          <p:cNvPr id="3" name="Textplatzhalter 2">
            <a:extLst>
              <a:ext uri="{FF2B5EF4-FFF2-40B4-BE49-F238E27FC236}">
                <a16:creationId xmlns:a16="http://schemas.microsoft.com/office/drawing/2014/main" id="{F62201B2-0BB9-7D94-6A9F-AE2A7FC29B09}"/>
              </a:ext>
            </a:extLst>
          </p:cNvPr>
          <p:cNvSpPr>
            <a:spLocks noGrp="1"/>
          </p:cNvSpPr>
          <p:nvPr>
            <p:ph type="body" idx="1"/>
          </p:nvPr>
        </p:nvSpPr>
        <p:spPr bwMode="gray">
          <a:xfrm>
            <a:off x="408000" y="1566584"/>
            <a:ext cx="11376000" cy="4356000"/>
          </a:xfrm>
          <a:prstGeom prst="rect">
            <a:avLst/>
          </a:prstGeom>
        </p:spPr>
        <p:txBody>
          <a:bodyPr vert="horz" lIns="0" tIns="0" rIns="0" bIns="0" rtlCol="0">
            <a:noAutofit/>
          </a:bodyPr>
          <a:lstStyle/>
          <a:p>
            <a:pPr lvl="0"/>
            <a:r>
              <a:rPr lang="en-GB" dirty="0" err="1"/>
              <a:t>Mastertextformat</a:t>
            </a:r>
            <a:r>
              <a:rPr lang="en-GB" dirty="0"/>
              <a:t> </a:t>
            </a:r>
            <a:r>
              <a:rPr lang="en-GB" dirty="0" err="1"/>
              <a:t>bearbeiten</a:t>
            </a:r>
            <a:endParaRPr lang="en-GB" dirty="0"/>
          </a:p>
          <a:p>
            <a:pPr lvl="1"/>
            <a:r>
              <a:rPr lang="en-GB" dirty="0" err="1"/>
              <a:t>Zweite</a:t>
            </a:r>
            <a:r>
              <a:rPr lang="en-GB" dirty="0"/>
              <a:t> Ebene</a:t>
            </a:r>
          </a:p>
          <a:p>
            <a:pPr lvl="2"/>
            <a:r>
              <a:rPr lang="en-GB" dirty="0" err="1"/>
              <a:t>Dritte</a:t>
            </a:r>
            <a:r>
              <a:rPr lang="en-GB" dirty="0"/>
              <a:t> Ebene</a:t>
            </a:r>
          </a:p>
          <a:p>
            <a:pPr lvl="3"/>
            <a:r>
              <a:rPr lang="en-GB" dirty="0" err="1"/>
              <a:t>Vierte</a:t>
            </a:r>
            <a:r>
              <a:rPr lang="en-GB" dirty="0"/>
              <a:t> Ebene</a:t>
            </a:r>
          </a:p>
          <a:p>
            <a:pPr lvl="4"/>
            <a:r>
              <a:rPr lang="en-GB" dirty="0" err="1"/>
              <a:t>Fünfte</a:t>
            </a:r>
            <a:r>
              <a:rPr lang="en-GB" dirty="0"/>
              <a:t> Ebene</a:t>
            </a:r>
          </a:p>
          <a:p>
            <a:pPr lvl="5"/>
            <a:r>
              <a:rPr lang="en-GB" dirty="0" err="1"/>
              <a:t>Sechste</a:t>
            </a:r>
            <a:r>
              <a:rPr lang="en-GB" dirty="0"/>
              <a:t> Ebene</a:t>
            </a:r>
          </a:p>
          <a:p>
            <a:pPr lvl="6"/>
            <a:r>
              <a:rPr lang="en-GB" dirty="0" err="1"/>
              <a:t>Siebte</a:t>
            </a:r>
            <a:r>
              <a:rPr lang="en-GB" dirty="0"/>
              <a:t> Ebene</a:t>
            </a:r>
          </a:p>
          <a:p>
            <a:pPr lvl="7"/>
            <a:r>
              <a:rPr lang="en-GB" dirty="0" err="1"/>
              <a:t>Achte</a:t>
            </a:r>
            <a:r>
              <a:rPr lang="en-GB" dirty="0"/>
              <a:t> Ebene</a:t>
            </a:r>
          </a:p>
          <a:p>
            <a:pPr lvl="8"/>
            <a:r>
              <a:rPr lang="en-GB" dirty="0" err="1"/>
              <a:t>Neunte</a:t>
            </a:r>
            <a:r>
              <a:rPr lang="en-GB" dirty="0"/>
              <a:t> Ebene</a:t>
            </a:r>
          </a:p>
        </p:txBody>
      </p:sp>
      <p:sp>
        <p:nvSpPr>
          <p:cNvPr id="2" name="Titelplatzhalter 1">
            <a:extLst>
              <a:ext uri="{FF2B5EF4-FFF2-40B4-BE49-F238E27FC236}">
                <a16:creationId xmlns:a16="http://schemas.microsoft.com/office/drawing/2014/main" id="{20BAF2CF-97A2-2922-F12F-3A198496DD6F}"/>
              </a:ext>
            </a:extLst>
          </p:cNvPr>
          <p:cNvSpPr>
            <a:spLocks noGrp="1"/>
          </p:cNvSpPr>
          <p:nvPr>
            <p:ph type="title"/>
          </p:nvPr>
        </p:nvSpPr>
        <p:spPr bwMode="gray">
          <a:xfrm>
            <a:off x="407988" y="260350"/>
            <a:ext cx="11376026" cy="1080000"/>
          </a:xfrm>
          <a:prstGeom prst="rect">
            <a:avLst/>
          </a:prstGeom>
        </p:spPr>
        <p:txBody>
          <a:bodyPr vert="horz" lIns="0" tIns="0" rIns="0" bIns="0" rtlCol="0" anchor="t" anchorCtr="0">
            <a:noAutofit/>
          </a:bodyPr>
          <a:lstStyle/>
          <a:p>
            <a:r>
              <a:rPr lang="en-GB" dirty="0" err="1"/>
              <a:t>Mastertitelformat</a:t>
            </a:r>
            <a:r>
              <a:rPr lang="en-GB" dirty="0"/>
              <a:t> </a:t>
            </a:r>
            <a:r>
              <a:rPr lang="en-GB" dirty="0" err="1"/>
              <a:t>bearbeiten</a:t>
            </a:r>
            <a:endParaRPr lang="en-GB" dirty="0"/>
          </a:p>
        </p:txBody>
      </p:sp>
    </p:spTree>
    <p:extLst>
      <p:ext uri="{BB962C8B-B14F-4D97-AF65-F5344CB8AC3E}">
        <p14:creationId xmlns:p14="http://schemas.microsoft.com/office/powerpoint/2010/main" val="4047143430"/>
      </p:ext>
    </p:extLst>
  </p:cSld>
  <p:clrMap bg1="lt1" tx1="dk1" bg2="lt2" tx2="dk2" accent1="accent1" accent2="accent2" accent3="accent3" accent4="accent4" accent5="accent5" accent6="accent6" hlink="hlink" folHlink="folHlink"/>
  <p:sldLayoutIdLst>
    <p:sldLayoutId id="2147483672" r:id="rId1"/>
    <p:sldLayoutId id="2147483691" r:id="rId2"/>
    <p:sldLayoutId id="2147483733" r:id="rId3"/>
    <p:sldLayoutId id="2147483734" r:id="rId4"/>
    <p:sldLayoutId id="2147483737" r:id="rId5"/>
    <p:sldLayoutId id="2147483738" r:id="rId6"/>
    <p:sldLayoutId id="2147483739" r:id="rId7"/>
    <p:sldLayoutId id="2147483740" r:id="rId8"/>
    <p:sldLayoutId id="2147483741" r:id="rId9"/>
    <p:sldLayoutId id="2147483656" r:id="rId10"/>
    <p:sldLayoutId id="2147483675" r:id="rId11"/>
    <p:sldLayoutId id="2147483676" r:id="rId12"/>
    <p:sldLayoutId id="2147483657" r:id="rId13"/>
    <p:sldLayoutId id="2147483650" r:id="rId14"/>
    <p:sldLayoutId id="2147483679" r:id="rId15"/>
    <p:sldLayoutId id="2147483658" r:id="rId16"/>
    <p:sldLayoutId id="2147483659" r:id="rId17"/>
    <p:sldLayoutId id="2147483660" r:id="rId18"/>
    <p:sldLayoutId id="2147483661" r:id="rId19"/>
    <p:sldLayoutId id="2147483662" r:id="rId20"/>
    <p:sldLayoutId id="2147483663" r:id="rId21"/>
    <p:sldLayoutId id="2147483664" r:id="rId22"/>
    <p:sldLayoutId id="2147483665" r:id="rId23"/>
    <p:sldLayoutId id="2147483666" r:id="rId24"/>
    <p:sldLayoutId id="2147483680" r:id="rId25"/>
    <p:sldLayoutId id="2147483683" r:id="rId26"/>
    <p:sldLayoutId id="2147483747" r:id="rId27"/>
    <p:sldLayoutId id="2147483684" r:id="rId28"/>
    <p:sldLayoutId id="2147483685" r:id="rId29"/>
    <p:sldLayoutId id="2147483686" r:id="rId30"/>
    <p:sldLayoutId id="2147483673" r:id="rId31"/>
    <p:sldLayoutId id="2147483674" r:id="rId32"/>
    <p:sldLayoutId id="2147483654" r:id="rId33"/>
    <p:sldLayoutId id="2147483748" r:id="rId34"/>
    <p:sldLayoutId id="2147483681" r:id="rId35"/>
    <p:sldLayoutId id="2147483742" r:id="rId36"/>
    <p:sldLayoutId id="2147483743" r:id="rId37"/>
    <p:sldLayoutId id="2147483744" r:id="rId38"/>
    <p:sldLayoutId id="2147483745" r:id="rId39"/>
    <p:sldLayoutId id="2147483746" r:id="rId40"/>
    <p:sldLayoutId id="2147483655" r:id="rId41"/>
    <p:sldLayoutId id="2147483749" r:id="rId42"/>
    <p:sldLayoutId id="2147483682" r:id="rId43"/>
    <p:sldLayoutId id="2147483668" r:id="rId44"/>
    <p:sldLayoutId id="2147483677" r:id="rId45"/>
    <p:sldLayoutId id="2147483667" r:id="rId46"/>
    <p:sldLayoutId id="2147483678" r:id="rId47"/>
  </p:sldLayoutIdLst>
  <p:hf hdr="0" dt="0"/>
  <p:txStyles>
    <p:titleStyle>
      <a:lvl1pPr algn="l" defTabSz="914400" rtl="0" eaLnBrk="1" latinLnBrk="0" hangingPunct="1">
        <a:lnSpc>
          <a:spcPct val="100000"/>
        </a:lnSpc>
        <a:spcBef>
          <a:spcPct val="0"/>
        </a:spcBef>
        <a:buNone/>
        <a:defRPr sz="3500" kern="1200">
          <a:solidFill>
            <a:schemeClr val="tx1"/>
          </a:solidFill>
          <a:latin typeface="+mj-lt"/>
          <a:ea typeface="+mj-ea"/>
          <a:cs typeface="+mj-cs"/>
        </a:defRPr>
      </a:lvl1pPr>
    </p:titleStyle>
    <p:bodyStyle>
      <a:lvl1pPr marL="3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1pPr>
      <a:lvl2pPr marL="7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2pPr>
      <a:lvl3pPr marL="10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3pPr>
      <a:lvl4pPr marL="14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4pPr>
      <a:lvl5pPr marL="180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5pPr>
      <a:lvl6pPr marL="21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6pPr>
      <a:lvl7pPr marL="25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7pPr>
      <a:lvl8pPr marL="28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8pPr>
      <a:lvl9pPr marL="32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9pPr>
    </p:bodyStyle>
    <p:otherStyle>
      <a:defPPr>
        <a:defRPr lang="de-DE"/>
      </a:defPPr>
      <a:lvl1pPr marL="0" algn="l" defTabSz="914400" rtl="0" eaLnBrk="1" latinLnBrk="0" hangingPunct="1">
        <a:defRPr sz="2000" kern="1200">
          <a:solidFill>
            <a:schemeClr val="tx1"/>
          </a:solidFill>
          <a:latin typeface="+mn-lt"/>
          <a:ea typeface="+mn-ea"/>
          <a:cs typeface="+mn-cs"/>
        </a:defRPr>
      </a:lvl1pPr>
      <a:lvl2pPr marL="457200" algn="l" defTabSz="914400" rtl="0" eaLnBrk="1" latinLnBrk="0" hangingPunct="1">
        <a:defRPr sz="2000" kern="1200">
          <a:solidFill>
            <a:schemeClr val="tx1"/>
          </a:solidFill>
          <a:latin typeface="+mn-lt"/>
          <a:ea typeface="+mn-ea"/>
          <a:cs typeface="+mn-cs"/>
        </a:defRPr>
      </a:lvl2pPr>
      <a:lvl3pPr marL="914400" algn="l" defTabSz="914400" rtl="0" eaLnBrk="1" latinLnBrk="0" hangingPunct="1">
        <a:defRPr sz="2000" kern="1200">
          <a:solidFill>
            <a:schemeClr val="tx1"/>
          </a:solidFill>
          <a:latin typeface="+mn-lt"/>
          <a:ea typeface="+mn-ea"/>
          <a:cs typeface="+mn-cs"/>
        </a:defRPr>
      </a:lvl3pPr>
      <a:lvl4pPr marL="1371600" algn="l" defTabSz="914400" rtl="0" eaLnBrk="1" latinLnBrk="0" hangingPunct="1">
        <a:defRPr sz="2000" kern="1200">
          <a:solidFill>
            <a:schemeClr val="tx1"/>
          </a:solidFill>
          <a:latin typeface="+mn-lt"/>
          <a:ea typeface="+mn-ea"/>
          <a:cs typeface="+mn-cs"/>
        </a:defRPr>
      </a:lvl4pPr>
      <a:lvl5pPr marL="1828800" algn="l" defTabSz="914400" rtl="0" eaLnBrk="1" latinLnBrk="0" hangingPunct="1">
        <a:defRPr sz="2000" kern="1200">
          <a:solidFill>
            <a:schemeClr val="tx1"/>
          </a:solidFill>
          <a:latin typeface="+mn-lt"/>
          <a:ea typeface="+mn-ea"/>
          <a:cs typeface="+mn-cs"/>
        </a:defRPr>
      </a:lvl5pPr>
      <a:lvl6pPr marL="2286000" algn="l" defTabSz="914400" rtl="0" eaLnBrk="1" latinLnBrk="0" hangingPunct="1">
        <a:defRPr sz="2000" kern="1200">
          <a:solidFill>
            <a:schemeClr val="tx1"/>
          </a:solidFill>
          <a:latin typeface="+mn-lt"/>
          <a:ea typeface="+mn-ea"/>
          <a:cs typeface="+mn-cs"/>
        </a:defRPr>
      </a:lvl6pPr>
      <a:lvl7pPr marL="2743200" algn="l" defTabSz="914400" rtl="0" eaLnBrk="1" latinLnBrk="0" hangingPunct="1">
        <a:defRPr sz="2000" kern="1200">
          <a:solidFill>
            <a:schemeClr val="tx1"/>
          </a:solidFill>
          <a:latin typeface="+mn-lt"/>
          <a:ea typeface="+mn-ea"/>
          <a:cs typeface="+mn-cs"/>
        </a:defRPr>
      </a:lvl7pPr>
      <a:lvl8pPr marL="3200400" algn="l" defTabSz="914400" rtl="0" eaLnBrk="1" latinLnBrk="0" hangingPunct="1">
        <a:defRPr sz="2000" kern="1200">
          <a:solidFill>
            <a:schemeClr val="tx1"/>
          </a:solidFill>
          <a:latin typeface="+mn-lt"/>
          <a:ea typeface="+mn-ea"/>
          <a:cs typeface="+mn-cs"/>
        </a:defRPr>
      </a:lvl8pPr>
      <a:lvl9pPr marL="3657600" algn="l" defTabSz="914400" rtl="0" eaLnBrk="1" latinLnBrk="0" hangingPunct="1">
        <a:defRPr sz="20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749" userDrawn="1">
          <p15:clr>
            <a:srgbClr val="A4A3A4"/>
          </p15:clr>
        </p15:guide>
        <p15:guide id="4" pos="3931" userDrawn="1">
          <p15:clr>
            <a:srgbClr val="A4A3A4"/>
          </p15:clr>
        </p15:guide>
        <p15:guide id="5" pos="2706" userDrawn="1">
          <p15:clr>
            <a:srgbClr val="A4A3A4"/>
          </p15:clr>
        </p15:guide>
        <p15:guide id="6" pos="2525" userDrawn="1">
          <p15:clr>
            <a:srgbClr val="A4A3A4"/>
          </p15:clr>
        </p15:guide>
        <p15:guide id="7" pos="1481" userDrawn="1">
          <p15:clr>
            <a:srgbClr val="A4A3A4"/>
          </p15:clr>
        </p15:guide>
        <p15:guide id="8" pos="1300" userDrawn="1">
          <p15:clr>
            <a:srgbClr val="A4A3A4"/>
          </p15:clr>
        </p15:guide>
        <p15:guide id="9" pos="257" userDrawn="1">
          <p15:clr>
            <a:srgbClr val="F26B43"/>
          </p15:clr>
        </p15:guide>
        <p15:guide id="10" pos="4974" userDrawn="1">
          <p15:clr>
            <a:srgbClr val="A4A3A4"/>
          </p15:clr>
        </p15:guide>
        <p15:guide id="11" pos="5155" userDrawn="1">
          <p15:clr>
            <a:srgbClr val="A4A3A4"/>
          </p15:clr>
        </p15:guide>
        <p15:guide id="12" pos="6199" userDrawn="1">
          <p15:clr>
            <a:srgbClr val="A4A3A4"/>
          </p15:clr>
        </p15:guide>
        <p15:guide id="13" pos="6380" userDrawn="1">
          <p15:clr>
            <a:srgbClr val="A4A3A4"/>
          </p15:clr>
        </p15:guide>
        <p15:guide id="14" pos="7423" userDrawn="1">
          <p15:clr>
            <a:srgbClr val="F26B43"/>
          </p15:clr>
        </p15:guide>
        <p15:guide id="17" orient="horz" pos="3725" userDrawn="1">
          <p15:clr>
            <a:srgbClr val="F26B43"/>
          </p15:clr>
        </p15:guide>
        <p15:guide id="18" orient="horz" pos="1026" userDrawn="1">
          <p15:clr>
            <a:srgbClr val="F26B43"/>
          </p15:clr>
        </p15:guide>
        <p15:guide id="21" orient="horz" pos="164" userDrawn="1">
          <p15:clr>
            <a:srgbClr val="F26B43"/>
          </p15:clr>
        </p15:guide>
        <p15:guide id="23" orient="horz" pos="981" userDrawn="1">
          <p15:clr>
            <a:srgbClr val="F26B43"/>
          </p15:clr>
        </p15:guide>
        <p15:guide id="24" orient="horz" pos="4110" userDrawn="1">
          <p15:clr>
            <a:srgbClr val="F26B43"/>
          </p15:clr>
        </p15:guide>
        <p15:guide id="25"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2.xml"/><Relationship Id="rId7" Type="http://schemas.openxmlformats.org/officeDocument/2006/relationships/image" Target="../media/image10.png"/><Relationship Id="rId2" Type="http://schemas.microsoft.com/office/2007/relationships/media" Target="../media/media1.mp3"/><Relationship Id="rId1" Type="http://schemas.openxmlformats.org/officeDocument/2006/relationships/audio" Target="NULL" TargetMode="External"/><Relationship Id="rId6" Type="http://schemas.openxmlformats.org/officeDocument/2006/relationships/image" Target="../media/image9.jpeg"/><Relationship Id="rId5" Type="http://schemas.openxmlformats.org/officeDocument/2006/relationships/image" Target="../media/image8.jpeg"/><Relationship Id="rId4" Type="http://schemas.openxmlformats.org/officeDocument/2006/relationships/image" Target="../media/image7.jpeg"/></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2.xml"/><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9.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41.xml"/><Relationship Id="rId7" Type="http://schemas.openxmlformats.org/officeDocument/2006/relationships/image" Target="../media/image17.png"/><Relationship Id="rId2" Type="http://schemas.microsoft.com/office/2007/relationships/media" Target="../media/media2.wav"/><Relationship Id="rId1" Type="http://schemas.openxmlformats.org/officeDocument/2006/relationships/audio" Target="NULL" TargetMode="Externa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41.xml"/><Relationship Id="rId7" Type="http://schemas.openxmlformats.org/officeDocument/2006/relationships/image" Target="../media/image10.png"/><Relationship Id="rId2" Type="http://schemas.openxmlformats.org/officeDocument/2006/relationships/audio" Target="../media/media3.wav"/><Relationship Id="rId1" Type="http://schemas.microsoft.com/office/2007/relationships/media" Target="../media/media3.wav"/><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1.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41.xml"/><Relationship Id="rId5" Type="http://schemas.openxmlformats.org/officeDocument/2006/relationships/image" Target="../media/image2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4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366C"/>
        </a:solidFill>
        <a:effectLst/>
      </p:bgPr>
    </p:bg>
    <p:spTree>
      <p:nvGrpSpPr>
        <p:cNvPr id="1" name="">
          <a:extLst>
            <a:ext uri="{FF2B5EF4-FFF2-40B4-BE49-F238E27FC236}">
              <a16:creationId xmlns:a16="http://schemas.microsoft.com/office/drawing/2014/main" id="{D92C42C0-99CA-4DBC-C131-5A432C6FE3D3}"/>
            </a:ext>
          </a:extLst>
        </p:cNvPr>
        <p:cNvGrpSpPr/>
        <p:nvPr/>
      </p:nvGrpSpPr>
      <p:grpSpPr>
        <a:xfrm>
          <a:off x="0" y="0"/>
          <a:ext cx="0" cy="0"/>
          <a:chOff x="0" y="0"/>
          <a:chExt cx="0" cy="0"/>
        </a:xfrm>
      </p:grpSpPr>
      <p:pic>
        <p:nvPicPr>
          <p:cNvPr id="10" name="Bildplatzhalter 9">
            <a:extLst>
              <a:ext uri="{FF2B5EF4-FFF2-40B4-BE49-F238E27FC236}">
                <a16:creationId xmlns:a16="http://schemas.microsoft.com/office/drawing/2014/main" id="{FFE83210-6BBC-50AD-5F1A-51E4E24C5B02}"/>
              </a:ext>
              <a:ext uri="{C183D7F6-B498-43B3-948B-1728B52AA6E4}">
                <adec:decorative xmlns:adec="http://schemas.microsoft.com/office/drawing/2017/decorative" val="1"/>
              </a:ext>
            </a:extLst>
          </p:cNvPr>
          <p:cNvPicPr>
            <a:picLocks noGrp="1" noChangeAspect="1"/>
          </p:cNvPicPr>
          <p:nvPr>
            <p:ph type="pic" sz="quarter" idx="14"/>
          </p:nvPr>
        </p:nvPicPr>
        <p:blipFill>
          <a:blip r:embed="rId3" cstate="screen">
            <a:alphaModFix/>
            <a:extLst>
              <a:ext uri="{BEBA8EAE-BF5A-486C-A8C5-ECC9F3942E4B}">
                <a14:imgProps xmlns:a14="http://schemas.microsoft.com/office/drawing/2010/main">
                  <a14:imgLayer r:embed="rId4">
                    <a14:imgEffect>
                      <a14:colorTemperature colorTemp="4700"/>
                    </a14:imgEffect>
                  </a14:imgLayer>
                </a14:imgProps>
              </a:ext>
              <a:ext uri="{28A0092B-C50C-407E-A947-70E740481C1C}">
                <a14:useLocalDpi xmlns:a14="http://schemas.microsoft.com/office/drawing/2010/main"/>
              </a:ext>
            </a:extLst>
          </a:blip>
          <a:srcRect t="29881" b="29881"/>
          <a:stretch/>
        </p:blipFill>
        <p:spPr>
          <a:xfrm>
            <a:off x="0" y="-1"/>
            <a:ext cx="12192000" cy="3429001"/>
          </a:xfrm>
        </p:spPr>
      </p:pic>
      <p:sp>
        <p:nvSpPr>
          <p:cNvPr id="6" name="Titel 5">
            <a:extLst>
              <a:ext uri="{FF2B5EF4-FFF2-40B4-BE49-F238E27FC236}">
                <a16:creationId xmlns:a16="http://schemas.microsoft.com/office/drawing/2014/main" id="{207E6983-797A-3B7A-2E01-4F69435AAD07}"/>
              </a:ext>
            </a:extLst>
          </p:cNvPr>
          <p:cNvSpPr>
            <a:spLocks noGrp="1"/>
          </p:cNvSpPr>
          <p:nvPr>
            <p:ph type="ctrTitle"/>
          </p:nvPr>
        </p:nvSpPr>
        <p:spPr>
          <a:xfrm>
            <a:off x="1677221" y="2567455"/>
            <a:ext cx="8837558" cy="1723089"/>
          </a:xfrm>
          <a:solidFill>
            <a:srgbClr val="9ADCF6"/>
          </a:solidFill>
        </p:spPr>
        <p:txBody>
          <a:bodyPr/>
          <a:lstStyle/>
          <a:p>
            <a:r>
              <a:rPr lang="en-GB" noProof="0" dirty="0"/>
              <a:t>Contactless Radar-Based</a:t>
            </a:r>
            <a:br>
              <a:rPr lang="en-GB" noProof="0" dirty="0"/>
            </a:br>
            <a:r>
              <a:rPr lang="en-GB" noProof="0" dirty="0"/>
              <a:t>Heart Rate Monitoring Device</a:t>
            </a:r>
          </a:p>
        </p:txBody>
      </p:sp>
      <p:sp>
        <p:nvSpPr>
          <p:cNvPr id="3" name="Untertitel 2">
            <a:extLst>
              <a:ext uri="{FF2B5EF4-FFF2-40B4-BE49-F238E27FC236}">
                <a16:creationId xmlns:a16="http://schemas.microsoft.com/office/drawing/2014/main" id="{CA6F0466-822F-7130-07B4-CDB4E3D12803}"/>
              </a:ext>
            </a:extLst>
          </p:cNvPr>
          <p:cNvSpPr>
            <a:spLocks noGrp="1"/>
          </p:cNvSpPr>
          <p:nvPr>
            <p:ph type="subTitle" idx="1"/>
          </p:nvPr>
        </p:nvSpPr>
        <p:spPr>
          <a:xfrm>
            <a:off x="1677221" y="5867400"/>
            <a:ext cx="4500562" cy="571247"/>
          </a:xfrm>
        </p:spPr>
        <p:txBody>
          <a:bodyPr anchor="t"/>
          <a:lstStyle/>
          <a:p>
            <a:r>
              <a:rPr lang="en-GB" noProof="0" dirty="0"/>
              <a:t>ZHAW PM4 Electronics Project</a:t>
            </a:r>
          </a:p>
          <a:p>
            <a:r>
              <a:rPr lang="en-GB" dirty="0"/>
              <a:t>16.05.2026</a:t>
            </a:r>
            <a:r>
              <a:rPr lang="en-GB" noProof="0" dirty="0"/>
              <a:t> | B. </a:t>
            </a:r>
            <a:r>
              <a:rPr lang="en-GB" dirty="0"/>
              <a:t>Grebnevs, T. Perri</a:t>
            </a:r>
            <a:endParaRPr lang="en-GB" noProof="0" dirty="0"/>
          </a:p>
        </p:txBody>
      </p:sp>
      <p:sp>
        <p:nvSpPr>
          <p:cNvPr id="16" name="Textplatzhalter 15" descr="zhaw">
            <a:extLst>
              <a:ext uri="{FF2B5EF4-FFF2-40B4-BE49-F238E27FC236}">
                <a16:creationId xmlns:a16="http://schemas.microsoft.com/office/drawing/2014/main" id="{E3FA158D-8D6F-436C-B319-86792D26520A}"/>
              </a:ext>
            </a:extLst>
          </p:cNvPr>
          <p:cNvSpPr>
            <a:spLocks noGrp="1"/>
          </p:cNvSpPr>
          <p:nvPr>
            <p:ph type="body" sz="quarter" idx="18"/>
          </p:nvPr>
        </p:nvSpPr>
        <p:spPr/>
        <p:txBody>
          <a:bodyPr/>
          <a:lstStyle/>
          <a:p>
            <a:endParaRPr lang="en-GB" noProof="0" dirty="0"/>
          </a:p>
        </p:txBody>
      </p:sp>
      <p:sp>
        <p:nvSpPr>
          <p:cNvPr id="4" name="Textplatzhalter 3">
            <a:extLst>
              <a:ext uri="{FF2B5EF4-FFF2-40B4-BE49-F238E27FC236}">
                <a16:creationId xmlns:a16="http://schemas.microsoft.com/office/drawing/2014/main" id="{63944BA2-5F19-0B6F-72E1-58342606CF4B}"/>
              </a:ext>
            </a:extLst>
          </p:cNvPr>
          <p:cNvSpPr>
            <a:spLocks noGrp="1"/>
          </p:cNvSpPr>
          <p:nvPr>
            <p:ph type="body" sz="quarter" idx="16"/>
          </p:nvPr>
        </p:nvSpPr>
        <p:spPr>
          <a:xfrm>
            <a:off x="6240464" y="512613"/>
            <a:ext cx="5543550" cy="324000"/>
          </a:xfrm>
        </p:spPr>
        <p:txBody>
          <a:bodyPr/>
          <a:lstStyle/>
          <a:p>
            <a:r>
              <a:rPr lang="en-GB" noProof="0" dirty="0"/>
              <a:t>School of Engineering</a:t>
            </a:r>
          </a:p>
        </p:txBody>
      </p:sp>
    </p:spTree>
    <p:extLst>
      <p:ext uri="{BB962C8B-B14F-4D97-AF65-F5344CB8AC3E}">
        <p14:creationId xmlns:p14="http://schemas.microsoft.com/office/powerpoint/2010/main" val="1759267428"/>
      </p:ext>
    </p:extLst>
  </p:cSld>
  <p:clrMapOvr>
    <a:masterClrMapping/>
  </p:clrMapOvr>
  <mc:AlternateContent xmlns:mc="http://schemas.openxmlformats.org/markup-compatibility/2006" xmlns:p14="http://schemas.microsoft.com/office/powerpoint/2010/main">
    <mc:Choice Requires="p14">
      <p:transition p14:dur="10" advClick="0" advTm="6000"/>
    </mc:Choice>
    <mc:Fallback xmlns="">
      <p:transition advClick="0" advTm="6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2F1E5-87D1-9226-0699-C123F63B8C8E}"/>
            </a:ext>
          </a:extLst>
        </p:cNvPr>
        <p:cNvGrpSpPr/>
        <p:nvPr/>
      </p:nvGrpSpPr>
      <p:grpSpPr>
        <a:xfrm>
          <a:off x="0" y="0"/>
          <a:ext cx="0" cy="0"/>
          <a:chOff x="0" y="0"/>
          <a:chExt cx="0" cy="0"/>
        </a:xfrm>
      </p:grpSpPr>
      <p:pic>
        <p:nvPicPr>
          <p:cNvPr id="30" name="Picture 29" descr="ECG Test: What It Reveals About Your Heart - Blanket Health - Broward ...">
            <a:extLst>
              <a:ext uri="{FF2B5EF4-FFF2-40B4-BE49-F238E27FC236}">
                <a16:creationId xmlns:a16="http://schemas.microsoft.com/office/drawing/2014/main" id="{322C4426-0129-94C1-505A-91C3159D44A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1441" t="85" r="29404" b="-85"/>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29" name="Picture 28" descr="Best Heart Rate Monitors for Running of 2024 - iRunFar">
            <a:extLst>
              <a:ext uri="{FF2B5EF4-FFF2-40B4-BE49-F238E27FC236}">
                <a16:creationId xmlns:a16="http://schemas.microsoft.com/office/drawing/2014/main" id="{6F4D0B0E-9EF6-46E3-CC2E-0B7C6723F56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32897" t="-116" r="20563" b="7746"/>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35" name="Picture 34" descr="How to lower your resting heart rate - Harvard Health">
            <a:extLst>
              <a:ext uri="{FF2B5EF4-FFF2-40B4-BE49-F238E27FC236}">
                <a16:creationId xmlns:a16="http://schemas.microsoft.com/office/drawing/2014/main" id="{55973E6D-5F15-C5F3-50A6-9CEED5491B85}"/>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6590" t="-42" r="23015" b="84"/>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10" name="Title 9">
            <a:extLst>
              <a:ext uri="{FF2B5EF4-FFF2-40B4-BE49-F238E27FC236}">
                <a16:creationId xmlns:a16="http://schemas.microsoft.com/office/drawing/2014/main" id="{7B193541-DDF8-54C5-B3E7-57A1B3F87E7E}"/>
              </a:ext>
            </a:extLst>
          </p:cNvPr>
          <p:cNvSpPr>
            <a:spLocks noGrp="1"/>
          </p:cNvSpPr>
          <p:nvPr>
            <p:ph type="title"/>
          </p:nvPr>
        </p:nvSpPr>
        <p:spPr>
          <a:xfrm>
            <a:off x="0" y="5065995"/>
            <a:ext cx="12192000" cy="900000"/>
          </a:xfrm>
          <a:solidFill>
            <a:srgbClr val="FFFFFF">
              <a:alpha val="80000"/>
            </a:srgbClr>
          </a:solidFill>
        </p:spPr>
        <p:txBody>
          <a:bodyPr lIns="360000" anchor="ctr" anchorCtr="0"/>
          <a:lstStyle/>
          <a:p>
            <a:pPr marL="179388"/>
            <a:r>
              <a:rPr lang="en-GB" sz="3200" b="1" dirty="0">
                <a:solidFill>
                  <a:srgbClr val="05366C"/>
                </a:solidFill>
              </a:rPr>
              <a:t>Heart </a:t>
            </a:r>
            <a:r>
              <a:rPr lang="en-GB" sz="3200" b="1" dirty="0">
                <a:solidFill>
                  <a:srgbClr val="05366C"/>
                </a:solidFill>
                <a:latin typeface="+mn-lt"/>
              </a:rPr>
              <a:t>rate</a:t>
            </a:r>
            <a:r>
              <a:rPr lang="en-GB" sz="3200" b="1" dirty="0">
                <a:solidFill>
                  <a:srgbClr val="05366C"/>
                </a:solidFill>
              </a:rPr>
              <a:t>. Still contact-based</a:t>
            </a:r>
            <a:endParaRPr lang="LID4096" sz="3200" b="1" dirty="0">
              <a:solidFill>
                <a:srgbClr val="05366C"/>
              </a:solidFill>
            </a:endParaRPr>
          </a:p>
        </p:txBody>
      </p:sp>
      <p:sp>
        <p:nvSpPr>
          <p:cNvPr id="2" name="Slide Number Placeholder 1">
            <a:extLst>
              <a:ext uri="{FF2B5EF4-FFF2-40B4-BE49-F238E27FC236}">
                <a16:creationId xmlns:a16="http://schemas.microsoft.com/office/drawing/2014/main" id="{DB474431-84AC-86A6-9A23-9C191B1770E2}"/>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2</a:t>
            </a:r>
          </a:p>
        </p:txBody>
      </p:sp>
      <p:pic>
        <p:nvPicPr>
          <p:cNvPr id="3" name="02-04">
            <a:hlinkClick r:id="" action="ppaction://media"/>
            <a:extLst>
              <a:ext uri="{FF2B5EF4-FFF2-40B4-BE49-F238E27FC236}">
                <a16:creationId xmlns:a16="http://schemas.microsoft.com/office/drawing/2014/main" id="{36419D4E-3BDE-0FE6-33EE-BD5401485333}"/>
              </a:ext>
            </a:extLst>
          </p:cNvPr>
          <p:cNvPicPr>
            <a:picLocks noChangeAspect="1"/>
          </p:cNvPicPr>
          <p:nvPr>
            <a:audioFile r:link="rId1"/>
            <p:extLst>
              <p:ext uri="{DAA4B4D4-6D71-4841-9C94-3DE7FCFB9230}">
                <p14:media xmlns:p14="http://schemas.microsoft.com/office/powerpoint/2010/main" r:embed="rId2">
                  <p14:trim st="600"/>
                </p14:media>
              </p:ext>
            </p:extLst>
          </p:nvPr>
        </p:nvPicPr>
        <p:blipFill>
          <a:blip r:embed="rId7"/>
          <a:stretch>
            <a:fillRect/>
          </a:stretch>
        </p:blipFill>
        <p:spPr>
          <a:xfrm>
            <a:off x="11785600" y="6191250"/>
            <a:ext cx="406400" cy="406400"/>
          </a:xfrm>
          <a:prstGeom prst="rect">
            <a:avLst/>
          </a:prstGeom>
        </p:spPr>
      </p:pic>
    </p:spTree>
    <p:extLst>
      <p:ext uri="{BB962C8B-B14F-4D97-AF65-F5344CB8AC3E}">
        <p14:creationId xmlns:p14="http://schemas.microsoft.com/office/powerpoint/2010/main" val="1531541489"/>
      </p:ext>
    </p:extLst>
  </p:cSld>
  <p:clrMapOvr>
    <a:masterClrMapping/>
  </p:clrMapOvr>
  <mc:AlternateContent xmlns:mc="http://schemas.openxmlformats.org/markup-compatibility/2006" xmlns:p14="http://schemas.microsoft.com/office/powerpoint/2010/main">
    <mc:Choice Requires="p14">
      <p:transition spd="slow" p14:dur="1500" advClick="0" advTm="0">
        <p:fade thruBlk="1"/>
      </p:transition>
    </mc:Choice>
    <mc:Fallback xmlns="">
      <p:transition spd="slow" advClick="0" advTm="0">
        <p:fade thruBlk="1"/>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3"/>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369B-C77B-C232-C211-2B02DDB28BFD}"/>
            </a:ext>
          </a:extLst>
        </p:cNvPr>
        <p:cNvGrpSpPr/>
        <p:nvPr/>
      </p:nvGrpSpPr>
      <p:grpSpPr>
        <a:xfrm>
          <a:off x="0" y="0"/>
          <a:ext cx="0" cy="0"/>
          <a:chOff x="0" y="0"/>
          <a:chExt cx="0" cy="0"/>
        </a:xfrm>
      </p:grpSpPr>
      <p:pic>
        <p:nvPicPr>
          <p:cNvPr id="30" name="Picture 29" descr="ECG Test: What It Reveals About Your Heart - Blanket Health - Broward ...">
            <a:extLst>
              <a:ext uri="{FF2B5EF4-FFF2-40B4-BE49-F238E27FC236}">
                <a16:creationId xmlns:a16="http://schemas.microsoft.com/office/drawing/2014/main" id="{7EE90D5B-BE6B-BE94-26E0-DCC0ABB2D26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237" r="15608"/>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29" name="Picture 28" descr="Best Heart Rate Monitors for Running of 2024 - iRunFar">
            <a:extLst>
              <a:ext uri="{FF2B5EF4-FFF2-40B4-BE49-F238E27FC236}">
                <a16:creationId xmlns:a16="http://schemas.microsoft.com/office/drawing/2014/main" id="{DFAE3719-3254-B361-95FE-EF6AF27FD56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014" r="6446" b="7630"/>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35" name="Picture 34" descr="How to lower your resting heart rate - Harvard Health">
            <a:extLst>
              <a:ext uri="{FF2B5EF4-FFF2-40B4-BE49-F238E27FC236}">
                <a16:creationId xmlns:a16="http://schemas.microsoft.com/office/drawing/2014/main" id="{BB332102-8068-6B42-D351-9107CD80611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0280" r="9325" b="42"/>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5" name="Title 9">
            <a:extLst>
              <a:ext uri="{FF2B5EF4-FFF2-40B4-BE49-F238E27FC236}">
                <a16:creationId xmlns:a16="http://schemas.microsoft.com/office/drawing/2014/main" id="{E3F3A59B-72DB-4904-98AC-315B78265540}"/>
              </a:ext>
            </a:extLst>
          </p:cNvPr>
          <p:cNvSpPr>
            <a:spLocks noGrp="1"/>
          </p:cNvSpPr>
          <p:nvPr>
            <p:ph type="title"/>
          </p:nvPr>
        </p:nvSpPr>
        <p:spPr>
          <a:xfrm>
            <a:off x="0" y="5065995"/>
            <a:ext cx="12192000" cy="900000"/>
          </a:xfrm>
          <a:solidFill>
            <a:srgbClr val="FFFFFF">
              <a:alpha val="80000"/>
            </a:srgbClr>
          </a:solidFill>
        </p:spPr>
        <p:txBody>
          <a:bodyPr lIns="360000" anchor="ctr" anchorCtr="0"/>
          <a:lstStyle/>
          <a:p>
            <a:pPr marL="179388"/>
            <a:r>
              <a:rPr lang="en-GB" sz="3200" b="1" dirty="0">
                <a:solidFill>
                  <a:srgbClr val="05366C"/>
                </a:solidFill>
              </a:rPr>
              <a:t>Heart </a:t>
            </a:r>
            <a:r>
              <a:rPr lang="en-GB" sz="3200" b="1" dirty="0">
                <a:solidFill>
                  <a:srgbClr val="05366C"/>
                </a:solidFill>
                <a:latin typeface="+mn-lt"/>
              </a:rPr>
              <a:t>rate</a:t>
            </a:r>
            <a:r>
              <a:rPr lang="en-GB" sz="3200" b="1" dirty="0">
                <a:solidFill>
                  <a:srgbClr val="05366C"/>
                </a:solidFill>
              </a:rPr>
              <a:t>. Still contact-based</a:t>
            </a:r>
            <a:endParaRPr lang="LID4096" sz="3200" b="1" dirty="0">
              <a:solidFill>
                <a:srgbClr val="05366C"/>
              </a:solidFill>
            </a:endParaRPr>
          </a:p>
        </p:txBody>
      </p:sp>
      <p:sp>
        <p:nvSpPr>
          <p:cNvPr id="8" name="Slide Number Placeholder 1">
            <a:extLst>
              <a:ext uri="{FF2B5EF4-FFF2-40B4-BE49-F238E27FC236}">
                <a16:creationId xmlns:a16="http://schemas.microsoft.com/office/drawing/2014/main" id="{DB004DF3-EFE5-5114-4FC9-C7AFF2B516D1}"/>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2</a:t>
            </a:r>
          </a:p>
        </p:txBody>
      </p:sp>
    </p:spTree>
    <p:extLst>
      <p:ext uri="{BB962C8B-B14F-4D97-AF65-F5344CB8AC3E}">
        <p14:creationId xmlns:p14="http://schemas.microsoft.com/office/powerpoint/2010/main" val="19993754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0" advClick="0" advTm="0">
        <p159:morph option="byObject"/>
      </p:transition>
    </mc:Choice>
    <mc:Fallback>
      <p:transition spd="slow" advClick="0" advTm="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1E15D-8476-BE70-33CA-12C60D634A9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E79FE65D-8F80-87DF-E753-D81F3EA55F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040" t="-42" r="28730" b="42"/>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3A9B96F6-7B56-F519-A871-26B81F449D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84" r="39632"/>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F33032A4-EEC7-3946-FA57-C25795E6645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33382"/>
          <a:stretch>
            <a:fillRect/>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5" name="Text Placeholder 5">
            <a:extLst>
              <a:ext uri="{FF2B5EF4-FFF2-40B4-BE49-F238E27FC236}">
                <a16:creationId xmlns:a16="http://schemas.microsoft.com/office/drawing/2014/main" id="{E88FA0CD-B61C-C662-0D58-1A7FCD5A766B}"/>
              </a:ext>
            </a:extLst>
          </p:cNvPr>
          <p:cNvSpPr txBox="1">
            <a:spLocks/>
          </p:cNvSpPr>
          <p:nvPr/>
        </p:nvSpPr>
        <p:spPr bwMode="gray">
          <a:xfrm>
            <a:off x="0" y="3628186"/>
            <a:ext cx="12192000" cy="2520000"/>
          </a:xfrm>
          <a:prstGeom prst="rect">
            <a:avLst/>
          </a:prstGeom>
          <a:solidFill>
            <a:srgbClr val="FFFFFF">
              <a:alpha val="80000"/>
            </a:srgbClr>
          </a:solidFill>
        </p:spPr>
        <p:txBody>
          <a:bodyPr vert="horz" lIns="0" tIns="0" rIns="0" bIns="0" rtlCol="0" anchor="ctr">
            <a:noAutofit/>
          </a:bodyPr>
          <a:lstStyle>
            <a:lvl1pPr marL="3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1pPr>
            <a:lvl2pPr marL="7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2pPr>
            <a:lvl3pPr marL="10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3pPr>
            <a:lvl4pPr marL="14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4pPr>
            <a:lvl5pPr marL="180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5pPr>
            <a:lvl6pPr marL="21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6pPr>
            <a:lvl7pPr marL="25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7pPr>
            <a:lvl8pPr marL="28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8pPr>
            <a:lvl9pPr marL="32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9pPr>
          </a:lstStyle>
          <a:p>
            <a:pPr marL="985838" indent="-358775">
              <a:buFont typeface="Arial" panose="020B0604020202020204" pitchFamily="34" charset="0"/>
              <a:buNone/>
            </a:pPr>
            <a:endParaRPr lang="LID4096" sz="3200" b="1" dirty="0">
              <a:solidFill>
                <a:srgbClr val="05366C"/>
              </a:solidFill>
            </a:endParaRPr>
          </a:p>
        </p:txBody>
      </p:sp>
      <p:sp>
        <p:nvSpPr>
          <p:cNvPr id="11" name="Slide Number Placeholder 1">
            <a:extLst>
              <a:ext uri="{FF2B5EF4-FFF2-40B4-BE49-F238E27FC236}">
                <a16:creationId xmlns:a16="http://schemas.microsoft.com/office/drawing/2014/main" id="{0D3FFF53-7975-67A4-203A-BF016DD62B4F}"/>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3</a:t>
            </a:r>
          </a:p>
        </p:txBody>
      </p:sp>
    </p:spTree>
    <p:extLst>
      <p:ext uri="{BB962C8B-B14F-4D97-AF65-F5344CB8AC3E}">
        <p14:creationId xmlns:p14="http://schemas.microsoft.com/office/powerpoint/2010/main" val="503518565"/>
      </p:ext>
    </p:extLst>
  </p:cSld>
  <p:clrMapOvr>
    <a:masterClrMapping/>
  </p:clrMapOvr>
  <mc:AlternateContent xmlns:mc="http://schemas.openxmlformats.org/markup-compatibility/2006" xmlns:p14="http://schemas.microsoft.com/office/powerpoint/2010/main">
    <mc:Choice Requires="p14">
      <p:transition spd="med" p14:dur="700" advClick="0" advTm="0">
        <p:fade/>
      </p:transition>
    </mc:Choice>
    <mc:Fallback xmlns="">
      <p:transition spd="med" advClick="0" advTm="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951F7-4013-699E-3A96-F027E8A9FC11}"/>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9801638-C8F4-982A-2776-2058904F2F6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5349" t="85" r="13421" b="-85"/>
          <a:stretch>
            <a:fillRect/>
          </a:stretch>
        </p:blipFill>
        <p:spPr bwMode="auto">
          <a:xfrm>
            <a:off x="7523269" y="262998"/>
            <a:ext cx="4668731" cy="6332003"/>
          </a:xfrm>
          <a:custGeom>
            <a:avLst/>
            <a:gdLst>
              <a:gd name="csX0" fmla="*/ 1077731 w 4668731"/>
              <a:gd name="csY0" fmla="*/ 0 h 6332003"/>
              <a:gd name="csX1" fmla="*/ 4668731 w 4668731"/>
              <a:gd name="csY1" fmla="*/ 0 h 6332003"/>
              <a:gd name="csX2" fmla="*/ 3472732 w 4668731"/>
              <a:gd name="csY2" fmla="*/ 6332003 h 6332003"/>
              <a:gd name="csX3" fmla="*/ 0 w 4668731"/>
              <a:gd name="csY3" fmla="*/ 6332003 h 6332003"/>
              <a:gd name="csX4" fmla="*/ 0 w 4668731"/>
              <a:gd name="csY4" fmla="*/ 5705852 h 6332003"/>
            </a:gdLst>
            <a:ahLst/>
            <a:cxnLst>
              <a:cxn ang="0">
                <a:pos x="csX0" y="csY0"/>
              </a:cxn>
              <a:cxn ang="0">
                <a:pos x="csX1" y="csY1"/>
              </a:cxn>
              <a:cxn ang="0">
                <a:pos x="csX2" y="csY2"/>
              </a:cxn>
              <a:cxn ang="0">
                <a:pos x="csX3" y="csY3"/>
              </a:cxn>
              <a:cxn ang="0">
                <a:pos x="csX4" y="csY4"/>
              </a:cxn>
            </a:cxnLst>
            <a:rect l="l" t="t" r="r" b="b"/>
            <a:pathLst>
              <a:path w="4668731" h="6332003">
                <a:moveTo>
                  <a:pt x="1077731" y="0"/>
                </a:moveTo>
                <a:lnTo>
                  <a:pt x="4668731" y="0"/>
                </a:lnTo>
                <a:lnTo>
                  <a:pt x="3472732" y="6332003"/>
                </a:lnTo>
                <a:lnTo>
                  <a:pt x="0" y="6332003"/>
                </a:lnTo>
                <a:lnTo>
                  <a:pt x="0" y="5705852"/>
                </a:lnTo>
                <a:close/>
              </a:path>
            </a:pathLst>
          </a:custGeom>
          <a:noFill/>
          <a:extLst>
            <a:ext uri="{909E8E84-426E-40DD-AFC4-6F175D3DCCD1}">
              <a14:hiddenFill xmlns:a14="http://schemas.microsoft.com/office/drawing/2010/main">
                <a:solidFill>
                  <a:srgbClr val="FFFFFF"/>
                </a:solidFill>
              </a14:hiddenFill>
            </a:ext>
          </a:extLst>
        </p:spPr>
      </p:pic>
      <p:pic>
        <p:nvPicPr>
          <p:cNvPr id="9" name="Picture 8">
            <a:extLst>
              <a:ext uri="{FF2B5EF4-FFF2-40B4-BE49-F238E27FC236}">
                <a16:creationId xmlns:a16="http://schemas.microsoft.com/office/drawing/2014/main" id="{67D86A86-E6C0-6011-01B9-E278D898744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1237" t="-126" r="18879" b="126"/>
          <a:stretch>
            <a:fillRect/>
          </a:stretch>
        </p:blipFill>
        <p:spPr bwMode="auto">
          <a:xfrm>
            <a:off x="3702252" y="260349"/>
            <a:ext cx="4787495" cy="6334626"/>
          </a:xfrm>
          <a:custGeom>
            <a:avLst/>
            <a:gdLst>
              <a:gd name="csX0" fmla="*/ 1196495 w 4787495"/>
              <a:gd name="csY0" fmla="*/ 0 h 6334626"/>
              <a:gd name="csX1" fmla="*/ 4787495 w 4787495"/>
              <a:gd name="csY1" fmla="*/ 0 h 6334626"/>
              <a:gd name="csX2" fmla="*/ 3591000 w 4787495"/>
              <a:gd name="csY2" fmla="*/ 6334626 h 6334626"/>
              <a:gd name="csX3" fmla="*/ 0 w 4787495"/>
              <a:gd name="csY3" fmla="*/ 6334626 h 6334626"/>
            </a:gdLst>
            <a:ahLst/>
            <a:cxnLst>
              <a:cxn ang="0">
                <a:pos x="csX0" y="csY0"/>
              </a:cxn>
              <a:cxn ang="0">
                <a:pos x="csX1" y="csY1"/>
              </a:cxn>
              <a:cxn ang="0">
                <a:pos x="csX2" y="csY2"/>
              </a:cxn>
              <a:cxn ang="0">
                <a:pos x="csX3" y="csY3"/>
              </a:cxn>
            </a:cxnLst>
            <a:rect l="l" t="t" r="r" b="b"/>
            <a:pathLst>
              <a:path w="4787495" h="6334626">
                <a:moveTo>
                  <a:pt x="1196495" y="0"/>
                </a:moveTo>
                <a:lnTo>
                  <a:pt x="4787495" y="0"/>
                </a:lnTo>
                <a:lnTo>
                  <a:pt x="3591000" y="6334626"/>
                </a:lnTo>
                <a:lnTo>
                  <a:pt x="0" y="6334626"/>
                </a:lnTo>
                <a:close/>
              </a:path>
            </a:pathLst>
          </a:cu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33AC8962-3AD4-2BC7-EC37-1C607BFC89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16691" r="16691"/>
          <a:stretch/>
        </p:blipFill>
        <p:spPr bwMode="auto">
          <a:xfrm>
            <a:off x="-1" y="260323"/>
            <a:ext cx="4786494" cy="6329325"/>
          </a:xfrm>
          <a:custGeom>
            <a:avLst/>
            <a:gdLst>
              <a:gd name="csX0" fmla="*/ 1195494 w 4786494"/>
              <a:gd name="csY0" fmla="*/ 0 h 6329325"/>
              <a:gd name="csX1" fmla="*/ 4786494 w 4786494"/>
              <a:gd name="csY1" fmla="*/ 0 h 6329325"/>
              <a:gd name="csX2" fmla="*/ 3591000 w 4786494"/>
              <a:gd name="csY2" fmla="*/ 6329325 h 6329325"/>
              <a:gd name="csX3" fmla="*/ 0 w 4786494"/>
              <a:gd name="csY3" fmla="*/ 6329325 h 6329325"/>
            </a:gdLst>
            <a:ahLst/>
            <a:cxnLst>
              <a:cxn ang="0">
                <a:pos x="csX0" y="csY0"/>
              </a:cxn>
              <a:cxn ang="0">
                <a:pos x="csX1" y="csY1"/>
              </a:cxn>
              <a:cxn ang="0">
                <a:pos x="csX2" y="csY2"/>
              </a:cxn>
              <a:cxn ang="0">
                <a:pos x="csX3" y="csY3"/>
              </a:cxn>
            </a:cxnLst>
            <a:rect l="l" t="t" r="r" b="b"/>
            <a:pathLst>
              <a:path w="4786494" h="6329325">
                <a:moveTo>
                  <a:pt x="1195494" y="0"/>
                </a:moveTo>
                <a:lnTo>
                  <a:pt x="4786494" y="0"/>
                </a:lnTo>
                <a:lnTo>
                  <a:pt x="3591000" y="6329325"/>
                </a:lnTo>
                <a:lnTo>
                  <a:pt x="0" y="6329325"/>
                </a:lnTo>
                <a:close/>
              </a:path>
            </a:pathLst>
          </a:custGeom>
          <a:noFill/>
          <a:extLst>
            <a:ext uri="{909E8E84-426E-40DD-AFC4-6F175D3DCCD1}">
              <a14:hiddenFill xmlns:a14="http://schemas.microsoft.com/office/drawing/2010/main">
                <a:solidFill>
                  <a:srgbClr val="FFFFFF"/>
                </a:solidFill>
              </a14:hiddenFill>
            </a:ext>
          </a:extLst>
        </p:spPr>
      </p:pic>
      <p:sp>
        <p:nvSpPr>
          <p:cNvPr id="4" name="Text Placeholder 5">
            <a:extLst>
              <a:ext uri="{FF2B5EF4-FFF2-40B4-BE49-F238E27FC236}">
                <a16:creationId xmlns:a16="http://schemas.microsoft.com/office/drawing/2014/main" id="{88C96969-197B-A361-EA60-BEB971361DEE}"/>
              </a:ext>
            </a:extLst>
          </p:cNvPr>
          <p:cNvSpPr txBox="1">
            <a:spLocks/>
          </p:cNvSpPr>
          <p:nvPr/>
        </p:nvSpPr>
        <p:spPr bwMode="gray">
          <a:xfrm>
            <a:off x="0" y="3628186"/>
            <a:ext cx="12192000" cy="2520000"/>
          </a:xfrm>
          <a:prstGeom prst="rect">
            <a:avLst/>
          </a:prstGeom>
          <a:solidFill>
            <a:srgbClr val="FFFFFF">
              <a:alpha val="80000"/>
            </a:srgbClr>
          </a:solidFill>
        </p:spPr>
        <p:txBody>
          <a:bodyPr vert="horz" lIns="0" tIns="0" rIns="0" bIns="0" rtlCol="0" anchor="ctr">
            <a:noAutofit/>
          </a:bodyPr>
          <a:lstStyle>
            <a:lvl1pPr marL="3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1pPr>
            <a:lvl2pPr marL="7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2pPr>
            <a:lvl3pPr marL="10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3pPr>
            <a:lvl4pPr marL="14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4pPr>
            <a:lvl5pPr marL="180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5pPr>
            <a:lvl6pPr marL="216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6pPr>
            <a:lvl7pPr marL="252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7pPr>
            <a:lvl8pPr marL="288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8pPr>
            <a:lvl9pPr marL="3240000" indent="-360000" algn="l" defTabSz="914400" rtl="0" eaLnBrk="1" latinLnBrk="0" hangingPunct="1">
              <a:lnSpc>
                <a:spcPct val="107000"/>
              </a:lnSpc>
              <a:spcBef>
                <a:spcPts val="0"/>
              </a:spcBef>
              <a:spcAft>
                <a:spcPts val="600"/>
              </a:spcAft>
              <a:buFont typeface="Arial" panose="020B0604020202020204" pitchFamily="34" charset="0"/>
              <a:buChar char="–"/>
              <a:defRPr sz="2000" kern="1200">
                <a:solidFill>
                  <a:schemeClr val="tx1"/>
                </a:solidFill>
                <a:latin typeface="+mn-lt"/>
                <a:ea typeface="+mn-ea"/>
                <a:cs typeface="+mn-cs"/>
              </a:defRPr>
            </a:lvl9pPr>
          </a:lstStyle>
          <a:p>
            <a:pPr marL="985838" indent="-358775">
              <a:buFont typeface="Arial" panose="020B0604020202020204" pitchFamily="34" charset="0"/>
              <a:buNone/>
            </a:pPr>
            <a:r>
              <a:rPr lang="en-US" sz="3200" b="1" dirty="0">
                <a:solidFill>
                  <a:srgbClr val="05366C"/>
                </a:solidFill>
              </a:rPr>
              <a:t>The ideal measurement is</a:t>
            </a:r>
          </a:p>
          <a:p>
            <a:pPr marL="985838" indent="-358775">
              <a:buFont typeface="Arial" panose="020B0604020202020204" pitchFamily="34" charset="0"/>
              <a:buChar char="•"/>
            </a:pPr>
            <a:r>
              <a:rPr lang="en-US" sz="3200" b="1" dirty="0">
                <a:solidFill>
                  <a:srgbClr val="05366C"/>
                </a:solidFill>
              </a:rPr>
              <a:t>comfortable</a:t>
            </a:r>
          </a:p>
          <a:p>
            <a:pPr marL="985838" indent="-358775">
              <a:buFont typeface="Arial" panose="020B0604020202020204" pitchFamily="34" charset="0"/>
              <a:buChar char="•"/>
            </a:pPr>
            <a:r>
              <a:rPr lang="en-US" sz="3200" b="1" dirty="0">
                <a:solidFill>
                  <a:srgbClr val="05366C"/>
                </a:solidFill>
              </a:rPr>
              <a:t>continuous</a:t>
            </a:r>
          </a:p>
          <a:p>
            <a:pPr marL="985838" indent="-358775">
              <a:buFont typeface="Arial" panose="020B0604020202020204" pitchFamily="34" charset="0"/>
              <a:buChar char="•"/>
            </a:pPr>
            <a:r>
              <a:rPr lang="en-US" sz="3200" b="1" dirty="0">
                <a:solidFill>
                  <a:srgbClr val="05366C"/>
                </a:solidFill>
              </a:rPr>
              <a:t>contact-free</a:t>
            </a:r>
            <a:endParaRPr lang="LID4096" sz="3200" b="1" dirty="0">
              <a:solidFill>
                <a:srgbClr val="05366C"/>
              </a:solidFill>
            </a:endParaRPr>
          </a:p>
        </p:txBody>
      </p:sp>
      <p:sp>
        <p:nvSpPr>
          <p:cNvPr id="7" name="Slide Number Placeholder 1">
            <a:extLst>
              <a:ext uri="{FF2B5EF4-FFF2-40B4-BE49-F238E27FC236}">
                <a16:creationId xmlns:a16="http://schemas.microsoft.com/office/drawing/2014/main" id="{E7D5CC13-7B8B-F8DC-967A-6312AFC85C67}"/>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3</a:t>
            </a:r>
          </a:p>
        </p:txBody>
      </p:sp>
    </p:spTree>
    <p:extLst>
      <p:ext uri="{BB962C8B-B14F-4D97-AF65-F5344CB8AC3E}">
        <p14:creationId xmlns:p14="http://schemas.microsoft.com/office/powerpoint/2010/main" val="12891383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0" advClick="0" advTm="0">
        <p159:morph option="byObject"/>
      </p:transition>
    </mc:Choice>
    <mc:Fallback>
      <p:transition spd="slow" advClick="0" advTm="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79B73EE-4087-6094-8016-7DF36D604942}"/>
              </a:ext>
            </a:extLst>
          </p:cNvPr>
          <p:cNvSpPr>
            <a:spLocks noGrp="1"/>
          </p:cNvSpPr>
          <p:nvPr>
            <p:ph type="title"/>
          </p:nvPr>
        </p:nvSpPr>
        <p:spPr/>
        <p:txBody>
          <a:bodyPr/>
          <a:lstStyle/>
          <a:p>
            <a:r>
              <a:rPr lang="en-US" dirty="0"/>
              <a:t>Product reveal</a:t>
            </a:r>
            <a:endParaRPr lang="LID4096" dirty="0"/>
          </a:p>
        </p:txBody>
      </p:sp>
    </p:spTree>
    <p:extLst>
      <p:ext uri="{BB962C8B-B14F-4D97-AF65-F5344CB8AC3E}">
        <p14:creationId xmlns:p14="http://schemas.microsoft.com/office/powerpoint/2010/main" val="35418784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E00F334-1D76-9B33-76DA-F19B71A243B3}"/>
              </a:ext>
            </a:extLst>
          </p:cNvPr>
          <p:cNvPicPr>
            <a:picLocks noChangeAspect="1"/>
          </p:cNvPicPr>
          <p:nvPr/>
        </p:nvPicPr>
        <p:blipFill>
          <a:blip r:embed="rId4">
            <a:clrChange>
              <a:clrFrom>
                <a:srgbClr val="FFFFFF"/>
              </a:clrFrom>
              <a:clrTo>
                <a:srgbClr val="FFFFFF">
                  <a:alpha val="0"/>
                </a:srgbClr>
              </a:clrTo>
            </a:clrChange>
          </a:blip>
          <a:stretch>
            <a:fillRect/>
          </a:stretch>
        </p:blipFill>
        <p:spPr>
          <a:xfrm flipH="1">
            <a:off x="171634" y="153000"/>
            <a:ext cx="4972173" cy="6552000"/>
          </a:xfrm>
          <a:prstGeom prst="rect">
            <a:avLst/>
          </a:prstGeom>
        </p:spPr>
      </p:pic>
      <p:pic>
        <p:nvPicPr>
          <p:cNvPr id="10" name="Picture 9">
            <a:extLst>
              <a:ext uri="{FF2B5EF4-FFF2-40B4-BE49-F238E27FC236}">
                <a16:creationId xmlns:a16="http://schemas.microsoft.com/office/drawing/2014/main" id="{DC47775E-8C24-E8C0-923A-446FEE544289}"/>
              </a:ext>
            </a:extLst>
          </p:cNvPr>
          <p:cNvPicPr>
            <a:picLocks noChangeAspect="1"/>
          </p:cNvPicPr>
          <p:nvPr/>
        </p:nvPicPr>
        <p:blipFill>
          <a:blip r:embed="rId5">
            <a:extLst>
              <a:ext uri="{28A0092B-C50C-407E-A947-70E740481C1C}">
                <a14:useLocalDpi xmlns:a14="http://schemas.microsoft.com/office/drawing/2010/main" val="0"/>
              </a:ext>
            </a:extLst>
          </a:blip>
          <a:srcRect t="-89" b="-83"/>
          <a:stretch>
            <a:fillRect/>
          </a:stretch>
        </p:blipFill>
        <p:spPr>
          <a:xfrm>
            <a:off x="8523863" y="43942"/>
            <a:ext cx="3136304" cy="6768000"/>
          </a:xfrm>
          <a:prstGeom prst="rect">
            <a:avLst/>
          </a:prstGeom>
        </p:spPr>
      </p:pic>
      <p:pic>
        <p:nvPicPr>
          <p:cNvPr id="6" name="Picture 5">
            <a:extLst>
              <a:ext uri="{FF2B5EF4-FFF2-40B4-BE49-F238E27FC236}">
                <a16:creationId xmlns:a16="http://schemas.microsoft.com/office/drawing/2014/main" id="{0B3FB028-1226-747E-7242-920B88272D55}"/>
              </a:ext>
            </a:extLst>
          </p:cNvPr>
          <p:cNvPicPr>
            <a:picLocks noChangeAspect="1"/>
          </p:cNvPicPr>
          <p:nvPr/>
        </p:nvPicPr>
        <p:blipFill>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t="13802" b="14731"/>
          <a:stretch>
            <a:fillRect/>
          </a:stretch>
        </p:blipFill>
        <p:spPr>
          <a:xfrm>
            <a:off x="8606265" y="1914959"/>
            <a:ext cx="895637" cy="640080"/>
          </a:xfrm>
          <a:prstGeom prst="rect">
            <a:avLst/>
          </a:prstGeom>
        </p:spPr>
      </p:pic>
      <p:pic>
        <p:nvPicPr>
          <p:cNvPr id="15" name="Picture 14">
            <a:extLst>
              <a:ext uri="{FF2B5EF4-FFF2-40B4-BE49-F238E27FC236}">
                <a16:creationId xmlns:a16="http://schemas.microsoft.com/office/drawing/2014/main" id="{FE4C3FD8-40ED-1873-6AB0-EF585678CA6C}"/>
              </a:ext>
            </a:extLst>
          </p:cNvPr>
          <p:cNvPicPr>
            <a:picLocks noChangeAspect="1"/>
          </p:cNvPicPr>
          <p:nvPr/>
        </p:nvPicPr>
        <p:blipFill>
          <a:blip r:embed="rId7"/>
          <a:stretch>
            <a:fillRect/>
          </a:stretch>
        </p:blipFill>
        <p:spPr>
          <a:xfrm>
            <a:off x="171063" y="150885"/>
            <a:ext cx="4972744" cy="6554115"/>
          </a:xfrm>
          <a:prstGeom prst="rect">
            <a:avLst/>
          </a:prstGeom>
        </p:spPr>
      </p:pic>
      <p:sp>
        <p:nvSpPr>
          <p:cNvPr id="16" name="Callout: Bent Line 15">
            <a:extLst>
              <a:ext uri="{FF2B5EF4-FFF2-40B4-BE49-F238E27FC236}">
                <a16:creationId xmlns:a16="http://schemas.microsoft.com/office/drawing/2014/main" id="{165EB761-1B39-170B-CBFF-C19F838D0D63}"/>
              </a:ext>
            </a:extLst>
          </p:cNvPr>
          <p:cNvSpPr/>
          <p:nvPr/>
        </p:nvSpPr>
        <p:spPr>
          <a:xfrm flipH="1">
            <a:off x="6987911" y="954698"/>
            <a:ext cx="1260000" cy="612000"/>
          </a:xfrm>
          <a:prstGeom prst="borderCallout2">
            <a:avLst>
              <a:gd name="adj1" fmla="val 49856"/>
              <a:gd name="adj2" fmla="val -172"/>
              <a:gd name="adj3" fmla="val 49856"/>
              <a:gd name="adj4" fmla="val -17913"/>
              <a:gd name="adj5" fmla="val 179908"/>
              <a:gd name="adj6" fmla="val -84354"/>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05366C"/>
                </a:solidFill>
              </a:rPr>
              <a:t>Radar module</a:t>
            </a:r>
            <a:endParaRPr lang="LID4096" sz="2000" dirty="0" err="1">
              <a:solidFill>
                <a:srgbClr val="05366C"/>
              </a:solidFill>
            </a:endParaRPr>
          </a:p>
        </p:txBody>
      </p:sp>
      <p:pic>
        <p:nvPicPr>
          <p:cNvPr id="18" name="05">
            <a:hlinkClick r:id="" action="ppaction://media"/>
            <a:extLst>
              <a:ext uri="{FF2B5EF4-FFF2-40B4-BE49-F238E27FC236}">
                <a16:creationId xmlns:a16="http://schemas.microsoft.com/office/drawing/2014/main" id="{B81D9345-06A0-E280-7299-6F16623D770E}"/>
              </a:ext>
            </a:extLst>
          </p:cNvPr>
          <p:cNvPicPr>
            <a:picLocks noChangeAspect="1"/>
          </p:cNvPicPr>
          <p:nvPr>
            <a:audioFile r:link="rId1"/>
            <p:extLst>
              <p:ext uri="{DAA4B4D4-6D71-4841-9C94-3DE7FCFB9230}">
                <p14:media xmlns:p14="http://schemas.microsoft.com/office/powerpoint/2010/main" r:embed="rId2">
                  <p14:trim st="500" end="546"/>
                </p14:media>
              </p:ext>
            </p:extLst>
          </p:nvPr>
        </p:nvPicPr>
        <p:blipFill>
          <a:blip r:embed="rId8"/>
          <a:stretch>
            <a:fillRect/>
          </a:stretch>
        </p:blipFill>
        <p:spPr>
          <a:xfrm>
            <a:off x="11785600" y="6235600"/>
            <a:ext cx="406400" cy="406400"/>
          </a:xfrm>
          <a:prstGeom prst="rect">
            <a:avLst/>
          </a:prstGeom>
        </p:spPr>
      </p:pic>
      <p:sp>
        <p:nvSpPr>
          <p:cNvPr id="19" name="Callout: Bent Line 18">
            <a:extLst>
              <a:ext uri="{FF2B5EF4-FFF2-40B4-BE49-F238E27FC236}">
                <a16:creationId xmlns:a16="http://schemas.microsoft.com/office/drawing/2014/main" id="{1FFAAA5E-4178-0908-DC72-EABA70D63CA8}"/>
              </a:ext>
            </a:extLst>
          </p:cNvPr>
          <p:cNvSpPr/>
          <p:nvPr/>
        </p:nvSpPr>
        <p:spPr>
          <a:xfrm>
            <a:off x="3275738" y="954698"/>
            <a:ext cx="1512000" cy="612000"/>
          </a:xfrm>
          <a:prstGeom prst="borderCallout2">
            <a:avLst>
              <a:gd name="adj1" fmla="val 49856"/>
              <a:gd name="adj2" fmla="val -172"/>
              <a:gd name="adj3" fmla="val 49856"/>
              <a:gd name="adj4" fmla="val -17913"/>
              <a:gd name="adj5" fmla="val 167192"/>
              <a:gd name="adj6" fmla="val -58028"/>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05366C"/>
                </a:solidFill>
              </a:rPr>
              <a:t>Chest movements</a:t>
            </a:r>
            <a:endParaRPr lang="LID4096" sz="2000" dirty="0" err="1">
              <a:solidFill>
                <a:srgbClr val="05366C"/>
              </a:solidFill>
            </a:endParaRPr>
          </a:p>
        </p:txBody>
      </p:sp>
      <p:sp>
        <p:nvSpPr>
          <p:cNvPr id="21" name="Arrow: Right 20">
            <a:extLst>
              <a:ext uri="{FF2B5EF4-FFF2-40B4-BE49-F238E27FC236}">
                <a16:creationId xmlns:a16="http://schemas.microsoft.com/office/drawing/2014/main" id="{FE5B48EF-80D8-AFBE-89E2-9F6A6CA3D44C}"/>
              </a:ext>
            </a:extLst>
          </p:cNvPr>
          <p:cNvSpPr/>
          <p:nvPr/>
        </p:nvSpPr>
        <p:spPr>
          <a:xfrm flipH="1">
            <a:off x="4715738" y="2739416"/>
            <a:ext cx="2488018" cy="720000"/>
          </a:xfrm>
          <a:prstGeom prst="rightArrow">
            <a:avLst>
              <a:gd name="adj1" fmla="val 50000"/>
              <a:gd name="adj2" fmla="val 87353"/>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05366C"/>
                </a:solidFill>
              </a:rPr>
              <a:t>Radar signal</a:t>
            </a:r>
            <a:endParaRPr lang="LID4096" sz="2000" dirty="0" err="1">
              <a:solidFill>
                <a:srgbClr val="05366C"/>
              </a:solidFill>
            </a:endParaRPr>
          </a:p>
        </p:txBody>
      </p:sp>
      <p:sp>
        <p:nvSpPr>
          <p:cNvPr id="22" name="Arrow: Right 21">
            <a:extLst>
              <a:ext uri="{FF2B5EF4-FFF2-40B4-BE49-F238E27FC236}">
                <a16:creationId xmlns:a16="http://schemas.microsoft.com/office/drawing/2014/main" id="{13E2329C-C729-7009-CC36-9114B680C9DF}"/>
              </a:ext>
            </a:extLst>
          </p:cNvPr>
          <p:cNvSpPr/>
          <p:nvPr/>
        </p:nvSpPr>
        <p:spPr>
          <a:xfrm>
            <a:off x="5375792" y="3459416"/>
            <a:ext cx="2488018" cy="720000"/>
          </a:xfrm>
          <a:prstGeom prst="rightArrow">
            <a:avLst>
              <a:gd name="adj1" fmla="val 50000"/>
              <a:gd name="adj2" fmla="val 87353"/>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rgbClr val="05366C"/>
                </a:solidFill>
              </a:rPr>
              <a:t>Reflected signal</a:t>
            </a:r>
            <a:endParaRPr lang="LID4096" sz="2000" dirty="0" err="1">
              <a:solidFill>
                <a:srgbClr val="05366C"/>
              </a:solidFill>
            </a:endParaRPr>
          </a:p>
        </p:txBody>
      </p:sp>
      <p:sp>
        <p:nvSpPr>
          <p:cNvPr id="2" name="Slide Number Placeholder 1">
            <a:extLst>
              <a:ext uri="{FF2B5EF4-FFF2-40B4-BE49-F238E27FC236}">
                <a16:creationId xmlns:a16="http://schemas.microsoft.com/office/drawing/2014/main" id="{40EDB66A-1432-3748-1943-E2A3B2E694E6}"/>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5</a:t>
            </a:r>
          </a:p>
        </p:txBody>
      </p:sp>
    </p:spTree>
    <p:extLst>
      <p:ext uri="{BB962C8B-B14F-4D97-AF65-F5344CB8AC3E}">
        <p14:creationId xmlns:p14="http://schemas.microsoft.com/office/powerpoint/2010/main" val="2547566356"/>
      </p:ext>
    </p:extLst>
  </p:cSld>
  <p:clrMapOvr>
    <a:masterClrMapping/>
  </p:clrMapOvr>
  <mc:AlternateContent xmlns:mc="http://schemas.openxmlformats.org/markup-compatibility/2006">
    <mc:Choice xmlns:p14="http://schemas.microsoft.com/office/powerpoint/2010/main" Requires="p14">
      <p:transition spd="slow" p14:dur="2000" advClick="0" advTm="16500"/>
    </mc:Choice>
    <mc:Fallback>
      <p:transition spd="slow" advClick="0" advTm="16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6454" fill="hold"/>
                                        <p:tgtEl>
                                          <p:spTgt spid="18"/>
                                        </p:tgtEl>
                                      </p:cBhvr>
                                    </p:cmd>
                                  </p:childTnLst>
                                </p:cTn>
                              </p:par>
                              <p:par>
                                <p:cTn id="7" presetID="10" presetClass="entr" presetSubtype="0" fill="hold" grpId="0" nodeType="withEffect">
                                  <p:stCondLst>
                                    <p:cond delay="4000"/>
                                  </p:stCondLst>
                                  <p:childTnLst>
                                    <p:set>
                                      <p:cBhvr>
                                        <p:cTn id="8" dur="1" fill="hold">
                                          <p:stCondLst>
                                            <p:cond delay="0"/>
                                          </p:stCondLst>
                                        </p:cTn>
                                        <p:tgtEl>
                                          <p:spTgt spid="16"/>
                                        </p:tgtEl>
                                        <p:attrNameLst>
                                          <p:attrName>style.visibility</p:attrName>
                                        </p:attrNameLst>
                                      </p:cBhvr>
                                      <p:to>
                                        <p:strVal val="visible"/>
                                      </p:to>
                                    </p:set>
                                    <p:animEffect transition="in" filter="fade">
                                      <p:cBhvr>
                                        <p:cTn id="9" dur="500"/>
                                        <p:tgtEl>
                                          <p:spTgt spid="16"/>
                                        </p:tgtEl>
                                      </p:cBhvr>
                                    </p:animEffect>
                                  </p:childTnLst>
                                </p:cTn>
                              </p:par>
                              <p:par>
                                <p:cTn id="10" presetID="10" presetClass="entr" presetSubtype="0" fill="hold" nodeType="withEffect">
                                  <p:stCondLst>
                                    <p:cond delay="60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par>
                                <p:cTn id="13" presetID="35" presetClass="path" presetSubtype="0" accel="50000" decel="50000" fill="hold" nodeType="withEffect">
                                  <p:stCondLst>
                                    <p:cond delay="6000"/>
                                  </p:stCondLst>
                                  <p:childTnLst>
                                    <p:animMotion origin="layout" path="M 1.875E-6 -4.44444E-6 L -0.49206 0.00047 " pathEditMode="relative" rAng="0" ptsTypes="AA">
                                      <p:cBhvr>
                                        <p:cTn id="14" dur="3000" fill="hold"/>
                                        <p:tgtEl>
                                          <p:spTgt spid="6"/>
                                        </p:tgtEl>
                                        <p:attrNameLst>
                                          <p:attrName>ppt_x</p:attrName>
                                          <p:attrName>ppt_y</p:attrName>
                                        </p:attrNameLst>
                                      </p:cBhvr>
                                      <p:rCtr x="-24609" y="23"/>
                                    </p:animMotion>
                                  </p:childTnLst>
                                </p:cTn>
                              </p:par>
                              <p:par>
                                <p:cTn id="15" presetID="10" presetClass="entr" presetSubtype="0" fill="hold" grpId="0" nodeType="withEffect">
                                  <p:stCondLst>
                                    <p:cond delay="625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750"/>
                                        <p:tgtEl>
                                          <p:spTgt spid="21"/>
                                        </p:tgtEl>
                                      </p:cBhvr>
                                    </p:animEffect>
                                  </p:childTnLst>
                                </p:cTn>
                              </p:par>
                              <p:par>
                                <p:cTn id="18" presetID="26" presetClass="emph" presetSubtype="0" repeatCount="3000" fill="hold" nodeType="withEffect">
                                  <p:stCondLst>
                                    <p:cond delay="9000"/>
                                  </p:stCondLst>
                                  <p:childTnLst>
                                    <p:animEffect transition="out" filter="fade">
                                      <p:cBhvr>
                                        <p:cTn id="19" dur="1500" tmFilter="0, 0; .2, .5; .8, .5; 1, 0"/>
                                        <p:tgtEl>
                                          <p:spTgt spid="15"/>
                                        </p:tgtEl>
                                      </p:cBhvr>
                                    </p:animEffect>
                                    <p:animScale>
                                      <p:cBhvr>
                                        <p:cTn id="20" dur="750" autoRev="1" fill="hold"/>
                                        <p:tgtEl>
                                          <p:spTgt spid="15"/>
                                        </p:tgtEl>
                                      </p:cBhvr>
                                      <p:by x="105000" y="105000"/>
                                    </p:animScale>
                                  </p:childTnLst>
                                </p:cTn>
                              </p:par>
                              <p:par>
                                <p:cTn id="21" presetID="10" presetClass="entr" presetSubtype="0" fill="hold" grpId="0" nodeType="withEffect">
                                  <p:stCondLst>
                                    <p:cond delay="920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63" presetClass="path" presetSubtype="0" accel="50000" decel="50000" fill="hold" nodeType="withEffect">
                                  <p:stCondLst>
                                    <p:cond delay="13500"/>
                                  </p:stCondLst>
                                  <p:childTnLst>
                                    <p:animMotion origin="layout" path="M -0.49206 0.00047 L 1.875E-6 -4.44444E-6 " pathEditMode="relative" rAng="0" ptsTypes="AA">
                                      <p:cBhvr>
                                        <p:cTn id="25" dur="3000" fill="hold"/>
                                        <p:tgtEl>
                                          <p:spTgt spid="6"/>
                                        </p:tgtEl>
                                        <p:attrNameLst>
                                          <p:attrName>ppt_x</p:attrName>
                                          <p:attrName>ppt_y</p:attrName>
                                        </p:attrNameLst>
                                      </p:cBhvr>
                                      <p:rCtr x="24596" y="-23"/>
                                    </p:animMotion>
                                  </p:childTnLst>
                                </p:cTn>
                              </p:par>
                              <p:par>
                                <p:cTn id="26" presetID="10" presetClass="entr" presetSubtype="0" fill="hold" grpId="0" nodeType="withEffect">
                                  <p:stCondLst>
                                    <p:cond delay="1375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750"/>
                                        <p:tgtEl>
                                          <p:spTgt spid="22"/>
                                        </p:tgtEl>
                                      </p:cBhvr>
                                    </p:animEffect>
                                  </p:childTnLst>
                                </p:cTn>
                              </p:par>
                              <p:par>
                                <p:cTn id="29" presetID="10" presetClass="exit" presetSubtype="0" fill="hold" nodeType="withEffect">
                                  <p:stCondLst>
                                    <p:cond delay="16000"/>
                                  </p:stCondLst>
                                  <p:childTnLst>
                                    <p:animEffect transition="out" filter="fade">
                                      <p:cBhvr>
                                        <p:cTn id="30" dur="500"/>
                                        <p:tgtEl>
                                          <p:spTgt spid="6"/>
                                        </p:tgtEl>
                                      </p:cBhvr>
                                    </p:animEffect>
                                    <p:set>
                                      <p:cBhvr>
                                        <p:cTn id="31" dur="1" fill="hold">
                                          <p:stCondLst>
                                            <p:cond delay="499"/>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audio>
              <p:cMediaNode vol="100000" showWhenStopped="0">
                <p:cTn id="32" fill="hold" display="0">
                  <p:stCondLst>
                    <p:cond delay="indefinite"/>
                  </p:stCondLst>
                  <p:endCondLst>
                    <p:cond evt="onStopAudio" delay="0">
                      <p:tgtEl>
                        <p:sldTgt/>
                      </p:tgtEl>
                    </p:cond>
                  </p:endCondLst>
                </p:cTn>
                <p:tgtEl>
                  <p:spTgt spid="18"/>
                </p:tgtEl>
              </p:cMediaNode>
            </p:audio>
          </p:childTnLst>
        </p:cTn>
      </p:par>
    </p:tnLst>
    <p:bldLst>
      <p:bldP spid="16" grpId="0" animBg="1"/>
      <p:bldP spid="19"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A926D4A-9A66-F701-B009-A3FB2DF430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33850" y="1330021"/>
            <a:ext cx="3894384" cy="3240000"/>
          </a:xfrm>
          <a:prstGeom prst="rect">
            <a:avLst/>
          </a:prstGeom>
        </p:spPr>
      </p:pic>
      <p:pic>
        <p:nvPicPr>
          <p:cNvPr id="7" name="Picture 6">
            <a:extLst>
              <a:ext uri="{FF2B5EF4-FFF2-40B4-BE49-F238E27FC236}">
                <a16:creationId xmlns:a16="http://schemas.microsoft.com/office/drawing/2014/main" id="{27467955-90B9-9319-4E3D-51F9E413624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28" y="2050021"/>
            <a:ext cx="2089146" cy="1800000"/>
          </a:xfrm>
          <a:prstGeom prst="rect">
            <a:avLst/>
          </a:prstGeom>
          <a:scene3d>
            <a:camera prst="orthographicFront">
              <a:rot lat="0" lon="0" rev="600000"/>
            </a:camera>
            <a:lightRig rig="threePt" dir="t"/>
          </a:scene3d>
        </p:spPr>
      </p:pic>
      <p:pic>
        <p:nvPicPr>
          <p:cNvPr id="15" name="Picture 14">
            <a:extLst>
              <a:ext uri="{FF2B5EF4-FFF2-40B4-BE49-F238E27FC236}">
                <a16:creationId xmlns:a16="http://schemas.microsoft.com/office/drawing/2014/main" id="{D00C44B1-7170-5337-2628-D943720C6F33}"/>
              </a:ext>
            </a:extLst>
          </p:cNvPr>
          <p:cNvPicPr>
            <a:picLocks noChangeAspect="1"/>
          </p:cNvPicPr>
          <p:nvPr/>
        </p:nvPicPr>
        <p:blipFill>
          <a:blip r:embed="rId6"/>
          <a:stretch/>
        </p:blipFill>
        <p:spPr>
          <a:xfrm>
            <a:off x="7843683" y="1474021"/>
            <a:ext cx="3994596" cy="2952000"/>
          </a:xfrm>
          <a:prstGeom prst="rect">
            <a:avLst/>
          </a:prstGeom>
          <a:scene3d>
            <a:camera prst="orthographicFront">
              <a:rot lat="0" lon="0" rev="900000"/>
            </a:camera>
            <a:lightRig rig="threePt" dir="t"/>
          </a:scene3d>
        </p:spPr>
      </p:pic>
      <p:sp>
        <p:nvSpPr>
          <p:cNvPr id="16" name="Rectangle 15">
            <a:extLst>
              <a:ext uri="{FF2B5EF4-FFF2-40B4-BE49-F238E27FC236}">
                <a16:creationId xmlns:a16="http://schemas.microsoft.com/office/drawing/2014/main" id="{2D35E9EA-3E43-58C6-0526-C7270D5E3C3D}"/>
              </a:ext>
            </a:extLst>
          </p:cNvPr>
          <p:cNvSpPr/>
          <p:nvPr/>
        </p:nvSpPr>
        <p:spPr>
          <a:xfrm>
            <a:off x="1505701" y="4802318"/>
            <a:ext cx="1332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K-LC5 Radar</a:t>
            </a:r>
            <a:endParaRPr lang="LID4096" sz="2000" b="1" dirty="0" err="1">
              <a:solidFill>
                <a:srgbClr val="05366C"/>
              </a:solidFill>
            </a:endParaRPr>
          </a:p>
        </p:txBody>
      </p:sp>
      <p:sp>
        <p:nvSpPr>
          <p:cNvPr id="18" name="Rectangle 17">
            <a:extLst>
              <a:ext uri="{FF2B5EF4-FFF2-40B4-BE49-F238E27FC236}">
                <a16:creationId xmlns:a16="http://schemas.microsoft.com/office/drawing/2014/main" id="{122B905B-BB4F-A269-7C34-C261749AAB4E}"/>
              </a:ext>
            </a:extLst>
          </p:cNvPr>
          <p:cNvSpPr/>
          <p:nvPr/>
        </p:nvSpPr>
        <p:spPr>
          <a:xfrm>
            <a:off x="5411929" y="4807979"/>
            <a:ext cx="1332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Analog front-end</a:t>
            </a:r>
            <a:endParaRPr lang="LID4096" sz="2000" b="1" dirty="0" err="1">
              <a:solidFill>
                <a:srgbClr val="05366C"/>
              </a:solidFill>
            </a:endParaRPr>
          </a:p>
        </p:txBody>
      </p:sp>
      <p:sp>
        <p:nvSpPr>
          <p:cNvPr id="19" name="Rectangle 18">
            <a:extLst>
              <a:ext uri="{FF2B5EF4-FFF2-40B4-BE49-F238E27FC236}">
                <a16:creationId xmlns:a16="http://schemas.microsoft.com/office/drawing/2014/main" id="{6394FE6B-2858-57EE-7962-7768E6C62166}"/>
              </a:ext>
            </a:extLst>
          </p:cNvPr>
          <p:cNvSpPr/>
          <p:nvPr/>
        </p:nvSpPr>
        <p:spPr>
          <a:xfrm>
            <a:off x="9156369" y="4807979"/>
            <a:ext cx="1692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STM32 + LCD Display</a:t>
            </a:r>
            <a:endParaRPr lang="LID4096" sz="2000" b="1" dirty="0" err="1">
              <a:solidFill>
                <a:srgbClr val="05366C"/>
              </a:solidFill>
            </a:endParaRPr>
          </a:p>
        </p:txBody>
      </p:sp>
      <p:cxnSp>
        <p:nvCxnSpPr>
          <p:cNvPr id="23" name="Straight Arrow Connector 22">
            <a:extLst>
              <a:ext uri="{FF2B5EF4-FFF2-40B4-BE49-F238E27FC236}">
                <a16:creationId xmlns:a16="http://schemas.microsoft.com/office/drawing/2014/main" id="{0B6085FE-53B8-ACAA-5794-87B850E3A01C}"/>
              </a:ext>
            </a:extLst>
          </p:cNvPr>
          <p:cNvCxnSpPr>
            <a:cxnSpLocks/>
            <a:stCxn id="16" idx="3"/>
            <a:endCxn id="18" idx="1"/>
          </p:cNvCxnSpPr>
          <p:nvPr/>
        </p:nvCxnSpPr>
        <p:spPr>
          <a:xfrm>
            <a:off x="2837701" y="5162318"/>
            <a:ext cx="2574228" cy="5661"/>
          </a:xfrm>
          <a:prstGeom prst="straightConnector1">
            <a:avLst/>
          </a:prstGeom>
          <a:ln w="28575">
            <a:solidFill>
              <a:srgbClr val="05366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0BD97E0-D90D-C03D-BEFA-80AE52D0958B}"/>
              </a:ext>
            </a:extLst>
          </p:cNvPr>
          <p:cNvCxnSpPr>
            <a:cxnSpLocks/>
            <a:stCxn id="18" idx="3"/>
            <a:endCxn id="19" idx="1"/>
          </p:cNvCxnSpPr>
          <p:nvPr/>
        </p:nvCxnSpPr>
        <p:spPr>
          <a:xfrm>
            <a:off x="6743929" y="5167979"/>
            <a:ext cx="2412440" cy="0"/>
          </a:xfrm>
          <a:prstGeom prst="straightConnector1">
            <a:avLst/>
          </a:prstGeom>
          <a:ln w="28575">
            <a:solidFill>
              <a:srgbClr val="05366C"/>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40CE6D69-910B-26D4-35ED-283E61C57DF7}"/>
              </a:ext>
            </a:extLst>
          </p:cNvPr>
          <p:cNvSpPr txBox="1"/>
          <p:nvPr/>
        </p:nvSpPr>
        <p:spPr>
          <a:xfrm>
            <a:off x="3089850" y="4803700"/>
            <a:ext cx="2088000" cy="305405"/>
          </a:xfrm>
          <a:prstGeom prst="rect">
            <a:avLst/>
          </a:prstGeom>
          <a:noFill/>
        </p:spPr>
        <p:txBody>
          <a:bodyPr wrap="square" lIns="0" tIns="0" rIns="0" bIns="0" rtlCol="0" anchor="t" anchorCtr="0">
            <a:spAutoFit/>
          </a:bodyPr>
          <a:lstStyle/>
          <a:p>
            <a:pPr algn="ctr">
              <a:lnSpc>
                <a:spcPct val="107000"/>
              </a:lnSpc>
            </a:pPr>
            <a:r>
              <a:rPr lang="en-US" sz="2000" dirty="0">
                <a:solidFill>
                  <a:srgbClr val="05366C"/>
                </a:solidFill>
              </a:rPr>
              <a:t>I/Q radar channels</a:t>
            </a:r>
            <a:endParaRPr lang="LID4096" sz="2000" dirty="0" err="1">
              <a:solidFill>
                <a:srgbClr val="05366C"/>
              </a:solidFill>
            </a:endParaRPr>
          </a:p>
        </p:txBody>
      </p:sp>
      <p:sp>
        <p:nvSpPr>
          <p:cNvPr id="38" name="TextBox 37">
            <a:extLst>
              <a:ext uri="{FF2B5EF4-FFF2-40B4-BE49-F238E27FC236}">
                <a16:creationId xmlns:a16="http://schemas.microsoft.com/office/drawing/2014/main" id="{429B1AE7-C54C-1428-FDB9-7035523C1105}"/>
              </a:ext>
            </a:extLst>
          </p:cNvPr>
          <p:cNvSpPr txBox="1"/>
          <p:nvPr/>
        </p:nvSpPr>
        <p:spPr>
          <a:xfrm>
            <a:off x="7590149" y="4773039"/>
            <a:ext cx="720000" cy="305405"/>
          </a:xfrm>
          <a:prstGeom prst="rect">
            <a:avLst/>
          </a:prstGeom>
          <a:noFill/>
        </p:spPr>
        <p:txBody>
          <a:bodyPr wrap="square" lIns="0" tIns="0" rIns="0" bIns="0" rtlCol="0" anchor="t" anchorCtr="0">
            <a:spAutoFit/>
          </a:bodyPr>
          <a:lstStyle/>
          <a:p>
            <a:pPr algn="ctr">
              <a:lnSpc>
                <a:spcPct val="107000"/>
              </a:lnSpc>
            </a:pPr>
            <a:r>
              <a:rPr lang="en-US" sz="2000" dirty="0">
                <a:solidFill>
                  <a:srgbClr val="05366C"/>
                </a:solidFill>
              </a:rPr>
              <a:t>ADC</a:t>
            </a:r>
            <a:endParaRPr lang="LID4096" sz="2000" dirty="0" err="1">
              <a:solidFill>
                <a:srgbClr val="05366C"/>
              </a:solidFill>
            </a:endParaRPr>
          </a:p>
        </p:txBody>
      </p:sp>
      <p:sp>
        <p:nvSpPr>
          <p:cNvPr id="42" name="Slide Number Placeholder 1">
            <a:extLst>
              <a:ext uri="{FF2B5EF4-FFF2-40B4-BE49-F238E27FC236}">
                <a16:creationId xmlns:a16="http://schemas.microsoft.com/office/drawing/2014/main" id="{4693BC42-0161-08B7-967F-8A6EB7E7CE56}"/>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6</a:t>
            </a:r>
          </a:p>
        </p:txBody>
      </p:sp>
      <p:sp>
        <p:nvSpPr>
          <p:cNvPr id="52" name="Text">
            <a:extLst>
              <a:ext uri="{FF2B5EF4-FFF2-40B4-BE49-F238E27FC236}">
                <a16:creationId xmlns:a16="http://schemas.microsoft.com/office/drawing/2014/main" id="{B1085874-3C51-9B7D-B5FD-73E7B80FE4CC}"/>
              </a:ext>
            </a:extLst>
          </p:cNvPr>
          <p:cNvSpPr txBox="1"/>
          <p:nvPr/>
        </p:nvSpPr>
        <p:spPr>
          <a:xfrm>
            <a:off x="731520" y="762085"/>
            <a:ext cx="3992880" cy="504000"/>
          </a:xfrm>
          <a:prstGeom prst="rect">
            <a:avLst/>
          </a:prstGeom>
          <a:noFill/>
          <a:ln>
            <a:noFill/>
          </a:ln>
        </p:spPr>
        <p:txBody>
          <a:bodyPr wrap="square" lIns="0" tIns="0" rIns="0" bIns="0"/>
          <a:lstStyle/>
          <a:p>
            <a:pPr algn="l">
              <a:lnSpc>
                <a:spcPct val="105000"/>
              </a:lnSpc>
            </a:pPr>
            <a:r>
              <a:rPr lang="en-US" sz="3200" b="1" dirty="0">
                <a:solidFill>
                  <a:srgbClr val="05366C"/>
                </a:solidFill>
                <a:latin typeface="+mj-lt"/>
                <a:ea typeface="Aptos"/>
                <a:cs typeface="Aptos"/>
              </a:rPr>
              <a:t>System Architecture</a:t>
            </a:r>
            <a:endParaRPr lang="en-US" sz="3200" dirty="0">
              <a:solidFill>
                <a:srgbClr val="05366C"/>
              </a:solidFill>
              <a:latin typeface="+mj-lt"/>
            </a:endParaRPr>
          </a:p>
        </p:txBody>
      </p:sp>
      <p:pic>
        <p:nvPicPr>
          <p:cNvPr id="4" name="06">
            <a:hlinkClick r:id="" action="ppaction://media"/>
            <a:extLst>
              <a:ext uri="{FF2B5EF4-FFF2-40B4-BE49-F238E27FC236}">
                <a16:creationId xmlns:a16="http://schemas.microsoft.com/office/drawing/2014/main" id="{F1ADF458-0FD3-81B6-3754-7307749F31CA}"/>
              </a:ext>
            </a:extLst>
          </p:cNvPr>
          <p:cNvPicPr>
            <a:picLocks noChangeAspect="1"/>
          </p:cNvPicPr>
          <p:nvPr>
            <a:audioFile r:link="rId2"/>
            <p:extLst>
              <p:ext uri="{DAA4B4D4-6D71-4841-9C94-3DE7FCFB9230}">
                <p14:media xmlns:p14="http://schemas.microsoft.com/office/powerpoint/2010/main" r:embed="rId1"/>
              </p:ext>
            </p:extLst>
          </p:nvPr>
        </p:nvPicPr>
        <p:blipFill>
          <a:blip r:embed="rId7"/>
          <a:stretch>
            <a:fillRect/>
          </a:stretch>
        </p:blipFill>
        <p:spPr>
          <a:xfrm>
            <a:off x="11785600" y="6237941"/>
            <a:ext cx="406400" cy="406400"/>
          </a:xfrm>
          <a:prstGeom prst="rect">
            <a:avLst/>
          </a:prstGeom>
        </p:spPr>
      </p:pic>
    </p:spTree>
    <p:extLst>
      <p:ext uri="{BB962C8B-B14F-4D97-AF65-F5344CB8AC3E}">
        <p14:creationId xmlns:p14="http://schemas.microsoft.com/office/powerpoint/2010/main" val="2074022234"/>
      </p:ext>
    </p:extLst>
  </p:cSld>
  <p:clrMapOvr>
    <a:masterClrMapping/>
  </p:clrMapOvr>
  <p:transition spd="slow" advClick="0" advTm="15500">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44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4"/>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764C-C607-D31E-D6A7-49DCC7AAF0A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0CEF829-3937-F69F-B6A8-BC92854AB8F3}"/>
              </a:ext>
            </a:extLst>
          </p:cNvPr>
          <p:cNvSpPr>
            <a:spLocks noGrp="1"/>
          </p:cNvSpPr>
          <p:nvPr>
            <p:ph type="title"/>
          </p:nvPr>
        </p:nvSpPr>
        <p:spPr/>
        <p:txBody>
          <a:bodyPr/>
          <a:lstStyle/>
          <a:p>
            <a:r>
              <a:rPr lang="en-US" dirty="0"/>
              <a:t>Standalone operation, </a:t>
            </a:r>
            <a:r>
              <a:rPr lang="en-US" dirty="0" err="1"/>
              <a:t>OpenLog</a:t>
            </a:r>
            <a:endParaRPr lang="LID4096" dirty="0"/>
          </a:p>
        </p:txBody>
      </p:sp>
    </p:spTree>
    <p:extLst>
      <p:ext uri="{BB962C8B-B14F-4D97-AF65-F5344CB8AC3E}">
        <p14:creationId xmlns:p14="http://schemas.microsoft.com/office/powerpoint/2010/main" val="38090213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cNvSpPr txBox="1"/>
          <p:nvPr/>
        </p:nvSpPr>
        <p:spPr>
          <a:xfrm>
            <a:off x="731520" y="1047312"/>
            <a:ext cx="6264000" cy="504000"/>
          </a:xfrm>
          <a:prstGeom prst="rect">
            <a:avLst/>
          </a:prstGeom>
          <a:noFill/>
          <a:ln>
            <a:noFill/>
          </a:ln>
        </p:spPr>
        <p:txBody>
          <a:bodyPr wrap="square" lIns="0" tIns="0" rIns="0" bIns="0"/>
          <a:lstStyle/>
          <a:p>
            <a:pPr algn="l">
              <a:lnSpc>
                <a:spcPct val="105000"/>
              </a:lnSpc>
            </a:pPr>
            <a:r>
              <a:rPr lang="en-US" sz="3200" b="1" dirty="0">
                <a:solidFill>
                  <a:srgbClr val="05366C"/>
                </a:solidFill>
                <a:latin typeface="+mj-lt"/>
                <a:ea typeface="Aptos"/>
                <a:cs typeface="Aptos"/>
              </a:rPr>
              <a:t>Sampling and analysis timing</a:t>
            </a:r>
            <a:endParaRPr lang="en-US" sz="3200" dirty="0">
              <a:solidFill>
                <a:srgbClr val="05366C"/>
              </a:solidFill>
              <a:latin typeface="+mj-lt"/>
            </a:endParaRPr>
          </a:p>
        </p:txBody>
      </p:sp>
      <p:sp>
        <p:nvSpPr>
          <p:cNvPr id="7" name="Rectangle"/>
          <p:cNvSpPr/>
          <p:nvPr/>
        </p:nvSpPr>
        <p:spPr>
          <a:xfrm>
            <a:off x="731520" y="1747368"/>
            <a:ext cx="2148840" cy="1143000"/>
          </a:xfrm>
          <a:prstGeom prst="rect">
            <a:avLst/>
          </a:prstGeom>
          <a:solidFill>
            <a:srgbClr val="DCE4F3"/>
          </a:solidFill>
          <a:ln w="19050">
            <a:solidFill>
              <a:srgbClr val="05366C"/>
            </a:solidFill>
          </a:ln>
        </p:spPr>
        <p:txBody>
          <a:bodyPr/>
          <a:lstStyle/>
          <a:p>
            <a:endParaRPr lang="LID4096"/>
          </a:p>
        </p:txBody>
      </p:sp>
      <p:sp>
        <p:nvSpPr>
          <p:cNvPr id="8" name="Text"/>
          <p:cNvSpPr txBox="1"/>
          <p:nvPr/>
        </p:nvSpPr>
        <p:spPr>
          <a:xfrm>
            <a:off x="84124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100 Hz</a:t>
            </a:r>
            <a:endParaRPr lang="en-US" sz="2800" dirty="0">
              <a:solidFill>
                <a:srgbClr val="05366C"/>
              </a:solidFill>
            </a:endParaRPr>
          </a:p>
        </p:txBody>
      </p:sp>
      <p:sp>
        <p:nvSpPr>
          <p:cNvPr id="9" name="Text"/>
          <p:cNvSpPr txBox="1"/>
          <p:nvPr/>
        </p:nvSpPr>
        <p:spPr>
          <a:xfrm>
            <a:off x="841248" y="2488032"/>
            <a:ext cx="1920240" cy="210312"/>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sampling</a:t>
            </a:r>
            <a:endParaRPr lang="en-US" sz="2000" dirty="0">
              <a:solidFill>
                <a:srgbClr val="05366C"/>
              </a:solidFill>
            </a:endParaRPr>
          </a:p>
        </p:txBody>
      </p:sp>
      <p:sp>
        <p:nvSpPr>
          <p:cNvPr id="10" name="Rectangle"/>
          <p:cNvSpPr/>
          <p:nvPr/>
        </p:nvSpPr>
        <p:spPr>
          <a:xfrm>
            <a:off x="3520440" y="1747368"/>
            <a:ext cx="2148840" cy="1143000"/>
          </a:xfrm>
          <a:prstGeom prst="rect">
            <a:avLst/>
          </a:prstGeom>
          <a:solidFill>
            <a:srgbClr val="DCE4F3"/>
          </a:solidFill>
          <a:ln w="19050">
            <a:solidFill>
              <a:srgbClr val="05366C"/>
            </a:solidFill>
          </a:ln>
        </p:spPr>
        <p:txBody>
          <a:bodyPr/>
          <a:lstStyle/>
          <a:p>
            <a:endParaRPr lang="LID4096"/>
          </a:p>
        </p:txBody>
      </p:sp>
      <p:sp>
        <p:nvSpPr>
          <p:cNvPr id="11" name="Text"/>
          <p:cNvSpPr txBox="1"/>
          <p:nvPr/>
        </p:nvSpPr>
        <p:spPr>
          <a:xfrm>
            <a:off x="363016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512</a:t>
            </a:r>
            <a:endParaRPr lang="en-US" sz="2800" dirty="0">
              <a:solidFill>
                <a:srgbClr val="05366C"/>
              </a:solidFill>
            </a:endParaRPr>
          </a:p>
        </p:txBody>
      </p:sp>
      <p:sp>
        <p:nvSpPr>
          <p:cNvPr id="12" name="Text"/>
          <p:cNvSpPr txBox="1"/>
          <p:nvPr/>
        </p:nvSpPr>
        <p:spPr>
          <a:xfrm>
            <a:off x="3630168" y="2488032"/>
            <a:ext cx="1920240" cy="210312"/>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samples/channel</a:t>
            </a:r>
            <a:endParaRPr lang="en-US" sz="2000" dirty="0">
              <a:solidFill>
                <a:srgbClr val="05366C"/>
              </a:solidFill>
            </a:endParaRPr>
          </a:p>
        </p:txBody>
      </p:sp>
      <p:sp>
        <p:nvSpPr>
          <p:cNvPr id="13" name="Rectangle"/>
          <p:cNvSpPr/>
          <p:nvPr/>
        </p:nvSpPr>
        <p:spPr>
          <a:xfrm>
            <a:off x="6309360" y="1747368"/>
            <a:ext cx="2148840" cy="1143000"/>
          </a:xfrm>
          <a:prstGeom prst="rect">
            <a:avLst/>
          </a:prstGeom>
          <a:solidFill>
            <a:srgbClr val="DCE4F3"/>
          </a:solidFill>
          <a:ln w="19050">
            <a:solidFill>
              <a:srgbClr val="05366C"/>
            </a:solidFill>
          </a:ln>
        </p:spPr>
        <p:txBody>
          <a:bodyPr/>
          <a:lstStyle/>
          <a:p>
            <a:endParaRPr lang="LID4096"/>
          </a:p>
        </p:txBody>
      </p:sp>
      <p:sp>
        <p:nvSpPr>
          <p:cNvPr id="14" name="Text"/>
          <p:cNvSpPr txBox="1"/>
          <p:nvPr/>
        </p:nvSpPr>
        <p:spPr>
          <a:xfrm>
            <a:off x="641908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5.12 s</a:t>
            </a:r>
            <a:endParaRPr lang="en-US" sz="2800" dirty="0">
              <a:solidFill>
                <a:srgbClr val="05366C"/>
              </a:solidFill>
            </a:endParaRPr>
          </a:p>
        </p:txBody>
      </p:sp>
      <p:sp>
        <p:nvSpPr>
          <p:cNvPr id="15" name="Text"/>
          <p:cNvSpPr txBox="1"/>
          <p:nvPr/>
        </p:nvSpPr>
        <p:spPr>
          <a:xfrm>
            <a:off x="6419088" y="2488032"/>
            <a:ext cx="1920240" cy="210312"/>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window length</a:t>
            </a:r>
            <a:endParaRPr lang="en-US" sz="2000" dirty="0">
              <a:solidFill>
                <a:srgbClr val="05366C"/>
              </a:solidFill>
            </a:endParaRPr>
          </a:p>
        </p:txBody>
      </p:sp>
      <p:sp>
        <p:nvSpPr>
          <p:cNvPr id="16" name="Rectangle"/>
          <p:cNvSpPr/>
          <p:nvPr/>
        </p:nvSpPr>
        <p:spPr>
          <a:xfrm>
            <a:off x="9098280" y="1747368"/>
            <a:ext cx="2148840" cy="1143000"/>
          </a:xfrm>
          <a:prstGeom prst="rect">
            <a:avLst/>
          </a:prstGeom>
          <a:solidFill>
            <a:srgbClr val="DCE4F3"/>
          </a:solidFill>
          <a:ln w="19050">
            <a:solidFill>
              <a:srgbClr val="05366C"/>
            </a:solidFill>
          </a:ln>
        </p:spPr>
        <p:txBody>
          <a:bodyPr/>
          <a:lstStyle/>
          <a:p>
            <a:endParaRPr lang="LID4096"/>
          </a:p>
        </p:txBody>
      </p:sp>
      <p:sp>
        <p:nvSpPr>
          <p:cNvPr id="17" name="Text"/>
          <p:cNvSpPr txBox="1"/>
          <p:nvPr/>
        </p:nvSpPr>
        <p:spPr>
          <a:xfrm>
            <a:off x="920800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2.56 s</a:t>
            </a:r>
            <a:endParaRPr lang="en-US" sz="2800" dirty="0">
              <a:solidFill>
                <a:srgbClr val="05366C"/>
              </a:solidFill>
            </a:endParaRPr>
          </a:p>
        </p:txBody>
      </p:sp>
      <p:sp>
        <p:nvSpPr>
          <p:cNvPr id="18" name="Text"/>
          <p:cNvSpPr txBox="1"/>
          <p:nvPr/>
        </p:nvSpPr>
        <p:spPr>
          <a:xfrm>
            <a:off x="9208008" y="2488032"/>
            <a:ext cx="1920240" cy="210312"/>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update interval</a:t>
            </a:r>
            <a:endParaRPr lang="en-US" sz="2000" dirty="0">
              <a:solidFill>
                <a:srgbClr val="05366C"/>
              </a:solidFill>
            </a:endParaRPr>
          </a:p>
        </p:txBody>
      </p:sp>
      <p:sp>
        <p:nvSpPr>
          <p:cNvPr id="19" name="Rectangle"/>
          <p:cNvSpPr/>
          <p:nvPr/>
        </p:nvSpPr>
        <p:spPr>
          <a:xfrm>
            <a:off x="960120" y="4033368"/>
            <a:ext cx="4800600" cy="384048"/>
          </a:xfrm>
          <a:prstGeom prst="rect">
            <a:avLst/>
          </a:prstGeom>
          <a:solidFill>
            <a:srgbClr val="DCE4F3"/>
          </a:solidFill>
          <a:ln w="12700">
            <a:solidFill>
              <a:srgbClr val="05366C"/>
            </a:solidFill>
          </a:ln>
        </p:spPr>
        <p:txBody>
          <a:bodyPr/>
          <a:lstStyle/>
          <a:p>
            <a:endParaRPr lang="LID4096"/>
          </a:p>
        </p:txBody>
      </p:sp>
      <p:sp>
        <p:nvSpPr>
          <p:cNvPr id="20" name="Rectangle"/>
          <p:cNvSpPr/>
          <p:nvPr/>
        </p:nvSpPr>
        <p:spPr>
          <a:xfrm>
            <a:off x="3383280" y="4582008"/>
            <a:ext cx="4800600" cy="384048"/>
          </a:xfrm>
          <a:prstGeom prst="rect">
            <a:avLst/>
          </a:prstGeom>
          <a:solidFill>
            <a:srgbClr val="DCE4F3"/>
          </a:solidFill>
          <a:ln w="12700">
            <a:solidFill>
              <a:srgbClr val="05366C"/>
            </a:solidFill>
          </a:ln>
        </p:spPr>
        <p:txBody>
          <a:bodyPr/>
          <a:lstStyle/>
          <a:p>
            <a:endParaRPr lang="LID4096"/>
          </a:p>
        </p:txBody>
      </p:sp>
      <p:cxnSp>
        <p:nvCxnSpPr>
          <p:cNvPr id="21" name="Line"/>
          <p:cNvCxnSpPr/>
          <p:nvPr/>
        </p:nvCxnSpPr>
        <p:spPr>
          <a:xfrm>
            <a:off x="960120" y="5267808"/>
            <a:ext cx="8028000" cy="0"/>
          </a:xfrm>
          <a:prstGeom prst="line">
            <a:avLst/>
          </a:prstGeom>
          <a:ln w="28575" cap="rnd">
            <a:solidFill>
              <a:srgbClr val="05366C"/>
            </a:solidFill>
            <a:tailEnd type="triangle"/>
          </a:ln>
        </p:spPr>
      </p:cxnSp>
      <p:sp>
        <p:nvSpPr>
          <p:cNvPr id="22" name="Text"/>
          <p:cNvSpPr txBox="1"/>
          <p:nvPr/>
        </p:nvSpPr>
        <p:spPr>
          <a:xfrm>
            <a:off x="960120" y="3531750"/>
            <a:ext cx="2160000" cy="396000"/>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50% overlap</a:t>
            </a:r>
            <a:endParaRPr lang="en-US" sz="2800" dirty="0">
              <a:solidFill>
                <a:srgbClr val="05366C"/>
              </a:solidFill>
            </a:endParaRPr>
          </a:p>
        </p:txBody>
      </p:sp>
      <p:sp>
        <p:nvSpPr>
          <p:cNvPr id="23" name="Text"/>
          <p:cNvSpPr txBox="1"/>
          <p:nvPr/>
        </p:nvSpPr>
        <p:spPr>
          <a:xfrm>
            <a:off x="868680" y="5450688"/>
            <a:ext cx="7992000" cy="360000"/>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New result every 2.56 seconds while using 5.12 seconds of signal data</a:t>
            </a:r>
            <a:endParaRPr lang="en-US" sz="2000" dirty="0">
              <a:solidFill>
                <a:srgbClr val="05366C"/>
              </a:solidFill>
            </a:endParaRPr>
          </a:p>
        </p:txBody>
      </p:sp>
      <p:sp>
        <p:nvSpPr>
          <p:cNvPr id="26" name="Slide Number Placeholder 1">
            <a:extLst>
              <a:ext uri="{FF2B5EF4-FFF2-40B4-BE49-F238E27FC236}">
                <a16:creationId xmlns:a16="http://schemas.microsoft.com/office/drawing/2014/main" id="{9AF78E33-9968-9ABE-7400-D7C6D6797B5E}"/>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8</a:t>
            </a:r>
          </a:p>
        </p:txBody>
      </p:sp>
    </p:spTree>
  </p:cSld>
  <p:clrMapOvr>
    <a:masterClrMapping/>
  </p:clrMapOvr>
  <p:transition spd="slow">
    <p:fade thruBlk="1"/>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647B0D-CA2C-2D82-65F5-0C6CD9FD81A7}"/>
            </a:ext>
          </a:extLst>
        </p:cNvPr>
        <p:cNvGrpSpPr/>
        <p:nvPr/>
      </p:nvGrpSpPr>
      <p:grpSpPr>
        <a:xfrm>
          <a:off x="0" y="0"/>
          <a:ext cx="0" cy="0"/>
          <a:chOff x="0" y="0"/>
          <a:chExt cx="0" cy="0"/>
        </a:xfrm>
      </p:grpSpPr>
      <p:sp>
        <p:nvSpPr>
          <p:cNvPr id="42" name="Slide Number Placeholder 1">
            <a:extLst>
              <a:ext uri="{FF2B5EF4-FFF2-40B4-BE49-F238E27FC236}">
                <a16:creationId xmlns:a16="http://schemas.microsoft.com/office/drawing/2014/main" id="{D4F916B5-CD1B-685A-0925-205A3C7B4581}"/>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9</a:t>
            </a:r>
          </a:p>
        </p:txBody>
      </p:sp>
      <p:pic>
        <p:nvPicPr>
          <p:cNvPr id="17" name="Picture 16">
            <a:extLst>
              <a:ext uri="{FF2B5EF4-FFF2-40B4-BE49-F238E27FC236}">
                <a16:creationId xmlns:a16="http://schemas.microsoft.com/office/drawing/2014/main" id="{0F031AC2-39B2-A275-C8DF-8FAA572F255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07988" y="1081458"/>
            <a:ext cx="2700000" cy="3600000"/>
          </a:xfrm>
          <a:prstGeom prst="rect">
            <a:avLst/>
          </a:prstGeom>
          <a:ln w="19050">
            <a:solidFill>
              <a:srgbClr val="05366C"/>
            </a:solidFill>
          </a:ln>
        </p:spPr>
      </p:pic>
      <p:pic>
        <p:nvPicPr>
          <p:cNvPr id="3" name="Picture 2">
            <a:extLst>
              <a:ext uri="{FF2B5EF4-FFF2-40B4-BE49-F238E27FC236}">
                <a16:creationId xmlns:a16="http://schemas.microsoft.com/office/drawing/2014/main" id="{842C83B1-8DEE-AF60-50C9-4B3B53DEB1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84012" y="1081458"/>
            <a:ext cx="2700000" cy="3600000"/>
          </a:xfrm>
          <a:prstGeom prst="rect">
            <a:avLst/>
          </a:prstGeom>
          <a:ln w="19050">
            <a:solidFill>
              <a:srgbClr val="05366C"/>
            </a:solidFill>
          </a:ln>
        </p:spPr>
      </p:pic>
      <p:pic>
        <p:nvPicPr>
          <p:cNvPr id="4" name="Picture 3">
            <a:extLst>
              <a:ext uri="{FF2B5EF4-FFF2-40B4-BE49-F238E27FC236}">
                <a16:creationId xmlns:a16="http://schemas.microsoft.com/office/drawing/2014/main" id="{1EDF94A2-2428-01D0-1949-5CB55D108905}"/>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299996" y="1081458"/>
            <a:ext cx="2700000" cy="3600000"/>
          </a:xfrm>
          <a:prstGeom prst="rect">
            <a:avLst/>
          </a:prstGeom>
          <a:ln w="19050">
            <a:solidFill>
              <a:srgbClr val="05366C"/>
            </a:solidFill>
          </a:ln>
        </p:spPr>
      </p:pic>
      <p:pic>
        <p:nvPicPr>
          <p:cNvPr id="5" name="Picture 4">
            <a:extLst>
              <a:ext uri="{FF2B5EF4-FFF2-40B4-BE49-F238E27FC236}">
                <a16:creationId xmlns:a16="http://schemas.microsoft.com/office/drawing/2014/main" id="{554726D5-42BE-B8AE-6DFD-22CB61AD584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6192004" y="1081458"/>
            <a:ext cx="2700000" cy="3600000"/>
          </a:xfrm>
          <a:prstGeom prst="rect">
            <a:avLst/>
          </a:prstGeom>
          <a:ln w="19050">
            <a:solidFill>
              <a:srgbClr val="05366C"/>
            </a:solidFill>
          </a:ln>
        </p:spPr>
      </p:pic>
      <p:sp>
        <p:nvSpPr>
          <p:cNvPr id="6" name="Rectangle 5">
            <a:extLst>
              <a:ext uri="{FF2B5EF4-FFF2-40B4-BE49-F238E27FC236}">
                <a16:creationId xmlns:a16="http://schemas.microsoft.com/office/drawing/2014/main" id="{29D70B0D-6049-F906-0DAB-89D340C16822}"/>
              </a:ext>
            </a:extLst>
          </p:cNvPr>
          <p:cNvSpPr/>
          <p:nvPr/>
        </p:nvSpPr>
        <p:spPr>
          <a:xfrm>
            <a:off x="1019988" y="5050825"/>
            <a:ext cx="1476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Time Signal</a:t>
            </a:r>
            <a:endParaRPr lang="LID4096" sz="2000" b="1" dirty="0" err="1">
              <a:solidFill>
                <a:srgbClr val="05366C"/>
              </a:solidFill>
            </a:endParaRPr>
          </a:p>
        </p:txBody>
      </p:sp>
      <p:sp>
        <p:nvSpPr>
          <p:cNvPr id="7" name="Rectangle 6">
            <a:extLst>
              <a:ext uri="{FF2B5EF4-FFF2-40B4-BE49-F238E27FC236}">
                <a16:creationId xmlns:a16="http://schemas.microsoft.com/office/drawing/2014/main" id="{07F0D9C2-BCAA-5420-EBBB-3224437EB883}"/>
              </a:ext>
            </a:extLst>
          </p:cNvPr>
          <p:cNvSpPr/>
          <p:nvPr/>
        </p:nvSpPr>
        <p:spPr>
          <a:xfrm>
            <a:off x="3911996" y="5050825"/>
            <a:ext cx="1476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Frequency Spectrum</a:t>
            </a:r>
            <a:endParaRPr lang="LID4096" sz="2000" b="1" dirty="0" err="1">
              <a:solidFill>
                <a:srgbClr val="05366C"/>
              </a:solidFill>
            </a:endParaRPr>
          </a:p>
        </p:txBody>
      </p:sp>
      <p:sp>
        <p:nvSpPr>
          <p:cNvPr id="8" name="Rectangle 7">
            <a:extLst>
              <a:ext uri="{FF2B5EF4-FFF2-40B4-BE49-F238E27FC236}">
                <a16:creationId xmlns:a16="http://schemas.microsoft.com/office/drawing/2014/main" id="{D9242762-F992-09E3-45CD-697F0B7D07FF}"/>
              </a:ext>
            </a:extLst>
          </p:cNvPr>
          <p:cNvSpPr/>
          <p:nvPr/>
        </p:nvSpPr>
        <p:spPr>
          <a:xfrm>
            <a:off x="6804004" y="5056543"/>
            <a:ext cx="1476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Dominant Peaks</a:t>
            </a:r>
            <a:endParaRPr lang="LID4096" sz="2000" b="1" dirty="0" err="1">
              <a:solidFill>
                <a:srgbClr val="05366C"/>
              </a:solidFill>
            </a:endParaRPr>
          </a:p>
        </p:txBody>
      </p:sp>
      <p:cxnSp>
        <p:nvCxnSpPr>
          <p:cNvPr id="9" name="Straight Arrow Connector 8">
            <a:extLst>
              <a:ext uri="{FF2B5EF4-FFF2-40B4-BE49-F238E27FC236}">
                <a16:creationId xmlns:a16="http://schemas.microsoft.com/office/drawing/2014/main" id="{43E3AD71-FAAE-D408-0872-4556742E92E7}"/>
              </a:ext>
            </a:extLst>
          </p:cNvPr>
          <p:cNvCxnSpPr>
            <a:cxnSpLocks/>
            <a:stCxn id="6" idx="3"/>
            <a:endCxn id="7" idx="1"/>
          </p:cNvCxnSpPr>
          <p:nvPr/>
        </p:nvCxnSpPr>
        <p:spPr>
          <a:xfrm>
            <a:off x="2495988" y="5410825"/>
            <a:ext cx="1416008" cy="0"/>
          </a:xfrm>
          <a:prstGeom prst="straightConnector1">
            <a:avLst/>
          </a:prstGeom>
          <a:ln w="28575">
            <a:solidFill>
              <a:srgbClr val="05366C"/>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83A5B12C-DB40-1E8C-212A-107E90A84A69}"/>
              </a:ext>
            </a:extLst>
          </p:cNvPr>
          <p:cNvCxnSpPr>
            <a:cxnSpLocks/>
            <a:stCxn id="7" idx="3"/>
            <a:endCxn id="8" idx="1"/>
          </p:cNvCxnSpPr>
          <p:nvPr/>
        </p:nvCxnSpPr>
        <p:spPr>
          <a:xfrm>
            <a:off x="5387996" y="5410825"/>
            <a:ext cx="1416008" cy="5718"/>
          </a:xfrm>
          <a:prstGeom prst="straightConnector1">
            <a:avLst/>
          </a:prstGeom>
          <a:ln w="28575">
            <a:solidFill>
              <a:srgbClr val="05366C"/>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DF6114D-E01C-2975-E611-EEBB34C05FDE}"/>
              </a:ext>
            </a:extLst>
          </p:cNvPr>
          <p:cNvSpPr/>
          <p:nvPr/>
        </p:nvSpPr>
        <p:spPr>
          <a:xfrm>
            <a:off x="9696012" y="5050825"/>
            <a:ext cx="1476000" cy="720000"/>
          </a:xfrm>
          <a:prstGeom prst="rect">
            <a:avLst/>
          </a:prstGeom>
          <a:solidFill>
            <a:srgbClr val="FFFFFF"/>
          </a:solidFill>
          <a:ln w="19050">
            <a:solidFill>
              <a:srgbClr val="0536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05366C"/>
                </a:solidFill>
              </a:rPr>
              <a:t>BPM</a:t>
            </a:r>
            <a:br>
              <a:rPr lang="en-US" sz="2000" b="1" dirty="0">
                <a:solidFill>
                  <a:srgbClr val="05366C"/>
                </a:solidFill>
              </a:rPr>
            </a:br>
            <a:r>
              <a:rPr lang="en-US" sz="2000" b="1" dirty="0">
                <a:solidFill>
                  <a:srgbClr val="05366C"/>
                </a:solidFill>
              </a:rPr>
              <a:t>Value</a:t>
            </a:r>
            <a:endParaRPr lang="LID4096" sz="2000" b="1" dirty="0" err="1">
              <a:solidFill>
                <a:srgbClr val="05366C"/>
              </a:solidFill>
            </a:endParaRPr>
          </a:p>
        </p:txBody>
      </p:sp>
      <p:cxnSp>
        <p:nvCxnSpPr>
          <p:cNvPr id="26" name="Straight Arrow Connector 25">
            <a:extLst>
              <a:ext uri="{FF2B5EF4-FFF2-40B4-BE49-F238E27FC236}">
                <a16:creationId xmlns:a16="http://schemas.microsoft.com/office/drawing/2014/main" id="{93BD7161-4EE1-B0F9-09C1-9C8AE7BAD528}"/>
              </a:ext>
            </a:extLst>
          </p:cNvPr>
          <p:cNvCxnSpPr>
            <a:cxnSpLocks/>
            <a:stCxn id="8" idx="3"/>
            <a:endCxn id="11" idx="1"/>
          </p:cNvCxnSpPr>
          <p:nvPr/>
        </p:nvCxnSpPr>
        <p:spPr>
          <a:xfrm flipV="1">
            <a:off x="8280004" y="5410825"/>
            <a:ext cx="1416008" cy="5718"/>
          </a:xfrm>
          <a:prstGeom prst="straightConnector1">
            <a:avLst/>
          </a:prstGeom>
          <a:ln w="28575">
            <a:solidFill>
              <a:srgbClr val="05366C"/>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3FE1C8B-2D68-ED9A-A2CC-A64F04B57FB7}"/>
              </a:ext>
            </a:extLst>
          </p:cNvPr>
          <p:cNvSpPr txBox="1"/>
          <p:nvPr/>
        </p:nvSpPr>
        <p:spPr>
          <a:xfrm>
            <a:off x="2843992" y="5093462"/>
            <a:ext cx="720000" cy="305405"/>
          </a:xfrm>
          <a:prstGeom prst="rect">
            <a:avLst/>
          </a:prstGeom>
          <a:noFill/>
        </p:spPr>
        <p:txBody>
          <a:bodyPr wrap="square" lIns="0" tIns="0" rIns="0" bIns="0" rtlCol="0" anchor="t" anchorCtr="0">
            <a:spAutoFit/>
          </a:bodyPr>
          <a:lstStyle/>
          <a:p>
            <a:pPr algn="ctr">
              <a:lnSpc>
                <a:spcPct val="107000"/>
              </a:lnSpc>
            </a:pPr>
            <a:r>
              <a:rPr lang="en-US" sz="2000" dirty="0">
                <a:solidFill>
                  <a:srgbClr val="05366C"/>
                </a:solidFill>
              </a:rPr>
              <a:t>FFT</a:t>
            </a:r>
            <a:endParaRPr lang="LID4096" sz="2000" dirty="0" err="1">
              <a:solidFill>
                <a:srgbClr val="05366C"/>
              </a:solidFill>
            </a:endParaRPr>
          </a:p>
        </p:txBody>
      </p:sp>
      <p:sp>
        <p:nvSpPr>
          <p:cNvPr id="19" name="TextBox 18">
            <a:extLst>
              <a:ext uri="{FF2B5EF4-FFF2-40B4-BE49-F238E27FC236}">
                <a16:creationId xmlns:a16="http://schemas.microsoft.com/office/drawing/2014/main" id="{5481BD05-4C72-B660-6EFE-F0A111EACB64}"/>
              </a:ext>
            </a:extLst>
          </p:cNvPr>
          <p:cNvSpPr txBox="1"/>
          <p:nvPr/>
        </p:nvSpPr>
        <p:spPr>
          <a:xfrm>
            <a:off x="5520000" y="5093462"/>
            <a:ext cx="1152000" cy="634726"/>
          </a:xfrm>
          <a:prstGeom prst="rect">
            <a:avLst/>
          </a:prstGeom>
          <a:noFill/>
        </p:spPr>
        <p:txBody>
          <a:bodyPr wrap="square" lIns="0" tIns="0" rIns="0" bIns="0" rtlCol="0" anchor="t" anchorCtr="0">
            <a:spAutoFit/>
          </a:bodyPr>
          <a:lstStyle/>
          <a:p>
            <a:pPr algn="ctr">
              <a:lnSpc>
                <a:spcPct val="107000"/>
              </a:lnSpc>
            </a:pPr>
            <a:r>
              <a:rPr lang="en-US" sz="2000" dirty="0">
                <a:solidFill>
                  <a:srgbClr val="05366C"/>
                </a:solidFill>
              </a:rPr>
              <a:t>Peak</a:t>
            </a:r>
            <a:br>
              <a:rPr lang="en-US" sz="2000" dirty="0">
                <a:solidFill>
                  <a:srgbClr val="05366C"/>
                </a:solidFill>
              </a:rPr>
            </a:br>
            <a:r>
              <a:rPr lang="en-US" sz="2000" dirty="0">
                <a:solidFill>
                  <a:srgbClr val="05366C"/>
                </a:solidFill>
              </a:rPr>
              <a:t>Detection</a:t>
            </a:r>
            <a:endParaRPr lang="LID4096" sz="2000" dirty="0">
              <a:solidFill>
                <a:srgbClr val="05366C"/>
              </a:solidFill>
            </a:endParaRPr>
          </a:p>
        </p:txBody>
      </p:sp>
      <p:sp>
        <p:nvSpPr>
          <p:cNvPr id="20" name="TextBox 19">
            <a:extLst>
              <a:ext uri="{FF2B5EF4-FFF2-40B4-BE49-F238E27FC236}">
                <a16:creationId xmlns:a16="http://schemas.microsoft.com/office/drawing/2014/main" id="{7453D9A7-F12E-C578-A6EB-165B957D6A8A}"/>
              </a:ext>
            </a:extLst>
          </p:cNvPr>
          <p:cNvSpPr txBox="1"/>
          <p:nvPr/>
        </p:nvSpPr>
        <p:spPr>
          <a:xfrm>
            <a:off x="8346006" y="5093462"/>
            <a:ext cx="1284004" cy="634726"/>
          </a:xfrm>
          <a:prstGeom prst="rect">
            <a:avLst/>
          </a:prstGeom>
          <a:noFill/>
        </p:spPr>
        <p:txBody>
          <a:bodyPr wrap="square" lIns="0" tIns="0" rIns="0" bIns="0" rtlCol="0" anchor="t" anchorCtr="0">
            <a:spAutoFit/>
          </a:bodyPr>
          <a:lstStyle/>
          <a:p>
            <a:pPr algn="ctr">
              <a:lnSpc>
                <a:spcPct val="107000"/>
              </a:lnSpc>
            </a:pPr>
            <a:r>
              <a:rPr lang="en-US" sz="2000" dirty="0">
                <a:solidFill>
                  <a:srgbClr val="05366C"/>
                </a:solidFill>
              </a:rPr>
              <a:t>HR Calculation</a:t>
            </a:r>
            <a:endParaRPr lang="LID4096" sz="2000" dirty="0">
              <a:solidFill>
                <a:srgbClr val="05366C"/>
              </a:solidFill>
            </a:endParaRPr>
          </a:p>
        </p:txBody>
      </p:sp>
      <p:sp>
        <p:nvSpPr>
          <p:cNvPr id="22" name="Text">
            <a:extLst>
              <a:ext uri="{FF2B5EF4-FFF2-40B4-BE49-F238E27FC236}">
                <a16:creationId xmlns:a16="http://schemas.microsoft.com/office/drawing/2014/main" id="{D0251111-E09C-CEA7-5C4D-A8D1A61E2EC1}"/>
              </a:ext>
            </a:extLst>
          </p:cNvPr>
          <p:cNvSpPr txBox="1"/>
          <p:nvPr/>
        </p:nvSpPr>
        <p:spPr>
          <a:xfrm>
            <a:off x="407988" y="454373"/>
            <a:ext cx="7032718" cy="504000"/>
          </a:xfrm>
          <a:prstGeom prst="rect">
            <a:avLst/>
          </a:prstGeom>
          <a:noFill/>
          <a:ln>
            <a:noFill/>
          </a:ln>
        </p:spPr>
        <p:txBody>
          <a:bodyPr wrap="square" lIns="0" tIns="0" rIns="0" bIns="0"/>
          <a:lstStyle/>
          <a:p>
            <a:pPr algn="l">
              <a:lnSpc>
                <a:spcPct val="105000"/>
              </a:lnSpc>
            </a:pPr>
            <a:r>
              <a:rPr lang="en-US" sz="3200" b="1" dirty="0">
                <a:solidFill>
                  <a:srgbClr val="05366C"/>
                </a:solidFill>
                <a:latin typeface="+mj-lt"/>
                <a:ea typeface="Aptos"/>
                <a:cs typeface="Aptos"/>
              </a:rPr>
              <a:t>Signal processing and visualization</a:t>
            </a:r>
            <a:endParaRPr lang="en-US" sz="3200" dirty="0">
              <a:solidFill>
                <a:srgbClr val="05366C"/>
              </a:solidFill>
              <a:latin typeface="+mj-lt"/>
            </a:endParaRPr>
          </a:p>
        </p:txBody>
      </p:sp>
    </p:spTree>
    <p:extLst>
      <p:ext uri="{BB962C8B-B14F-4D97-AF65-F5344CB8AC3E}">
        <p14:creationId xmlns:p14="http://schemas.microsoft.com/office/powerpoint/2010/main" val="1156248211"/>
      </p:ext>
    </p:extLst>
  </p:cSld>
  <p:clrMapOvr>
    <a:masterClrMapping/>
  </p:clrMapOvr>
  <p:transition spd="slow">
    <p:fade thruBlk="1"/>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C6B0C-CDCF-4662-B9B6-485AA9DC077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3BE408B-06E8-1232-5316-189CB7B84091}"/>
              </a:ext>
            </a:extLst>
          </p:cNvPr>
          <p:cNvSpPr>
            <a:spLocks noGrp="1"/>
          </p:cNvSpPr>
          <p:nvPr>
            <p:ph type="title"/>
          </p:nvPr>
        </p:nvSpPr>
        <p:spPr/>
        <p:txBody>
          <a:bodyPr/>
          <a:lstStyle/>
          <a:p>
            <a:r>
              <a:rPr lang="en-US" dirty="0"/>
              <a:t>ECG</a:t>
            </a:r>
            <a:endParaRPr lang="LID4096" dirty="0"/>
          </a:p>
        </p:txBody>
      </p:sp>
    </p:spTree>
    <p:extLst>
      <p:ext uri="{BB962C8B-B14F-4D97-AF65-F5344CB8AC3E}">
        <p14:creationId xmlns:p14="http://schemas.microsoft.com/office/powerpoint/2010/main" val="35085257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D983D-2B5A-6D0B-7582-47F0A06D7DE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0B6BD4-E2A1-0819-6FEF-0C41D5EA29A1}"/>
              </a:ext>
            </a:extLst>
          </p:cNvPr>
          <p:cNvSpPr>
            <a:spLocks noGrp="1"/>
          </p:cNvSpPr>
          <p:nvPr>
            <p:ph type="title"/>
          </p:nvPr>
        </p:nvSpPr>
        <p:spPr/>
        <p:txBody>
          <a:bodyPr/>
          <a:lstStyle/>
          <a:p>
            <a:r>
              <a:rPr lang="en-US" dirty="0"/>
              <a:t>Slide 11 (not needed?)</a:t>
            </a:r>
            <a:endParaRPr lang="LID4096" dirty="0"/>
          </a:p>
        </p:txBody>
      </p:sp>
    </p:spTree>
    <p:extLst>
      <p:ext uri="{BB962C8B-B14F-4D97-AF65-F5344CB8AC3E}">
        <p14:creationId xmlns:p14="http://schemas.microsoft.com/office/powerpoint/2010/main" val="34048706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BFCF8-E420-C454-FC02-005D2AE7EB1B}"/>
            </a:ext>
          </a:extLst>
        </p:cNvPr>
        <p:cNvGrpSpPr/>
        <p:nvPr/>
      </p:nvGrpSpPr>
      <p:grpSpPr>
        <a:xfrm>
          <a:off x="0" y="0"/>
          <a:ext cx="0" cy="0"/>
          <a:chOff x="0" y="0"/>
          <a:chExt cx="0" cy="0"/>
        </a:xfrm>
      </p:grpSpPr>
      <p:sp>
        <p:nvSpPr>
          <p:cNvPr id="6" name="Text">
            <a:extLst>
              <a:ext uri="{FF2B5EF4-FFF2-40B4-BE49-F238E27FC236}">
                <a16:creationId xmlns:a16="http://schemas.microsoft.com/office/drawing/2014/main" id="{726B2C70-E788-E909-50BC-7F8F580244A7}"/>
              </a:ext>
            </a:extLst>
          </p:cNvPr>
          <p:cNvSpPr txBox="1"/>
          <p:nvPr/>
        </p:nvSpPr>
        <p:spPr>
          <a:xfrm>
            <a:off x="731520" y="1047312"/>
            <a:ext cx="4647304" cy="504000"/>
          </a:xfrm>
          <a:prstGeom prst="rect">
            <a:avLst/>
          </a:prstGeom>
          <a:noFill/>
          <a:ln>
            <a:noFill/>
          </a:ln>
        </p:spPr>
        <p:txBody>
          <a:bodyPr wrap="square" lIns="0" tIns="0" rIns="0" bIns="0"/>
          <a:lstStyle/>
          <a:p>
            <a:pPr algn="l">
              <a:lnSpc>
                <a:spcPct val="105000"/>
              </a:lnSpc>
            </a:pPr>
            <a:r>
              <a:rPr lang="en-US" sz="3200" b="1" dirty="0">
                <a:solidFill>
                  <a:srgbClr val="05366C"/>
                </a:solidFill>
                <a:latin typeface="+mj-lt"/>
                <a:ea typeface="Aptos"/>
                <a:cs typeface="Aptos"/>
              </a:rPr>
              <a:t>Accuracy</a:t>
            </a:r>
            <a:endParaRPr lang="en-US" sz="3200" dirty="0">
              <a:solidFill>
                <a:srgbClr val="05366C"/>
              </a:solidFill>
              <a:latin typeface="+mj-lt"/>
            </a:endParaRPr>
          </a:p>
        </p:txBody>
      </p:sp>
      <p:sp>
        <p:nvSpPr>
          <p:cNvPr id="7" name="Rectangle">
            <a:extLst>
              <a:ext uri="{FF2B5EF4-FFF2-40B4-BE49-F238E27FC236}">
                <a16:creationId xmlns:a16="http://schemas.microsoft.com/office/drawing/2014/main" id="{1472F842-E927-519D-4178-A2FFBD26607D}"/>
              </a:ext>
            </a:extLst>
          </p:cNvPr>
          <p:cNvSpPr/>
          <p:nvPr/>
        </p:nvSpPr>
        <p:spPr>
          <a:xfrm>
            <a:off x="731520" y="1747368"/>
            <a:ext cx="2160000" cy="1143000"/>
          </a:xfrm>
          <a:prstGeom prst="rect">
            <a:avLst/>
          </a:prstGeom>
          <a:solidFill>
            <a:srgbClr val="DCE4F3"/>
          </a:solidFill>
          <a:ln w="19050">
            <a:solidFill>
              <a:srgbClr val="05366C"/>
            </a:solidFill>
          </a:ln>
        </p:spPr>
        <p:txBody>
          <a:bodyPr/>
          <a:lstStyle/>
          <a:p>
            <a:endParaRPr lang="LID4096"/>
          </a:p>
        </p:txBody>
      </p:sp>
      <p:sp>
        <p:nvSpPr>
          <p:cNvPr id="8" name="Text">
            <a:extLst>
              <a:ext uri="{FF2B5EF4-FFF2-40B4-BE49-F238E27FC236}">
                <a16:creationId xmlns:a16="http://schemas.microsoft.com/office/drawing/2014/main" id="{3DDB7EC9-19C4-FB51-0CDE-F32F91C1F29D}"/>
              </a:ext>
            </a:extLst>
          </p:cNvPr>
          <p:cNvSpPr txBox="1"/>
          <p:nvPr/>
        </p:nvSpPr>
        <p:spPr>
          <a:xfrm>
            <a:off x="84124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0.195 Hz</a:t>
            </a:r>
            <a:endParaRPr lang="en-US" sz="2800" dirty="0">
              <a:solidFill>
                <a:srgbClr val="05366C"/>
              </a:solidFill>
            </a:endParaRPr>
          </a:p>
        </p:txBody>
      </p:sp>
      <p:sp>
        <p:nvSpPr>
          <p:cNvPr id="9" name="Text">
            <a:extLst>
              <a:ext uri="{FF2B5EF4-FFF2-40B4-BE49-F238E27FC236}">
                <a16:creationId xmlns:a16="http://schemas.microsoft.com/office/drawing/2014/main" id="{3A3A2681-1289-A67C-7068-B0C0CDE8582B}"/>
              </a:ext>
            </a:extLst>
          </p:cNvPr>
          <p:cNvSpPr txBox="1"/>
          <p:nvPr/>
        </p:nvSpPr>
        <p:spPr>
          <a:xfrm>
            <a:off x="841248" y="2488032"/>
            <a:ext cx="1920240" cy="347472"/>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bin spacing</a:t>
            </a:r>
            <a:endParaRPr lang="en-US" sz="2000" dirty="0">
              <a:solidFill>
                <a:srgbClr val="05366C"/>
              </a:solidFill>
            </a:endParaRPr>
          </a:p>
        </p:txBody>
      </p:sp>
      <p:sp>
        <p:nvSpPr>
          <p:cNvPr id="10" name="Rectangle">
            <a:extLst>
              <a:ext uri="{FF2B5EF4-FFF2-40B4-BE49-F238E27FC236}">
                <a16:creationId xmlns:a16="http://schemas.microsoft.com/office/drawing/2014/main" id="{D1B73656-2F69-4210-0168-630DF7B2417F}"/>
              </a:ext>
            </a:extLst>
          </p:cNvPr>
          <p:cNvSpPr/>
          <p:nvPr/>
        </p:nvSpPr>
        <p:spPr>
          <a:xfrm>
            <a:off x="3520440" y="1747368"/>
            <a:ext cx="2160000" cy="1143000"/>
          </a:xfrm>
          <a:prstGeom prst="rect">
            <a:avLst/>
          </a:prstGeom>
          <a:solidFill>
            <a:srgbClr val="DCE4F3"/>
          </a:solidFill>
          <a:ln w="19050">
            <a:solidFill>
              <a:srgbClr val="05366C"/>
            </a:solidFill>
          </a:ln>
        </p:spPr>
        <p:txBody>
          <a:bodyPr/>
          <a:lstStyle/>
          <a:p>
            <a:endParaRPr lang="LID4096"/>
          </a:p>
        </p:txBody>
      </p:sp>
      <p:sp>
        <p:nvSpPr>
          <p:cNvPr id="11" name="Text">
            <a:extLst>
              <a:ext uri="{FF2B5EF4-FFF2-40B4-BE49-F238E27FC236}">
                <a16:creationId xmlns:a16="http://schemas.microsoft.com/office/drawing/2014/main" id="{1443A46D-3D3F-94F5-C607-1C994BDDDF2F}"/>
              </a:ext>
            </a:extLst>
          </p:cNvPr>
          <p:cNvSpPr txBox="1"/>
          <p:nvPr/>
        </p:nvSpPr>
        <p:spPr>
          <a:xfrm>
            <a:off x="3630168" y="2003400"/>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11.7 bpm</a:t>
            </a:r>
            <a:endParaRPr lang="en-US" sz="2800" dirty="0">
              <a:solidFill>
                <a:srgbClr val="05366C"/>
              </a:solidFill>
            </a:endParaRPr>
          </a:p>
        </p:txBody>
      </p:sp>
      <p:sp>
        <p:nvSpPr>
          <p:cNvPr id="12" name="Text">
            <a:extLst>
              <a:ext uri="{FF2B5EF4-FFF2-40B4-BE49-F238E27FC236}">
                <a16:creationId xmlns:a16="http://schemas.microsoft.com/office/drawing/2014/main" id="{451E3CD1-90D2-9479-2132-CDD075760FF0}"/>
              </a:ext>
            </a:extLst>
          </p:cNvPr>
          <p:cNvSpPr txBox="1"/>
          <p:nvPr/>
        </p:nvSpPr>
        <p:spPr>
          <a:xfrm>
            <a:off x="3630168" y="2488032"/>
            <a:ext cx="2016000" cy="349200"/>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raw bin resolution</a:t>
            </a:r>
            <a:endParaRPr lang="en-US" sz="2000" dirty="0">
              <a:solidFill>
                <a:srgbClr val="05366C"/>
              </a:solidFill>
            </a:endParaRPr>
          </a:p>
        </p:txBody>
      </p:sp>
      <p:sp>
        <p:nvSpPr>
          <p:cNvPr id="13" name="Rectangle">
            <a:extLst>
              <a:ext uri="{FF2B5EF4-FFF2-40B4-BE49-F238E27FC236}">
                <a16:creationId xmlns:a16="http://schemas.microsoft.com/office/drawing/2014/main" id="{0F5D7518-E86F-83A6-01C7-C7B8B55E7084}"/>
              </a:ext>
            </a:extLst>
          </p:cNvPr>
          <p:cNvSpPr/>
          <p:nvPr/>
        </p:nvSpPr>
        <p:spPr>
          <a:xfrm>
            <a:off x="6074495" y="1714121"/>
            <a:ext cx="2629729" cy="1143000"/>
          </a:xfrm>
          <a:prstGeom prst="rect">
            <a:avLst/>
          </a:prstGeom>
          <a:solidFill>
            <a:srgbClr val="DCE4F3"/>
          </a:solidFill>
          <a:ln w="19050">
            <a:solidFill>
              <a:srgbClr val="05366C"/>
            </a:solidFill>
          </a:ln>
        </p:spPr>
        <p:txBody>
          <a:bodyPr/>
          <a:lstStyle/>
          <a:p>
            <a:endParaRPr lang="LID4096"/>
          </a:p>
        </p:txBody>
      </p:sp>
      <p:sp>
        <p:nvSpPr>
          <p:cNvPr id="14" name="Text">
            <a:extLst>
              <a:ext uri="{FF2B5EF4-FFF2-40B4-BE49-F238E27FC236}">
                <a16:creationId xmlns:a16="http://schemas.microsoft.com/office/drawing/2014/main" id="{D215992A-D642-42D8-140C-10AF222477D1}"/>
              </a:ext>
            </a:extLst>
          </p:cNvPr>
          <p:cNvSpPr txBox="1"/>
          <p:nvPr/>
        </p:nvSpPr>
        <p:spPr>
          <a:xfrm>
            <a:off x="6184224" y="1970153"/>
            <a:ext cx="1920240" cy="347472"/>
          </a:xfrm>
          <a:prstGeom prst="rect">
            <a:avLst/>
          </a:prstGeom>
          <a:noFill/>
          <a:ln>
            <a:noFill/>
          </a:ln>
        </p:spPr>
        <p:txBody>
          <a:bodyPr wrap="square" lIns="0" tIns="0" rIns="0" bIns="0"/>
          <a:lstStyle/>
          <a:p>
            <a:pPr algn="l">
              <a:lnSpc>
                <a:spcPct val="105000"/>
              </a:lnSpc>
            </a:pPr>
            <a:r>
              <a:rPr lang="en-US" sz="2800" b="1" dirty="0">
                <a:solidFill>
                  <a:srgbClr val="05366C"/>
                </a:solidFill>
              </a:rPr>
              <a:t>≈ 1 bpm</a:t>
            </a:r>
            <a:endParaRPr lang="en-US" sz="2800" dirty="0">
              <a:solidFill>
                <a:srgbClr val="05366C"/>
              </a:solidFill>
            </a:endParaRPr>
          </a:p>
        </p:txBody>
      </p:sp>
      <p:sp>
        <p:nvSpPr>
          <p:cNvPr id="15" name="Text">
            <a:extLst>
              <a:ext uri="{FF2B5EF4-FFF2-40B4-BE49-F238E27FC236}">
                <a16:creationId xmlns:a16="http://schemas.microsoft.com/office/drawing/2014/main" id="{449455C2-C505-46FF-DEF1-BC585700A4C2}"/>
              </a:ext>
            </a:extLst>
          </p:cNvPr>
          <p:cNvSpPr txBox="1"/>
          <p:nvPr/>
        </p:nvSpPr>
        <p:spPr>
          <a:xfrm>
            <a:off x="6184224" y="2454785"/>
            <a:ext cx="2520000" cy="349200"/>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interpolated resolution</a:t>
            </a:r>
            <a:endParaRPr lang="en-US" sz="2000" dirty="0">
              <a:solidFill>
                <a:srgbClr val="05366C"/>
              </a:solidFill>
            </a:endParaRPr>
          </a:p>
        </p:txBody>
      </p:sp>
      <p:sp>
        <p:nvSpPr>
          <p:cNvPr id="16" name="Rectangle">
            <a:extLst>
              <a:ext uri="{FF2B5EF4-FFF2-40B4-BE49-F238E27FC236}">
                <a16:creationId xmlns:a16="http://schemas.microsoft.com/office/drawing/2014/main" id="{8ADB2060-C764-844E-62A0-FF8BA10441EE}"/>
              </a:ext>
            </a:extLst>
          </p:cNvPr>
          <p:cNvSpPr/>
          <p:nvPr/>
        </p:nvSpPr>
        <p:spPr>
          <a:xfrm>
            <a:off x="9098280" y="1747368"/>
            <a:ext cx="2160000" cy="1143000"/>
          </a:xfrm>
          <a:prstGeom prst="rect">
            <a:avLst/>
          </a:prstGeom>
          <a:solidFill>
            <a:srgbClr val="DCE4F3"/>
          </a:solidFill>
          <a:ln w="19050">
            <a:solidFill>
              <a:srgbClr val="05366C"/>
            </a:solidFill>
          </a:ln>
        </p:spPr>
        <p:txBody>
          <a:bodyPr/>
          <a:lstStyle/>
          <a:p>
            <a:endParaRPr lang="LID4096"/>
          </a:p>
        </p:txBody>
      </p:sp>
      <p:sp>
        <p:nvSpPr>
          <p:cNvPr id="17" name="Text">
            <a:extLst>
              <a:ext uri="{FF2B5EF4-FFF2-40B4-BE49-F238E27FC236}">
                <a16:creationId xmlns:a16="http://schemas.microsoft.com/office/drawing/2014/main" id="{6970CC74-716E-B217-E78A-27C9BBA4CF6B}"/>
              </a:ext>
            </a:extLst>
          </p:cNvPr>
          <p:cNvSpPr txBox="1"/>
          <p:nvPr/>
        </p:nvSpPr>
        <p:spPr>
          <a:xfrm>
            <a:off x="9208008" y="2003400"/>
            <a:ext cx="1920240" cy="347472"/>
          </a:xfrm>
          <a:prstGeom prst="rect">
            <a:avLst/>
          </a:prstGeom>
          <a:noFill/>
          <a:ln>
            <a:noFill/>
          </a:ln>
        </p:spPr>
        <p:txBody>
          <a:bodyPr wrap="square" lIns="0" tIns="0" rIns="0" bIns="0"/>
          <a:lstStyle>
            <a:defPPr>
              <a:defRPr lang="de-DE"/>
            </a:defPPr>
            <a:lvl1pPr>
              <a:lnSpc>
                <a:spcPct val="105000"/>
              </a:lnSpc>
              <a:defRPr sz="2800" b="1">
                <a:solidFill>
                  <a:srgbClr val="05366C"/>
                </a:solidFill>
              </a:defRPr>
            </a:lvl1pPr>
          </a:lstStyle>
          <a:p>
            <a:r>
              <a:rPr lang="en-US" dirty="0"/>
              <a:t>± 5 bpm</a:t>
            </a:r>
          </a:p>
        </p:txBody>
      </p:sp>
      <p:sp>
        <p:nvSpPr>
          <p:cNvPr id="18" name="Text">
            <a:extLst>
              <a:ext uri="{FF2B5EF4-FFF2-40B4-BE49-F238E27FC236}">
                <a16:creationId xmlns:a16="http://schemas.microsoft.com/office/drawing/2014/main" id="{06B077EB-5663-431A-09DC-9BC0315BCDF5}"/>
              </a:ext>
            </a:extLst>
          </p:cNvPr>
          <p:cNvSpPr txBox="1"/>
          <p:nvPr/>
        </p:nvSpPr>
        <p:spPr>
          <a:xfrm>
            <a:off x="9208008" y="2488032"/>
            <a:ext cx="2052000" cy="349200"/>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practical accuracy</a:t>
            </a:r>
            <a:endParaRPr lang="en-US" sz="2000" dirty="0">
              <a:solidFill>
                <a:srgbClr val="05366C"/>
              </a:solidFill>
            </a:endParaRPr>
          </a:p>
        </p:txBody>
      </p:sp>
      <p:sp>
        <p:nvSpPr>
          <p:cNvPr id="22" name="Text">
            <a:extLst>
              <a:ext uri="{FF2B5EF4-FFF2-40B4-BE49-F238E27FC236}">
                <a16:creationId xmlns:a16="http://schemas.microsoft.com/office/drawing/2014/main" id="{44DD1BE0-D2D7-B08D-8A63-0C6F712E903E}"/>
              </a:ext>
            </a:extLst>
          </p:cNvPr>
          <p:cNvSpPr txBox="1"/>
          <p:nvPr/>
        </p:nvSpPr>
        <p:spPr>
          <a:xfrm>
            <a:off x="960120" y="3531750"/>
            <a:ext cx="3665668" cy="396000"/>
          </a:xfrm>
          <a:prstGeom prst="rect">
            <a:avLst/>
          </a:prstGeom>
          <a:noFill/>
          <a:ln>
            <a:noFill/>
          </a:ln>
        </p:spPr>
        <p:txBody>
          <a:bodyPr wrap="square" lIns="0" tIns="0" rIns="0" bIns="0"/>
          <a:lstStyle/>
          <a:p>
            <a:pPr algn="l">
              <a:lnSpc>
                <a:spcPct val="105000"/>
              </a:lnSpc>
            </a:pPr>
            <a:r>
              <a:rPr lang="en-US" sz="2800" b="1" dirty="0">
                <a:solidFill>
                  <a:srgbClr val="05366C"/>
                </a:solidFill>
                <a:ea typeface="Aptos"/>
                <a:cs typeface="Aptos"/>
              </a:rPr>
              <a:t>Sub-bin interpolation</a:t>
            </a:r>
            <a:endParaRPr lang="en-US" sz="2800" dirty="0">
              <a:solidFill>
                <a:srgbClr val="05366C"/>
              </a:solidFill>
            </a:endParaRPr>
          </a:p>
        </p:txBody>
      </p:sp>
      <p:sp>
        <p:nvSpPr>
          <p:cNvPr id="23" name="Text">
            <a:extLst>
              <a:ext uri="{FF2B5EF4-FFF2-40B4-BE49-F238E27FC236}">
                <a16:creationId xmlns:a16="http://schemas.microsoft.com/office/drawing/2014/main" id="{B7E3455E-DC23-1488-FA42-A5AE0780BECD}"/>
              </a:ext>
            </a:extLst>
          </p:cNvPr>
          <p:cNvSpPr txBox="1"/>
          <p:nvPr/>
        </p:nvSpPr>
        <p:spPr>
          <a:xfrm>
            <a:off x="868680" y="5450688"/>
            <a:ext cx="7992000" cy="360000"/>
          </a:xfrm>
          <a:prstGeom prst="rect">
            <a:avLst/>
          </a:prstGeom>
          <a:noFill/>
          <a:ln>
            <a:noFill/>
          </a:ln>
        </p:spPr>
        <p:txBody>
          <a:bodyPr wrap="square" lIns="0" tIns="0" rIns="0" bIns="0"/>
          <a:lstStyle/>
          <a:p>
            <a:pPr algn="l">
              <a:lnSpc>
                <a:spcPct val="105000"/>
              </a:lnSpc>
            </a:pPr>
            <a:r>
              <a:rPr lang="en-US" sz="2000" dirty="0">
                <a:solidFill>
                  <a:srgbClr val="05366C"/>
                </a:solidFill>
                <a:ea typeface="Aptos"/>
                <a:cs typeface="Aptos"/>
              </a:rPr>
              <a:t>New result every 2.56 seconds while using 5.12 seconds of signal data</a:t>
            </a:r>
            <a:endParaRPr lang="en-US" sz="2000" dirty="0">
              <a:solidFill>
                <a:srgbClr val="05366C"/>
              </a:solidFill>
            </a:endParaRPr>
          </a:p>
        </p:txBody>
      </p:sp>
      <p:sp>
        <p:nvSpPr>
          <p:cNvPr id="26" name="Slide Number Placeholder 1">
            <a:extLst>
              <a:ext uri="{FF2B5EF4-FFF2-40B4-BE49-F238E27FC236}">
                <a16:creationId xmlns:a16="http://schemas.microsoft.com/office/drawing/2014/main" id="{F75BDF0E-8D86-5538-6FFE-123AFC77A25C}"/>
              </a:ext>
            </a:extLst>
          </p:cNvPr>
          <p:cNvSpPr txBox="1">
            <a:spLocks/>
          </p:cNvSpPr>
          <p:nvPr/>
        </p:nvSpPr>
        <p:spPr bwMode="gray">
          <a:xfrm>
            <a:off x="11976000" y="6642000"/>
            <a:ext cx="216000" cy="216000"/>
          </a:xfrm>
          <a:prstGeom prst="rect">
            <a:avLst/>
          </a:prstGeom>
        </p:spPr>
        <p:txBody>
          <a:bodyPr vert="horz" lIns="0" tIns="0" rIns="0" bIns="0" rtlCol="0" anchor="ctr" anchorCtr="0">
            <a:noAutofit/>
          </a:bodyPr>
          <a:lstStyle>
            <a:defPPr>
              <a:defRPr lang="de-DE"/>
            </a:defPPr>
            <a:lvl1pPr marL="0" algn="l" defTabSz="914400" rtl="0" eaLnBrk="1" latinLnBrk="0" hangingPunct="1">
              <a:defRPr sz="9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dirty="0">
                <a:solidFill>
                  <a:schemeClr val="bg1">
                    <a:lumMod val="75000"/>
                  </a:schemeClr>
                </a:solidFill>
              </a:rPr>
              <a:t>12</a:t>
            </a:r>
          </a:p>
        </p:txBody>
      </p:sp>
      <p:pic>
        <p:nvPicPr>
          <p:cNvPr id="3" name="Picture 2">
            <a:extLst>
              <a:ext uri="{FF2B5EF4-FFF2-40B4-BE49-F238E27FC236}">
                <a16:creationId xmlns:a16="http://schemas.microsoft.com/office/drawing/2014/main" id="{44D036F0-4AA3-AA3D-7880-104C9E0608B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111609" y="2458845"/>
            <a:ext cx="5462090" cy="4096567"/>
          </a:xfrm>
          <a:prstGeom prst="rect">
            <a:avLst/>
          </a:prstGeom>
        </p:spPr>
      </p:pic>
    </p:spTree>
    <p:extLst>
      <p:ext uri="{BB962C8B-B14F-4D97-AF65-F5344CB8AC3E}">
        <p14:creationId xmlns:p14="http://schemas.microsoft.com/office/powerpoint/2010/main" val="1490189030"/>
      </p:ext>
    </p:extLst>
  </p:cSld>
  <p:clrMapOvr>
    <a:masterClrMapping/>
  </p:clrMapOvr>
  <p:transition spd="slow">
    <p:fade thruBlk="1"/>
  </p:transition>
</p:sld>
</file>

<file path=ppt/theme/theme1.xml><?xml version="1.0" encoding="utf-8"?>
<a:theme xmlns:a="http://schemas.openxmlformats.org/drawingml/2006/main" name="ZHAW">
  <a:themeElements>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05366C"/>
        </a:solidFill>
        <a:ln>
          <a:noFill/>
        </a:ln>
      </a:spPr>
      <a:bodyPr rtlCol="0" anchor="ctr"/>
      <a:lstStyle>
        <a:defPPr algn="ct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25400">
          <a:solidFill>
            <a:srgbClr val="05366C"/>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chor="t" anchorCtr="0">
        <a:spAutoFit/>
      </a:bodyPr>
      <a:lstStyle>
        <a:defPPr algn="l">
          <a:lnSpc>
            <a:spcPct val="107000"/>
          </a:lnSpc>
          <a:defRPr sz="1500" dirty="0" err="1" smtClean="0"/>
        </a:defPPr>
      </a:lstStyle>
    </a:txDef>
  </a:objectDefaults>
  <a:extraClrSchemeLst>
    <a:extraClrScheme>
      <a:clrScheme name="ZHAW Office Farben">
        <a:dk1>
          <a:srgbClr val="010101"/>
        </a:dk1>
        <a:lt1>
          <a:srgbClr val="FEFFFF"/>
        </a:lt1>
        <a:dk2>
          <a:srgbClr val="05366C"/>
        </a:dk2>
        <a:lt2>
          <a:srgbClr val="FFB0D4"/>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clrMap bg1="lt1" tx1="dk1" bg2="lt2" tx2="dk2" accent1="accent1" accent2="accent2" accent3="accent3" accent4="accent4" accent5="accent5" accent6="accent6" hlink="hlink" folHlink="folHlink"/>
    </a:extraClrScheme>
    <a:extraClrScheme>
      <a:clrScheme name="ZHAW SoE Office Farben">
        <a:dk1>
          <a:srgbClr val="000000"/>
        </a:dk1>
        <a:lt1>
          <a:srgbClr val="FFFFFF"/>
        </a:lt1>
        <a:dk2>
          <a:srgbClr val="05366C"/>
        </a:dk2>
        <a:lt2>
          <a:srgbClr val="DCE4F3"/>
        </a:lt2>
        <a:accent1>
          <a:srgbClr val="05366C"/>
        </a:accent1>
        <a:accent2>
          <a:srgbClr val="0064A6"/>
        </a:accent2>
        <a:accent3>
          <a:srgbClr val="9ADCF6"/>
        </a:accent3>
        <a:accent4>
          <a:srgbClr val="0099CC"/>
        </a:accent4>
        <a:accent5>
          <a:srgbClr val="66CCFF"/>
        </a:accent5>
        <a:accent6>
          <a:srgbClr val="DCE4F3"/>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custClrLst>
    <a:custClr name="Schwarz">
      <a:srgbClr val="000000"/>
    </a:custClr>
    <a:custClr name="ZHAW 15%">
      <a:srgbClr val="DCE4F3"/>
    </a:custClr>
    <a:custClr name="ZHAW">
      <a:srgbClr val="0064A6"/>
    </a:custClr>
    <a:custClr name="Weiss">
      <a:srgbClr val="FFFFFF"/>
    </a:custClr>
    <a:custClr name="Nacht">
      <a:srgbClr val="05366C"/>
    </a:custClr>
    <a:custClr name="Pflaume">
      <a:srgbClr val="8A249E"/>
    </a:custClr>
    <a:custClr name="Eukalyptus">
      <a:srgbClr val="00795D"/>
    </a:custClr>
    <a:custClr name="Koralle">
      <a:srgbClr val="E62154"/>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ZHAW">
      <a:srgbClr val="0064A6"/>
    </a:custClr>
    <a:custClr name="Fuchsia">
      <a:srgbClr val="BE0083"/>
    </a:custClr>
    <a:custClr name="Ozean">
      <a:srgbClr val="00919B"/>
    </a:custClr>
    <a:custClr name="Honig">
      <a:srgbClr val="FFA70E"/>
    </a:custClr>
    <a:custClr name="Weiss">
      <a:srgbClr val="FFFFFF"/>
    </a:custClr>
    <a:custClr name="Weiss">
      <a:srgbClr val="FFFFFF"/>
    </a:custClr>
    <a:custClr name="Weiss">
      <a:srgbClr val="FFFFFF"/>
    </a:custClr>
    <a:custClr name="Weiss">
      <a:srgbClr val="FFFFFF"/>
    </a:custClr>
    <a:custClr name="Weiss">
      <a:srgbClr val="FFFFFF"/>
    </a:custClr>
    <a:custClr name="Weiss">
      <a:srgbClr val="FFFFFF"/>
    </a:custClr>
    <a:custClr name="Himmel">
      <a:srgbClr val="9ADCF6"/>
    </a:custClr>
    <a:custClr name="Sakura">
      <a:srgbClr val="FFB0D4"/>
    </a:custClr>
    <a:custClr name="Gras">
      <a:srgbClr val="A3D045"/>
    </a:custClr>
    <a:custClr name="Yuzu">
      <a:srgbClr val="FFDC0C"/>
    </a:custClr>
    <a:custClr name="Weiss">
      <a:srgbClr val="FFFFFF"/>
    </a:custClr>
    <a:custClr name="Weiss">
      <a:srgbClr val="FFFFFF"/>
    </a:custClr>
  </a:custClrLst>
  <a:extLst>
    <a:ext uri="{05A4C25C-085E-4340-85A3-A5531E510DB2}">
      <thm15:themeFamily xmlns:thm15="http://schemas.microsoft.com/office/thememl/2012/main" name="SoE_PPT_Vorlage_E.potx" id="{B81B8356-42ED-4EA4-B531-6A616EA84931}" vid="{9B69E219-5419-4BEE-BBFB-6F2CB8851D6A}"/>
    </a:ext>
  </a:extLst>
</a:theme>
</file>

<file path=ppt/theme/theme2.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ZHAW_Officefarben_v2024-09-0">
      <a:dk1>
        <a:srgbClr val="010101"/>
      </a:dk1>
      <a:lt1>
        <a:srgbClr val="FEFFFF"/>
      </a:lt1>
      <a:dk2>
        <a:srgbClr val="0064A6"/>
      </a:dk2>
      <a:lt2>
        <a:srgbClr val="9ADCF6"/>
      </a:lt2>
      <a:accent1>
        <a:srgbClr val="8A249E"/>
      </a:accent1>
      <a:accent2>
        <a:srgbClr val="E62154"/>
      </a:accent2>
      <a:accent3>
        <a:srgbClr val="A3D045"/>
      </a:accent3>
      <a:accent4>
        <a:srgbClr val="00795D"/>
      </a:accent4>
      <a:accent5>
        <a:srgbClr val="FFDC0C"/>
      </a:accent5>
      <a:accent6>
        <a:srgbClr val="FFB0D4"/>
      </a:accent6>
      <a:hlink>
        <a:srgbClr val="010101"/>
      </a:hlink>
      <a:folHlink>
        <a:srgbClr val="01010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c7b1b9d8-fd18-440c-954c-8ea35fe8d558" xsi:nil="true"/>
    <lcf76f155ced4ddcb4097134ff3c332f xmlns="1c821a0c-4942-4615-abfd-3f864a1d7766">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kument" ma:contentTypeID="0x01010002F5B61FFFC306419B67AA27B0BCDC25" ma:contentTypeVersion="13" ma:contentTypeDescription="Ein neues Dokument erstellen." ma:contentTypeScope="" ma:versionID="c9a2996992aad66f1c24ad299888673a">
  <xsd:schema xmlns:xsd="http://www.w3.org/2001/XMLSchema" xmlns:xs="http://www.w3.org/2001/XMLSchema" xmlns:p="http://schemas.microsoft.com/office/2006/metadata/properties" xmlns:ns2="1c821a0c-4942-4615-abfd-3f864a1d7766" xmlns:ns3="c7b1b9d8-fd18-440c-954c-8ea35fe8d558" targetNamespace="http://schemas.microsoft.com/office/2006/metadata/properties" ma:root="true" ma:fieldsID="860e31b6d966843295afff172dbfbe83" ns2:_="" ns3:_="">
    <xsd:import namespace="1c821a0c-4942-4615-abfd-3f864a1d7766"/>
    <xsd:import namespace="c7b1b9d8-fd18-440c-954c-8ea35fe8d55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c821a0c-4942-4615-abfd-3f864a1d776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19e3ed14-352d-4aa2-a63b-0b06d7ab5fe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c7b1b9d8-fd18-440c-954c-8ea35fe8d55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c13acf7-cff2-4f65-ba02-9748fdd8caf6}" ma:internalName="TaxCatchAll" ma:showField="CatchAllData" ma:web="c7b1b9d8-fd18-440c-954c-8ea35fe8d558">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3FAC186-4EC8-4F2C-A8DA-ADFB6BB81FEA}">
  <ds:schemaRefs>
    <ds:schemaRef ds:uri="http://schemas.microsoft.com/sharepoint/v3/contenttype/forms"/>
  </ds:schemaRefs>
</ds:datastoreItem>
</file>

<file path=customXml/itemProps2.xml><?xml version="1.0" encoding="utf-8"?>
<ds:datastoreItem xmlns:ds="http://schemas.openxmlformats.org/officeDocument/2006/customXml" ds:itemID="{6A3865DA-FDC7-48BF-BFD3-11C3C7718A21}">
  <ds:schemaRefs>
    <ds:schemaRef ds:uri="http://schemas.microsoft.com/office/2006/documentManagement/types"/>
    <ds:schemaRef ds:uri="http://purl.org/dc/terms/"/>
    <ds:schemaRef ds:uri="1c821a0c-4942-4615-abfd-3f864a1d7766"/>
    <ds:schemaRef ds:uri="http://purl.org/dc/dcmitype/"/>
    <ds:schemaRef ds:uri="http://schemas.openxmlformats.org/package/2006/metadata/core-properties"/>
    <ds:schemaRef ds:uri="http://purl.org/dc/elements/1.1/"/>
    <ds:schemaRef ds:uri="http://schemas.microsoft.com/office/2006/metadata/properties"/>
    <ds:schemaRef ds:uri="http://www.w3.org/XML/1998/namespace"/>
    <ds:schemaRef ds:uri="http://schemas.microsoft.com/office/infopath/2007/PartnerControls"/>
    <ds:schemaRef ds:uri="c7b1b9d8-fd18-440c-954c-8ea35fe8d558"/>
  </ds:schemaRefs>
</ds:datastoreItem>
</file>

<file path=customXml/itemProps3.xml><?xml version="1.0" encoding="utf-8"?>
<ds:datastoreItem xmlns:ds="http://schemas.openxmlformats.org/officeDocument/2006/customXml" ds:itemID="{649D1CC3-1886-4FFF-92EF-290D4A5AAF91}">
  <ds:schemaRefs>
    <ds:schemaRef ds:uri="1c821a0c-4942-4615-abfd-3f864a1d7766"/>
    <ds:schemaRef ds:uri="c7b1b9d8-fd18-440c-954c-8ea35fe8d55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PM4_VideoPresentation</Template>
  <TotalTime>0</TotalTime>
  <Words>246</Words>
  <Application>Microsoft Office PowerPoint</Application>
  <PresentationFormat>Widescreen</PresentationFormat>
  <Paragraphs>68</Paragraphs>
  <Slides>14</Slides>
  <Notes>3</Notes>
  <HiddenSlides>0</HiddenSlides>
  <MMClips>3</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Aptos</vt:lpstr>
      <vt:lpstr>Arial</vt:lpstr>
      <vt:lpstr>ZHAW</vt:lpstr>
      <vt:lpstr>Contactless Radar-Based Heart Rate Monitoring Device</vt:lpstr>
      <vt:lpstr>Heart rate. Still contact-based</vt:lpstr>
      <vt:lpstr>Heart rate. Still contact-based</vt:lpstr>
      <vt:lpstr>PowerPoint Presentation</vt:lpstr>
      <vt:lpstr>PowerPoint Presentation</vt:lpstr>
      <vt:lpstr>Product reveal</vt:lpstr>
      <vt:lpstr>PowerPoint Presentation</vt:lpstr>
      <vt:lpstr>PowerPoint Presentation</vt:lpstr>
      <vt:lpstr>Standalone operation, OpenLog</vt:lpstr>
      <vt:lpstr>PowerPoint Presentation</vt:lpstr>
      <vt:lpstr>PowerPoint Presentation</vt:lpstr>
      <vt:lpstr>ECG</vt:lpstr>
      <vt:lpstr>Slide 11 (not needed?)</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Grebnevs Bogdans (grebnbog)</dc:creator>
  <cp:lastModifiedBy>Grebnevs Bogdans (grebnbog)</cp:lastModifiedBy>
  <cp:revision>31</cp:revision>
  <dcterms:created xsi:type="dcterms:W3CDTF">2026-05-08T08:54:10Z</dcterms:created>
  <dcterms:modified xsi:type="dcterms:W3CDTF">2026-05-21T08:53:38Z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d9bad3-6dac-4e9a-89a3-89f3b8d247b2_Enabled">
    <vt:lpwstr>true</vt:lpwstr>
  </property>
  <property fmtid="{D5CDD505-2E9C-101B-9397-08002B2CF9AE}" pid="3" name="MSIP_Label_10d9bad3-6dac-4e9a-89a3-89f3b8d247b2_SetDate">
    <vt:lpwstr>2025-03-19T15:46:55Z</vt:lpwstr>
  </property>
  <property fmtid="{D5CDD505-2E9C-101B-9397-08002B2CF9AE}" pid="4" name="MSIP_Label_10d9bad3-6dac-4e9a-89a3-89f3b8d247b2_Method">
    <vt:lpwstr>Privileged</vt:lpwstr>
  </property>
  <property fmtid="{D5CDD505-2E9C-101B-9397-08002B2CF9AE}" pid="5" name="MSIP_Label_10d9bad3-6dac-4e9a-89a3-89f3b8d247b2_Name">
    <vt:lpwstr>10d9bad3-6dac-4e9a-89a3-89f3b8d247b2</vt:lpwstr>
  </property>
  <property fmtid="{D5CDD505-2E9C-101B-9397-08002B2CF9AE}" pid="6" name="MSIP_Label_10d9bad3-6dac-4e9a-89a3-89f3b8d247b2_SiteId">
    <vt:lpwstr>5d1a9f9d-201f-4a10-b983-451cf65cbc1e</vt:lpwstr>
  </property>
  <property fmtid="{D5CDD505-2E9C-101B-9397-08002B2CF9AE}" pid="7" name="MSIP_Label_10d9bad3-6dac-4e9a-89a3-89f3b8d247b2_ActionId">
    <vt:lpwstr>2667b880-a5c5-43ee-bb4d-538db1c19e46</vt:lpwstr>
  </property>
  <property fmtid="{D5CDD505-2E9C-101B-9397-08002B2CF9AE}" pid="8" name="MSIP_Label_10d9bad3-6dac-4e9a-89a3-89f3b8d247b2_ContentBits">
    <vt:lpwstr>0</vt:lpwstr>
  </property>
  <property fmtid="{D5CDD505-2E9C-101B-9397-08002B2CF9AE}" pid="9" name="MSIP_Label_10d9bad3-6dac-4e9a-89a3-89f3b8d247b2_Tag">
    <vt:lpwstr>50, 0, 1, 1</vt:lpwstr>
  </property>
  <property fmtid="{D5CDD505-2E9C-101B-9397-08002B2CF9AE}" pid="10" name="ContentTypeId">
    <vt:lpwstr>0x01010002F5B61FFFC306419B67AA27B0BCDC25</vt:lpwstr>
  </property>
  <property fmtid="{D5CDD505-2E9C-101B-9397-08002B2CF9AE}" pid="11" name="MediaServiceImageTags">
    <vt:lpwstr/>
  </property>
</Properties>
</file>